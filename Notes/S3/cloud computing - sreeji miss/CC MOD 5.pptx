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6" r:id="rId11"/>
    <p:sldId id="268" r:id="rId12"/>
    <p:sldId id="272" r:id="rId13"/>
    <p:sldId id="273" r:id="rId14"/>
    <p:sldId id="271" r:id="rId15"/>
    <p:sldId id="267" r:id="rId16"/>
    <p:sldId id="264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075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548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99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59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04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14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58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42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62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8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AE585-4034-4667-B709-5FFF7B69CA31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9EC4D-F0AE-47CD-B5D6-CD538F2D4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07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93"/>
            <a:ext cx="12192000" cy="68395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smtClean="0">
                <a:solidFill>
                  <a:srgbClr val="FF0000"/>
                </a:solidFill>
              </a:rPr>
              <a:t>MODULE 5</a:t>
            </a:r>
            <a:endParaRPr lang="en-IN" sz="8000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</a:rPr>
              <a:t>CLOUD COMPUTING</a:t>
            </a:r>
            <a:endParaRPr lang="en-IN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5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1999" cy="674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6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5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2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1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9099"/>
            <a:ext cx="12249665" cy="685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3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0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3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4141" y="0"/>
            <a:ext cx="12266141" cy="719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5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5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8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274378" cy="694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46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14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8893" b="-1"/>
          <a:stretch/>
        </p:blipFill>
        <p:spPr>
          <a:xfrm>
            <a:off x="1" y="118334"/>
            <a:ext cx="12192000" cy="659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29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7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9665" cy="6858000"/>
          </a:xfrm>
        </p:spPr>
      </p:pic>
    </p:spTree>
    <p:extLst>
      <p:ext uri="{BB962C8B-B14F-4D97-AF65-F5344CB8AC3E}">
        <p14:creationId xmlns:p14="http://schemas.microsoft.com/office/powerpoint/2010/main" val="5370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49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MODULE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MCA</dc:creator>
  <cp:lastModifiedBy>MCA</cp:lastModifiedBy>
  <cp:revision>11</cp:revision>
  <dcterms:created xsi:type="dcterms:W3CDTF">2026-10-08T05:54:04Z</dcterms:created>
  <dcterms:modified xsi:type="dcterms:W3CDTF">2026-10-23T05:04:52Z</dcterms:modified>
</cp:coreProperties>
</file>