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2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695C-793A-4A37-9E4E-09929685CFA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E1B0-E1C2-4A6B-85B3-8D5DCF9809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44565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695C-793A-4A37-9E4E-09929685CFA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E1B0-E1C2-4A6B-85B3-8D5DCF9809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3890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695C-793A-4A37-9E4E-09929685CFA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E1B0-E1C2-4A6B-85B3-8D5DCF9809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13861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695C-793A-4A37-9E4E-09929685CFA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E1B0-E1C2-4A6B-85B3-8D5DCF9809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74240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695C-793A-4A37-9E4E-09929685CFA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E1B0-E1C2-4A6B-85B3-8D5DCF9809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95878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695C-793A-4A37-9E4E-09929685CFA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E1B0-E1C2-4A6B-85B3-8D5DCF9809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40986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695C-793A-4A37-9E4E-09929685CFA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E1B0-E1C2-4A6B-85B3-8D5DCF9809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59274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695C-793A-4A37-9E4E-09929685CFA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E1B0-E1C2-4A6B-85B3-8D5DCF9809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204465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695C-793A-4A37-9E4E-09929685CFA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E1B0-E1C2-4A6B-85B3-8D5DCF9809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32221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695C-793A-4A37-9E4E-09929685CFA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E1B0-E1C2-4A6B-85B3-8D5DCF9809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509546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1695C-793A-4A37-9E4E-09929685CFA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DE1B0-E1C2-4A6B-85B3-8D5DCF9809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50403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A1695C-793A-4A37-9E4E-09929685CFA0}" type="datetimeFigureOut">
              <a:rPr lang="en-IN" smtClean="0"/>
              <a:pPr/>
              <a:t>05-11-2023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DE1B0-E1C2-4A6B-85B3-8D5DCF98096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92971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847114"/>
          </a:xfrm>
        </p:spPr>
        <p:txBody>
          <a:bodyPr>
            <a:normAutofit/>
          </a:bodyPr>
          <a:lstStyle/>
          <a:p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 GATEWAYS AND SECURITY</a:t>
            </a:r>
            <a:endParaRPr lang="en-IN" sz="3800" b="1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195754"/>
            <a:ext cx="12192000" cy="5662245"/>
          </a:xfrm>
        </p:spPr>
        <p:txBody>
          <a:bodyPr>
            <a:no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 err="1"/>
              <a:t>IoT</a:t>
            </a:r>
            <a:r>
              <a:rPr lang="en-US" sz="2800" dirty="0"/>
              <a:t> GATEWAYS AND SECURITY Connectivity is one of the important challenges in designing the </a:t>
            </a:r>
            <a:r>
              <a:rPr lang="en-US" sz="2800" dirty="0" err="1"/>
              <a:t>IoT</a:t>
            </a:r>
            <a:r>
              <a:rPr lang="en-US" sz="2800" dirty="0"/>
              <a:t> network.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diversity of </a:t>
            </a:r>
            <a:r>
              <a:rPr lang="en-US" sz="2800" dirty="0" smtClean="0"/>
              <a:t>sensors makes </a:t>
            </a:r>
            <a:r>
              <a:rPr lang="en-US" sz="2800" dirty="0"/>
              <a:t>it very difficult to provide IP connectivity.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It is important that non-IP devices too have a mechanism to connect with IoT.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There are different ways nodes connected.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Gateways effectively mitigate the great variety and diversity of devices by consolidating data from disparate sources and interfaces and bridging them to the Internet.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The result is that individual nodes do not need to bear the complexity or cost of a high-speed Internet interface in order to be connected.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xmlns="" val="36246336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53665"/>
    </mc:Choice>
    <mc:Fallback>
      <p:transition spd="slow" advTm="5366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50928"/>
            <a:ext cx="12191999" cy="6207071"/>
          </a:xfrm>
        </p:spPr>
        <p:txBody>
          <a:bodyPr>
            <a:noAutofit/>
          </a:bodyPr>
          <a:lstStyle/>
          <a:p>
            <a:pPr algn="just"/>
            <a:r>
              <a:rPr lang="en-US" dirty="0"/>
              <a:t>The network nodes connect to the IoT via a gateway. The nodes themselves are not IP-based and thus cannot directly connect to the Internet/WAN. </a:t>
            </a:r>
          </a:p>
          <a:p>
            <a:pPr algn="just"/>
            <a:r>
              <a:rPr lang="en-US" dirty="0"/>
              <a:t>Rather, they use either wired or wireless PAN technology to connect to the gateway with a less expensive and less complex mode of connectivity. The gateway maintains an </a:t>
            </a:r>
            <a:r>
              <a:rPr lang="en-US" dirty="0" err="1"/>
              <a:t>IoT</a:t>
            </a:r>
            <a:r>
              <a:rPr lang="en-US" dirty="0"/>
              <a:t> agent for each node that manages all data to and from nodes. In this case, application intelligence can also be located in the gateway.</a:t>
            </a:r>
          </a:p>
          <a:p>
            <a:pPr algn="just"/>
            <a:r>
              <a:rPr lang="en-US" dirty="0"/>
              <a:t> The nodes can also connect directly to the Internet using a WAN connection such as Wi-Fi or Ethernet. The gateway serves primarily as a router; in fact, it can be simply a router when nodes have their own </a:t>
            </a:r>
            <a:r>
              <a:rPr lang="en-US" dirty="0" err="1"/>
              <a:t>IoT</a:t>
            </a:r>
            <a:r>
              <a:rPr lang="en-US" dirty="0"/>
              <a:t> agent and autonomously manage themselves. </a:t>
            </a:r>
          </a:p>
          <a:p>
            <a:pPr algn="just"/>
            <a:r>
              <a:rPr lang="en-US" dirty="0"/>
              <a:t>Alternatively, the nodes can connect directly to the Internet using a PAN connection such as 6LoWPAN. In this case, the gateway serves as a translation point between the PAN and WAN.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24000" y="0"/>
            <a:ext cx="9144000" cy="847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b="1">
                <a:solidFill>
                  <a:srgbClr val="002060"/>
                </a:solidFill>
              </a:rPr>
              <a:t>IoT GATEWAYS AND SECURITY</a:t>
            </a:r>
            <a:endParaRPr lang="en-IN" sz="3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1799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59586"/>
    </mc:Choice>
    <mc:Fallback>
      <p:transition spd="slow" advTm="59586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4738"/>
            <a:ext cx="10515600" cy="5192225"/>
          </a:xfrm>
        </p:spPr>
        <p:txBody>
          <a:bodyPr/>
          <a:lstStyle/>
          <a:p>
            <a:pPr algn="just"/>
            <a:r>
              <a:rPr lang="en-US" dirty="0"/>
              <a:t>Many </a:t>
            </a:r>
            <a:r>
              <a:rPr lang="en-US" dirty="0" err="1"/>
              <a:t>IoT</a:t>
            </a:r>
            <a:r>
              <a:rPr lang="en-US" dirty="0"/>
              <a:t> applications handle potentially sensitive data. </a:t>
            </a:r>
          </a:p>
          <a:p>
            <a:pPr algn="just"/>
            <a:r>
              <a:rPr lang="en-US" dirty="0"/>
              <a:t>Data collected from location </a:t>
            </a:r>
            <a:r>
              <a:rPr lang="en-US" dirty="0" smtClean="0"/>
              <a:t>services, </a:t>
            </a:r>
            <a:r>
              <a:rPr lang="en-US" dirty="0"/>
              <a:t>need to be protected from hacking. </a:t>
            </a:r>
          </a:p>
          <a:p>
            <a:pPr algn="just"/>
            <a:r>
              <a:rPr lang="en-US" dirty="0"/>
              <a:t>Similarly, medical devices need to maintain the privacy of individuals. In the context of the </a:t>
            </a:r>
            <a:r>
              <a:rPr lang="en-US" dirty="0" err="1"/>
              <a:t>IoT</a:t>
            </a:r>
            <a:r>
              <a:rPr lang="en-US" dirty="0"/>
              <a:t> gateway architecture, the security processing and mechanisms can be offloaded from nodes to the gateway to ensure proper authentication, protecting exchanges of data, and safeguarding intellectual property. </a:t>
            </a:r>
          </a:p>
          <a:p>
            <a:pPr algn="just"/>
            <a:r>
              <a:rPr lang="en-US" dirty="0"/>
              <a:t>This enables </a:t>
            </a:r>
            <a:r>
              <a:rPr lang="en-US" dirty="0" err="1"/>
              <a:t>IoT</a:t>
            </a:r>
            <a:r>
              <a:rPr lang="en-US" dirty="0"/>
              <a:t> nodes to implement greater security than could be economically implemented in individual end points.</a:t>
            </a:r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24000" y="0"/>
            <a:ext cx="9144000" cy="8471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800" b="1" dirty="0" err="1">
                <a:solidFill>
                  <a:srgbClr val="002060"/>
                </a:solidFill>
              </a:rPr>
              <a:t>IoT</a:t>
            </a:r>
            <a:r>
              <a:rPr lang="en-US" sz="3800" b="1" dirty="0">
                <a:solidFill>
                  <a:srgbClr val="002060"/>
                </a:solidFill>
              </a:rPr>
              <a:t> GATEWAYS AND SECURITY</a:t>
            </a:r>
            <a:endParaRPr lang="en-IN" sz="3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30976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 advTm="74656"/>
    </mc:Choice>
    <mc:Fallback>
      <p:transition spd="slow" advTm="74656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371</Words>
  <Application>Microsoft Office PowerPoint</Application>
  <PresentationFormat>Custom</PresentationFormat>
  <Paragraphs>17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IoT GATEWAYS AND SECURITY</vt:lpstr>
      <vt:lpstr>Slide 2</vt:lpstr>
      <vt:lpstr>Slide 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GATEWAYS AND SECURITY</dc:title>
  <dc:creator>Joice</dc:creator>
  <cp:lastModifiedBy>SABU MATHEW</cp:lastModifiedBy>
  <cp:revision>12</cp:revision>
  <dcterms:created xsi:type="dcterms:W3CDTF">2022-01-24T17:57:41Z</dcterms:created>
  <dcterms:modified xsi:type="dcterms:W3CDTF">2023-11-05T17:34:01Z</dcterms:modified>
</cp:coreProperties>
</file>