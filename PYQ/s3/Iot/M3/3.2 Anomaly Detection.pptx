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9731-654B-4CA0-B454-0C64AE1DFB26}" type="datetimeFigureOut">
              <a:rPr lang="en-IN" smtClean="0"/>
              <a:pPr/>
              <a:t>03-11-2023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686E3-1A68-4489-B9B6-1419C6EA372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624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E9731-654B-4CA0-B454-0C64AE1DFB26}" type="datetimeFigureOut">
              <a:rPr lang="en-IN" smtClean="0"/>
              <a:pPr/>
              <a:t>03-11-2023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686E3-1A68-4489-B9B6-1419C6EA372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3775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3463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530" y="550507"/>
            <a:ext cx="3163077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rgbClr val="FF0000"/>
                </a:solidFill>
              </a:rPr>
              <a:t>A"sink</a:t>
            </a:r>
            <a:r>
              <a:rPr lang="en-US" dirty="0" smtClean="0">
                <a:solidFill>
                  <a:srgbClr val="FF0000"/>
                </a:solidFill>
              </a:rPr>
              <a:t>" typically refers to a device or component that is used to collect, store, or process data generated by </a:t>
            </a:r>
            <a:r>
              <a:rPr lang="en-US" dirty="0" err="1" smtClean="0">
                <a:solidFill>
                  <a:srgbClr val="FF0000"/>
                </a:solidFill>
              </a:rPr>
              <a:t>IoT</a:t>
            </a:r>
            <a:r>
              <a:rPr lang="en-US" dirty="0" smtClean="0">
                <a:solidFill>
                  <a:srgbClr val="FF0000"/>
                </a:solidFill>
              </a:rPr>
              <a:t> devices. </a:t>
            </a:r>
            <a:r>
              <a:rPr lang="en-US" dirty="0" err="1" smtClean="0">
                <a:solidFill>
                  <a:srgbClr val="FF0000"/>
                </a:solidFill>
              </a:rPr>
              <a:t>IoT</a:t>
            </a:r>
            <a:r>
              <a:rPr lang="en-US" dirty="0" smtClean="0">
                <a:solidFill>
                  <a:srgbClr val="FF0000"/>
                </a:solidFill>
              </a:rPr>
              <a:t> devices often produce a vast amount of data, and this data needs to be aggregated, managed, and processed efficiently. A sink plays a crucial role in this data processing pipeline. There are a few common types of sinks in </a:t>
            </a:r>
            <a:r>
              <a:rPr lang="en-US" dirty="0" err="1" smtClean="0">
                <a:solidFill>
                  <a:srgbClr val="FF0000"/>
                </a:solidFill>
              </a:rPr>
              <a:t>IoT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918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695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561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Anomaly detection: Definition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89045" y="1866123"/>
            <a:ext cx="102076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/>
              <a:t>Anomaly detection in the context of the Internet of Things (</a:t>
            </a:r>
            <a:r>
              <a:rPr lang="en-US" sz="2400" dirty="0" err="1" smtClean="0"/>
              <a:t>IoT</a:t>
            </a:r>
            <a:r>
              <a:rPr lang="en-US" sz="2400" dirty="0" smtClean="0"/>
              <a:t>) refers to the identification of unusual or unexpected behavior, patterns, or events in the data generated by </a:t>
            </a:r>
            <a:r>
              <a:rPr lang="en-US" sz="2400" dirty="0" err="1" smtClean="0"/>
              <a:t>IoT</a:t>
            </a:r>
            <a:r>
              <a:rPr lang="en-US" sz="2400" dirty="0" smtClean="0"/>
              <a:t> devices.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 Anomalies, or outliers, may indicate potential issues, security threats, or valuable insights. Detecting anomalies in </a:t>
            </a:r>
            <a:r>
              <a:rPr lang="en-US" sz="2400" dirty="0" err="1" smtClean="0"/>
              <a:t>IoT</a:t>
            </a:r>
            <a:r>
              <a:rPr lang="en-US" sz="2400" dirty="0" smtClean="0"/>
              <a:t> data is crucial for ensuring the reliability, security, and efficiency of </a:t>
            </a:r>
            <a:r>
              <a:rPr lang="en-US" sz="2400" dirty="0" err="1" smtClean="0"/>
              <a:t>IoT</a:t>
            </a:r>
            <a:r>
              <a:rPr lang="en-US" sz="2400" dirty="0" smtClean="0"/>
              <a:t> systems.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444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729135" y="0"/>
            <a:ext cx="8462865" cy="5887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282" y="1903445"/>
            <a:ext cx="2908041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</a:rPr>
              <a:t>Topology-based anomaly detection in the Internet of Things (</a:t>
            </a:r>
            <a:r>
              <a:rPr lang="en-US" sz="2000" dirty="0" err="1" smtClean="0">
                <a:solidFill>
                  <a:srgbClr val="FF0000"/>
                </a:solidFill>
              </a:rPr>
              <a:t>IoT</a:t>
            </a:r>
            <a:r>
              <a:rPr lang="en-US" sz="2000" dirty="0" smtClean="0">
                <a:solidFill>
                  <a:srgbClr val="FF0000"/>
                </a:solidFill>
              </a:rPr>
              <a:t>) focuses on monitoring the network topology and identifying unusual or unexpected changes in the structure of the network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723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5646857-1475-4BC8-9908-ECFFCBA80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14437"/>
            <a:ext cx="108585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411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178</Words>
  <Application>Microsoft Office PowerPoint</Application>
  <PresentationFormat>Custom</PresentationFormat>
  <Paragraphs>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Anomaly detection: Definition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Joice</dc:creator>
  <cp:lastModifiedBy>SABU MATHEW</cp:lastModifiedBy>
  <cp:revision>5</cp:revision>
  <dcterms:created xsi:type="dcterms:W3CDTF">2022-01-16T17:49:30Z</dcterms:created>
  <dcterms:modified xsi:type="dcterms:W3CDTF">2023-11-03T03:30:00Z</dcterms:modified>
</cp:coreProperties>
</file>