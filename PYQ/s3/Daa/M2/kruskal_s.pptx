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8" r:id="rId4"/>
    <p:sldId id="262" r:id="rId5"/>
    <p:sldId id="282" r:id="rId6"/>
    <p:sldId id="257" r:id="rId7"/>
    <p:sldId id="259" r:id="rId8"/>
    <p:sldId id="280" r:id="rId9"/>
    <p:sldId id="281" r:id="rId10"/>
    <p:sldId id="261" r:id="rId11"/>
    <p:sldId id="263" r:id="rId12"/>
    <p:sldId id="283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10/12/2023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81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60824-8A17-024B-BB7A-7FE9D2362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3DF3B-AA1C-4540-A171-E4C1EC74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29B54-CEDB-6C45-9573-BF67A2768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8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8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>
            <a:extLst>
              <a:ext uri="{FF2B5EF4-FFF2-40B4-BE49-F238E27FC236}">
                <a16:creationId xmlns:a16="http://schemas.microsoft.com/office/drawing/2014/main" id="{005E95DF-3599-48A7-A597-95F35E3CE9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1" name="Rectangle 26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C7044-7F05-4E25-BAC7-21513090D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Kruskal’s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AC266-2B1F-471B-99AD-F23EAC5BF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211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15161-18A2-4AEE-B1B6-477DEC1FC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2369" y="2031468"/>
            <a:ext cx="9064101" cy="3019926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Here edges in tree considered in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non decreasing order (increasing order) of cost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If ‘t’ be a set of edges so far selected for spanning tree ,such that it is possible to complete ‘t’ to a tree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‘t’ may not be a tree at all stages in algorithm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initially ‘t’ may be a forest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7248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C7E010-C712-408D-9787-0842AFC9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03FCEF-A9BA-4991-9220-E36615FB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64D085-C814-4D74-BCE0-2059F0DC0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5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5539E-D8B4-4F5A-B46F-C304F5D7A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47D08-4ACB-4342-8D37-48C08CCB47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57" t="28055" r="28828" b="53333"/>
          <a:stretch/>
        </p:blipFill>
        <p:spPr>
          <a:xfrm>
            <a:off x="801539" y="1889946"/>
            <a:ext cx="10588922" cy="307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5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889C6-1892-4BE5-A01F-CA9C4F034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493" y="1559768"/>
            <a:ext cx="2978281" cy="3135379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32AA746-A5BA-64EF-84B1-B09F005A7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489" y="645106"/>
            <a:ext cx="5464399" cy="556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17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D879A56-BA4A-47BE-B8EA-643910D69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8E7D62B-6F82-4DD0-9764-C143AEAAC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92CAE3-BD66-C63A-6D42-0077E28C9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3249" y="1348844"/>
            <a:ext cx="5716338" cy="3042706"/>
          </a:xfrm>
        </p:spPr>
        <p:txBody>
          <a:bodyPr>
            <a:normAutofit/>
          </a:bodyPr>
          <a:lstStyle/>
          <a:p>
            <a:r>
              <a:rPr lang="en-US" sz="6000" dirty="0"/>
              <a:t>Minimal Spanning Tree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E3A7528-943B-A1E2-A05A-20307DF0A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3786" y="4682062"/>
            <a:ext cx="5355264" cy="950976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52C008-B9DE-7F6E-7C5C-E4DA3FBDA6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27"/>
          <a:stretch/>
        </p:blipFill>
        <p:spPr>
          <a:xfrm>
            <a:off x="616737" y="621793"/>
            <a:ext cx="4376501" cy="56144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C283B92-B6AF-4FE0-AF35-F51A6790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60A8CB-176B-4FD6-AD24-9D98027E5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71CA5D-A004-471D-81F2-0B1381DE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82D131-57BB-442B-BD9B-8F06D2B23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36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664D085-C814-4D74-BCE0-2059F0DC0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A5539E-D8B4-4F5A-B46F-C304F5D7A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DBEB5-225A-9FD0-4435-BC83C5063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49" y="490451"/>
            <a:ext cx="9701101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85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585C7D-A0A4-4261-8385-2374A75371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28" t="13194" r="19297" b="5277"/>
          <a:stretch/>
        </p:blipFill>
        <p:spPr>
          <a:xfrm>
            <a:off x="168160" y="150719"/>
            <a:ext cx="11080865" cy="601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38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15161-18A2-4AEE-B1B6-477DEC1FC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6527" y="2031468"/>
            <a:ext cx="9198946" cy="3372554"/>
          </a:xfrm>
        </p:spPr>
        <p:txBody>
          <a:bodyPr>
            <a:normAutofit fontScale="92500" lnSpcReduction="10000"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Initially E is the set of all edges in G. 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Determine an edge with minimum cost(line 4)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delete this edge(line5).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If the edges are maintained as a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minheap,then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the next edge to consider can be obtained in O(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log|E</a:t>
            </a:r>
            <a:r>
              <a:rPr lang="en-US" dirty="0">
                <a:latin typeface="Times New Roman" panose="02020603050405020304" pitchFamily="18" charset="0"/>
              </a:rPr>
              <a:t>|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) time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If the selected edge (</a:t>
            </a:r>
            <a:r>
              <a:rPr lang="en-US" dirty="0" err="1">
                <a:latin typeface="Times New Roman" panose="02020603050405020304" pitchFamily="18" charset="0"/>
              </a:rPr>
              <a:t>v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,w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) are already connected ,then the edge(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v,w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) is 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discarded.One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possible grouping is to place all vertices in the same connected component of t into a set  Then, two vertices v and w are connected in t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iff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they are in the same set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Else  (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v,w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)is to be added to 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73276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15161-18A2-4AEE-B1B6-477DEC1FC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1049" y="2092410"/>
            <a:ext cx="9215422" cy="2958983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The set t can be represented as a sequential list using a two-dimensional array t[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l:n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,1:2].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Edge(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u,v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) can be added to t by the assignments t[i,1]:=u; and t[i,2] :=v;.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These t containing u and v are combined (line20).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Line 23 determines whether a spanning tree was found.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F0DB2-3B0B-9EA5-76CF-543E4D8CF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667" y="4181276"/>
            <a:ext cx="4557155" cy="5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95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E1FB-FBBD-4AB7-91DB-D5F4EB7B6D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2800" b="1" dirty="0"/>
              <a:t> </a:t>
            </a:r>
            <a:br>
              <a:rPr lang="en-US" sz="2800" b="1" dirty="0"/>
            </a:br>
            <a:r>
              <a:rPr lang="en-IN" sz="2800" b="1" dirty="0"/>
              <a:t>Construct the minimum spanning tree (MST) for the given graph using Kruskal’s algorithm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FD746-E7AC-46B2-948F-D1735D3434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83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3E817E-E139-426E-89E5-9DD346EC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ADD2F6-F7FC-464F-8F18-5BDBD27A7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3A31F1-FA83-497F-98FF-9A5621DC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3FF9E2-8F7E-4BCC-9A50-C41AD8A56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2CA05-D4C1-486B-BD03-C15901B06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0024" y="4708186"/>
            <a:ext cx="3238829" cy="1496816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751BC8-250F-493B-BDF9-D45BA5991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0F044C-8394-47CB-8E3D-FA56B0693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2DCD75-B707-4C51-8ADC-813834C09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851414-8BB1-42EF-912B-608FCE07B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72C1765-8355-0E7C-6078-03A510E961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408990-1E70-4577-032B-ABE4DBE1E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3" y="1859144"/>
            <a:ext cx="7308213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80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035ADE-5A73-BA99-C333-09919CEA2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90" y="3223242"/>
            <a:ext cx="7905507" cy="62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89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86001" y="457201"/>
            <a:ext cx="7599363" cy="963613"/>
          </a:xfrm>
          <a:prstGeom prst="rect">
            <a:avLst/>
          </a:prstGeom>
          <a:noFill/>
          <a:ln w="57150" cmpd="thickThin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5793" tIns="47896" rIns="95793" bIns="47896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2400" b="1">
                <a:solidFill>
                  <a:schemeClr val="tx2"/>
                </a:solidFill>
                <a:latin typeface="Verdana" panose="020B0604030504040204" pitchFamily="34" charset="0"/>
              </a:rPr>
              <a:t>Minimum Connector Algorithms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828800" y="1752600"/>
            <a:ext cx="4122738" cy="4629150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4284" tIns="37714" rIns="94284" bIns="37714"/>
          <a:lstStyle>
            <a:lvl1pPr marL="479425" indent="-479425" defTabSz="9572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572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latin typeface="Arial" panose="020B0604020202020204" pitchFamily="34" charset="0"/>
              </a:rPr>
              <a:t>Kruskal’s algorithm</a:t>
            </a:r>
          </a:p>
          <a:p>
            <a:endParaRPr lang="en-US" altLang="en-US" sz="1800" b="1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Select the shortest edge in a network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Select the next shortest edge which does not create a cycle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buFont typeface="Times New Roman" panose="02020603050405020304" pitchFamily="18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Repeat step 2 until all vertices have been connected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6096000" y="1752600"/>
            <a:ext cx="4019550" cy="4629150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4284" tIns="37714" rIns="94284" bIns="37714"/>
          <a:lstStyle>
            <a:lvl1pPr marL="479425" indent="-479425" defTabSz="9572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572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latin typeface="Arial" panose="020B0604020202020204" pitchFamily="34" charset="0"/>
              </a:rPr>
              <a:t>Prim’s algorithm</a:t>
            </a:r>
          </a:p>
          <a:p>
            <a:endParaRPr lang="en-US" altLang="en-US" sz="1800" b="1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Select any vertex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Select the shortest edge connected to that vertex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Select the shortest edge connected to any vertex already connected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Repeat step 3 until all vertices have been connected</a:t>
            </a:r>
          </a:p>
        </p:txBody>
      </p:sp>
    </p:spTree>
    <p:extLst>
      <p:ext uri="{BB962C8B-B14F-4D97-AF65-F5344CB8AC3E}">
        <p14:creationId xmlns:p14="http://schemas.microsoft.com/office/powerpoint/2010/main" val="220217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 autoUpdateAnimBg="0"/>
      <p:bldP spid="22532" grpId="0" animBg="1" autoUpdateAnimBg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">
      <a:dk1>
        <a:srgbClr val="000000"/>
      </a:dk1>
      <a:lt1>
        <a:srgbClr val="FFFFFF"/>
      </a:lt1>
      <a:dk2>
        <a:srgbClr val="313C22"/>
      </a:dk2>
      <a:lt2>
        <a:srgbClr val="E2E8E8"/>
      </a:lt2>
      <a:accent1>
        <a:srgbClr val="E73129"/>
      </a:accent1>
      <a:accent2>
        <a:srgbClr val="D56E17"/>
      </a:accent2>
      <a:accent3>
        <a:srgbClr val="B6A320"/>
      </a:accent3>
      <a:accent4>
        <a:srgbClr val="82B013"/>
      </a:accent4>
      <a:accent5>
        <a:srgbClr val="4EBB21"/>
      </a:accent5>
      <a:accent6>
        <a:srgbClr val="15BD2A"/>
      </a:accent6>
      <a:hlink>
        <a:srgbClr val="319095"/>
      </a:hlink>
      <a:folHlink>
        <a:srgbClr val="828282"/>
      </a:folHlink>
    </a:clrScheme>
    <a:fontScheme name="Savon">
      <a:majorFont>
        <a:latin typeface="Sagona Extra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agona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2339</TotalTime>
  <Words>357</Words>
  <Application>Microsoft Office PowerPoint</Application>
  <PresentationFormat>Widescreen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Garamond</vt:lpstr>
      <vt:lpstr>Sagona Book</vt:lpstr>
      <vt:lpstr>Sagona ExtraLight</vt:lpstr>
      <vt:lpstr>Times New Roman</vt:lpstr>
      <vt:lpstr>Verdana</vt:lpstr>
      <vt:lpstr>Wingdings</vt:lpstr>
      <vt:lpstr>SavonVTI</vt:lpstr>
      <vt:lpstr>Kruskal’s algorithm</vt:lpstr>
      <vt:lpstr>PowerPoint Presentation</vt:lpstr>
      <vt:lpstr>PowerPoint Presentation</vt:lpstr>
      <vt:lpstr>example</vt:lpstr>
      <vt:lpstr>Minimal Spanning Tree</vt:lpstr>
      <vt:lpstr>PowerPoint Presentation</vt:lpstr>
      <vt:lpstr>PowerPoint Presentation</vt:lpstr>
      <vt:lpstr>PowerPoint Presentation</vt:lpstr>
      <vt:lpstr>PowerPoint Presentation</vt:lpstr>
      <vt:lpstr>  Construct the minimum spanning tree (MST) for the given graph using Kruskal’s algorithm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Kruskal’s algorithm</dc:title>
  <dc:creator>Kiran Rajan</dc:creator>
  <cp:lastModifiedBy>Anju Anil</cp:lastModifiedBy>
  <cp:revision>16</cp:revision>
  <dcterms:created xsi:type="dcterms:W3CDTF">2019-10-09T07:22:27Z</dcterms:created>
  <dcterms:modified xsi:type="dcterms:W3CDTF">2023-10-12T05:26:42Z</dcterms:modified>
</cp:coreProperties>
</file>