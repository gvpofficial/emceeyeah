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272" r:id="rId2"/>
    <p:sldId id="273" r:id="rId3"/>
    <p:sldId id="259" r:id="rId4"/>
    <p:sldId id="284" r:id="rId5"/>
    <p:sldId id="283" r:id="rId6"/>
    <p:sldId id="287" r:id="rId7"/>
    <p:sldId id="301" r:id="rId8"/>
    <p:sldId id="302" r:id="rId9"/>
    <p:sldId id="299" r:id="rId10"/>
    <p:sldId id="303" r:id="rId11"/>
    <p:sldId id="295" r:id="rId12"/>
    <p:sldId id="345" r:id="rId13"/>
    <p:sldId id="296" r:id="rId14"/>
    <p:sldId id="297" r:id="rId15"/>
    <p:sldId id="298" r:id="rId16"/>
    <p:sldId id="278" r:id="rId17"/>
    <p:sldId id="261" r:id="rId18"/>
    <p:sldId id="285" r:id="rId19"/>
    <p:sldId id="269" r:id="rId20"/>
    <p:sldId id="306" r:id="rId21"/>
    <p:sldId id="288" r:id="rId22"/>
    <p:sldId id="307" r:id="rId23"/>
    <p:sldId id="308" r:id="rId24"/>
    <p:sldId id="305" r:id="rId25"/>
    <p:sldId id="314" r:id="rId26"/>
    <p:sldId id="265" r:id="rId27"/>
    <p:sldId id="257" r:id="rId28"/>
    <p:sldId id="309" r:id="rId29"/>
    <p:sldId id="310" r:id="rId30"/>
    <p:sldId id="311" r:id="rId31"/>
    <p:sldId id="271" r:id="rId32"/>
    <p:sldId id="312" r:id="rId33"/>
    <p:sldId id="313" r:id="rId34"/>
    <p:sldId id="274" r:id="rId35"/>
    <p:sldId id="270" r:id="rId36"/>
    <p:sldId id="315" r:id="rId37"/>
    <p:sldId id="316" r:id="rId38"/>
    <p:sldId id="317" r:id="rId39"/>
    <p:sldId id="320" r:id="rId40"/>
    <p:sldId id="318" r:id="rId41"/>
    <p:sldId id="321" r:id="rId42"/>
    <p:sldId id="322" r:id="rId43"/>
    <p:sldId id="323" r:id="rId44"/>
    <p:sldId id="324" r:id="rId45"/>
    <p:sldId id="325" r:id="rId46"/>
    <p:sldId id="335" r:id="rId47"/>
    <p:sldId id="319" r:id="rId48"/>
    <p:sldId id="341" r:id="rId49"/>
    <p:sldId id="342" r:id="rId50"/>
    <p:sldId id="336" r:id="rId51"/>
    <p:sldId id="337" r:id="rId52"/>
    <p:sldId id="338" r:id="rId53"/>
    <p:sldId id="339" r:id="rId54"/>
    <p:sldId id="340" r:id="rId55"/>
    <p:sldId id="326" r:id="rId56"/>
    <p:sldId id="327" r:id="rId57"/>
    <p:sldId id="329" r:id="rId58"/>
    <p:sldId id="328" r:id="rId59"/>
    <p:sldId id="330" r:id="rId60"/>
    <p:sldId id="331" r:id="rId61"/>
    <p:sldId id="332" r:id="rId62"/>
    <p:sldId id="343" r:id="rId63"/>
    <p:sldId id="334" r:id="rId64"/>
    <p:sldId id="333" r:id="rId65"/>
    <p:sldId id="304" r:id="rId66"/>
    <p:sldId id="344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C4D"/>
    <a:srgbClr val="D1D8B7"/>
    <a:srgbClr val="A09D79"/>
    <a:srgbClr val="543E35"/>
    <a:srgbClr val="637700"/>
    <a:srgbClr val="FFF4ED"/>
    <a:srgbClr val="5E6A76"/>
    <a:srgbClr val="000000"/>
    <a:srgbClr val="F8F3F0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830"/>
  </p:normalViewPr>
  <p:slideViewPr>
    <p:cSldViewPr snapToGrid="0">
      <p:cViewPr varScale="1">
        <p:scale>
          <a:sx n="69" d="100"/>
          <a:sy n="69" d="100"/>
        </p:scale>
        <p:origin x="922" y="6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111705064"/>
        <c:axId val="1111706704"/>
      </c:barChart>
      <c:catAx>
        <c:axId val="11117050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1706704"/>
        <c:crosses val="autoZero"/>
        <c:auto val="1"/>
        <c:lblAlgn val="ctr"/>
        <c:lblOffset val="100"/>
        <c:noMultiLvlLbl val="0"/>
      </c:catAx>
      <c:valAx>
        <c:axId val="1111706704"/>
        <c:scaling>
          <c:orientation val="minMax"/>
        </c:scaling>
        <c:delete val="0"/>
        <c:axPos val="b"/>
        <c:numFmt formatCode="_(* #,##0.0_);_(* \(#,##0.0\);_(* &quot;-&quot;??_);_(@_)" sourceLinked="1"/>
        <c:majorTickMark val="none"/>
        <c:minorTickMark val="none"/>
        <c:tickLblPos val="nextTo"/>
        <c:spPr>
          <a:noFill/>
          <a:ln w="25400"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Gill Sans Nova" panose="020B0602020104020203" pitchFamily="34" charset="0"/>
                <a:ea typeface="+mn-ea"/>
                <a:cs typeface="+mn-cs"/>
              </a:defRPr>
            </a:pPr>
            <a:endParaRPr lang="en-US"/>
          </a:p>
        </c:txPr>
        <c:crossAx val="1111705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3518358375396048E-2"/>
          <c:y val="0.91065800605540348"/>
          <c:w val="0.24541970273187527"/>
          <c:h val="8.60622419454972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accent5"/>
              </a:solidFill>
              <a:latin typeface="+mn-lt"/>
              <a:ea typeface="+mn-ea"/>
              <a:cs typeface="Gill Sans Light" panose="020B0302020104020203" pitchFamily="34" charset="-79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35000"/>
          <a:lumOff val="65000"/>
        </a:schemeClr>
      </a:solidFill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dk1"/>
    </cs:fontRef>
    <cs:spPr>
      <a:noFill/>
      <a:ln w="25400" cap="flat" cmpd="sng" algn="ctr">
        <a:solidFill>
          <a:schemeClr val="phClr"/>
        </a:solidFill>
        <a:miter lim="800000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flat" cmpd="sng" algn="ctr">
        <a:solidFill>
          <a:schemeClr val="phClr"/>
        </a:solidFill>
        <a:miter lim="800000"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1"/>
    <cs:effectRef idx="0"/>
    <cs:fontRef idx="minor">
      <a:schemeClr val="tx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hyperlink" Target="https://en.m.wikipedia.org/wiki/P_(complexity)" TargetMode="Externa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m.wikipedia.org/wiki/Reduction_(complexity)" TargetMode="External"/><Relationship Id="rId2" Type="http://schemas.openxmlformats.org/officeDocument/2006/relationships/hyperlink" Target="https://en.m.wikipedia.org/wiki/Computational_complexity_theory" TargetMode="External"/><Relationship Id="rId1" Type="http://schemas.openxmlformats.org/officeDocument/2006/relationships/hyperlink" Target="https://en.m.wikipedia.org/wiki/NP_(complexity)" TargetMode="External"/><Relationship Id="rId4" Type="http://schemas.openxmlformats.org/officeDocument/2006/relationships/hyperlink" Target="https://en.m.wikipedia.org/wiki/Polynomial_time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en.m.wikipedia.org/wiki/P_(complexity)" TargetMode="External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m.wikipedia.org/wiki/Reduction_(complexity)" TargetMode="External"/><Relationship Id="rId2" Type="http://schemas.openxmlformats.org/officeDocument/2006/relationships/hyperlink" Target="https://en.m.wikipedia.org/wiki/Computational_complexity_theory" TargetMode="External"/><Relationship Id="rId1" Type="http://schemas.openxmlformats.org/officeDocument/2006/relationships/hyperlink" Target="https://en.m.wikipedia.org/wiki/NP_(complexity)" TargetMode="External"/><Relationship Id="rId4" Type="http://schemas.openxmlformats.org/officeDocument/2006/relationships/hyperlink" Target="https://en.m.wikipedia.org/wiki/Polynomial_tim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3A1D85-3690-4A28-ABFE-5960A9FAD88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04B708-3CAB-4CF6-97E4-D41F4EB6F916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400" b="0">
              <a:latin typeface="Times New Roman" panose="02020603050405020304" pitchFamily="18" charset="0"/>
              <a:cs typeface="Times New Roman" panose="02020603050405020304" pitchFamily="18" charset="0"/>
            </a:rPr>
            <a:t>Algorithm complexity can be expressed in Order notation, e.g. “at what rate does work grow with N?”:</a:t>
          </a:r>
        </a:p>
      </dgm:t>
    </dgm:pt>
    <dgm:pt modelId="{1BF9C5CB-C2E7-4887-BB97-4AA9E770844F}" type="parTrans" cxnId="{FA28B324-9F89-432A-9601-540EAA0C6EA2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BEC0C3-25CB-4D19-97C0-0D2D24B9255C}" type="sibTrans" cxnId="{FA28B324-9F89-432A-9601-540EAA0C6EA2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B22716-3700-4015-8492-FD42F3F1CF01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b="0">
              <a:latin typeface="Times New Roman" panose="02020603050405020304" pitchFamily="18" charset="0"/>
              <a:cs typeface="Times New Roman" panose="02020603050405020304" pitchFamily="18" charset="0"/>
            </a:rPr>
            <a:t>O(1)	Constant</a:t>
          </a:r>
        </a:p>
      </dgm:t>
    </dgm:pt>
    <dgm:pt modelId="{082A0855-BC34-4487-AC3D-2B3124FB77B3}" type="parTrans" cxnId="{5EA6A8BA-5ADC-4EA6-99DD-FCD5FF4B086D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1DE7E1-7213-41DD-BDB1-38C4BC43DFB4}" type="sibTrans" cxnId="{5EA6A8BA-5ADC-4EA6-99DD-FCD5FF4B086D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B197D6-D5EE-476B-8D3F-C1653C53380B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b="0">
              <a:latin typeface="Times New Roman" panose="02020603050405020304" pitchFamily="18" charset="0"/>
              <a:cs typeface="Times New Roman" panose="02020603050405020304" pitchFamily="18" charset="0"/>
            </a:rPr>
            <a:t>O(logN)	Sub-linear</a:t>
          </a:r>
        </a:p>
      </dgm:t>
    </dgm:pt>
    <dgm:pt modelId="{496FBE29-87E0-4EB5-9303-53F249EB5AEC}" type="parTrans" cxnId="{D8292CD2-29E6-4F72-BCDD-3584717216C6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0C09BE-99A8-42BC-B640-EA11937BBD52}" type="sibTrans" cxnId="{D8292CD2-29E6-4F72-BCDD-3584717216C6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8C3AD1-D9B3-4159-BAC3-C19155697D79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b="0">
              <a:latin typeface="Times New Roman" panose="02020603050405020304" pitchFamily="18" charset="0"/>
              <a:cs typeface="Times New Roman" panose="02020603050405020304" pitchFamily="18" charset="0"/>
            </a:rPr>
            <a:t>O(N)	Linear</a:t>
          </a:r>
        </a:p>
      </dgm:t>
    </dgm:pt>
    <dgm:pt modelId="{10B36650-0830-4F04-A8C3-A4EFB72F54F7}" type="parTrans" cxnId="{9CD1A7C7-CE29-45B0-92D5-4E71D77CE8A0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1672E0-38EB-47EC-8C91-ADC8D45EAB2E}" type="sibTrans" cxnId="{9CD1A7C7-CE29-45B0-92D5-4E71D77CE8A0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F34007-8B0D-4D2E-B436-D81B632782BE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b="0">
              <a:latin typeface="Times New Roman" panose="02020603050405020304" pitchFamily="18" charset="0"/>
              <a:cs typeface="Times New Roman" panose="02020603050405020304" pitchFamily="18" charset="0"/>
            </a:rPr>
            <a:t>O(NlogN)	Nearly linear</a:t>
          </a:r>
        </a:p>
      </dgm:t>
    </dgm:pt>
    <dgm:pt modelId="{26A2BE79-BBBE-42F7-8973-06D753D5F748}" type="parTrans" cxnId="{62B16E27-2978-48E9-850D-9F00CEF99F20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389024-B7FB-4750-A1E5-77C6499E57AE}" type="sibTrans" cxnId="{62B16E27-2978-48E9-850D-9F00CEF99F20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EEF2A0-399A-4C57-96F1-6E16316369D5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b="0">
              <a:latin typeface="Times New Roman" panose="02020603050405020304" pitchFamily="18" charset="0"/>
              <a:cs typeface="Times New Roman" panose="02020603050405020304" pitchFamily="18" charset="0"/>
            </a:rPr>
            <a:t>O(N</a:t>
          </a:r>
          <a:r>
            <a:rPr lang="en-US" sz="2000" b="0" baseline="3000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n-US" sz="2000" b="0">
              <a:latin typeface="Times New Roman" panose="02020603050405020304" pitchFamily="18" charset="0"/>
              <a:cs typeface="Times New Roman" panose="02020603050405020304" pitchFamily="18" charset="0"/>
            </a:rPr>
            <a:t>)	Quadratic</a:t>
          </a:r>
        </a:p>
      </dgm:t>
    </dgm:pt>
    <dgm:pt modelId="{3278F373-356E-42DD-928F-17E51A36A279}" type="parTrans" cxnId="{E14EE122-17B1-4D24-8B7C-3B8E32E04648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3428B2-A909-4C8C-B7DC-E342F2D0F7AA}" type="sibTrans" cxnId="{E14EE122-17B1-4D24-8B7C-3B8E32E04648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15D594-1540-4196-8BA6-FF355E7FEAF4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b="0">
              <a:latin typeface="Times New Roman" panose="02020603050405020304" pitchFamily="18" charset="0"/>
              <a:cs typeface="Times New Roman" panose="02020603050405020304" pitchFamily="18" charset="0"/>
            </a:rPr>
            <a:t>O(X</a:t>
          </a:r>
          <a:r>
            <a:rPr lang="en-US" sz="2000" b="0" baseline="30000"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n-US" sz="2000" b="0">
              <a:latin typeface="Times New Roman" panose="02020603050405020304" pitchFamily="18" charset="0"/>
              <a:cs typeface="Times New Roman" panose="02020603050405020304" pitchFamily="18" charset="0"/>
            </a:rPr>
            <a:t>)	Exponential</a:t>
          </a:r>
        </a:p>
      </dgm:t>
    </dgm:pt>
    <dgm:pt modelId="{4FA03300-B873-4348-91A3-4C6764CF4918}" type="parTrans" cxnId="{96453080-2DFF-488A-900B-AAC0F5B60FF6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4DF652-0219-492C-BB44-BA31AAF9C0C9}" type="sibTrans" cxnId="{96453080-2DFF-488A-900B-AAC0F5B60FF6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78A686-1C15-4735-A922-934F1493F662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400" b="0" dirty="0">
              <a:latin typeface="Times New Roman" panose="02020603050405020304" pitchFamily="18" charset="0"/>
              <a:cs typeface="Times New Roman" panose="02020603050405020304" pitchFamily="18" charset="0"/>
            </a:rPr>
            <a:t>But, for a given problem, how do we know if a better algorithm is possible?</a:t>
          </a:r>
        </a:p>
      </dgm:t>
    </dgm:pt>
    <dgm:pt modelId="{00236EAA-DBAA-46C1-B0D1-F6C26E8B9002}" type="parTrans" cxnId="{25A55636-2266-408A-BD07-10703B86CFE1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5C4B5F-AB7E-4FC3-8F62-C4AF4B6E4F8A}" type="sibTrans" cxnId="{25A55636-2266-408A-BD07-10703B86CFE1}">
      <dgm:prSet/>
      <dgm:spPr/>
      <dgm:t>
        <a:bodyPr/>
        <a:lstStyle/>
        <a:p>
          <a:pPr>
            <a:lnSpc>
              <a:spcPct val="150000"/>
            </a:lnSpc>
          </a:pPr>
          <a:endParaRPr lang="en-US" sz="1600" b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4644E-F48F-41F9-AE62-884E9F151359}" type="pres">
      <dgm:prSet presAssocID="{233A1D85-3690-4A28-ABFE-5960A9FAD884}" presName="linear" presStyleCnt="0">
        <dgm:presLayoutVars>
          <dgm:animLvl val="lvl"/>
          <dgm:resizeHandles val="exact"/>
        </dgm:presLayoutVars>
      </dgm:prSet>
      <dgm:spPr/>
    </dgm:pt>
    <dgm:pt modelId="{735539B8-DC41-4923-A544-67667F91D957}" type="pres">
      <dgm:prSet presAssocID="{CD04B708-3CAB-4CF6-97E4-D41F4EB6F91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CC1351E-F0E4-4573-87D6-3D6840E119AD}" type="pres">
      <dgm:prSet presAssocID="{CD04B708-3CAB-4CF6-97E4-D41F4EB6F916}" presName="childText" presStyleLbl="revTx" presStyleIdx="0" presStyleCnt="1">
        <dgm:presLayoutVars>
          <dgm:bulletEnabled val="1"/>
        </dgm:presLayoutVars>
      </dgm:prSet>
      <dgm:spPr/>
    </dgm:pt>
    <dgm:pt modelId="{9A61F044-D086-4DC5-A894-E0BA7EF7E474}" type="pres">
      <dgm:prSet presAssocID="{A678A686-1C15-4735-A922-934F1493F66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80D2E10-D7B2-46B2-982F-95C72A482653}" type="presOf" srcId="{51EEF2A0-399A-4C57-96F1-6E16316369D5}" destId="{2CC1351E-F0E4-4573-87D6-3D6840E119AD}" srcOrd="0" destOrd="4" presId="urn:microsoft.com/office/officeart/2005/8/layout/vList2"/>
    <dgm:cxn modelId="{E14EE122-17B1-4D24-8B7C-3B8E32E04648}" srcId="{CD04B708-3CAB-4CF6-97E4-D41F4EB6F916}" destId="{51EEF2A0-399A-4C57-96F1-6E16316369D5}" srcOrd="4" destOrd="0" parTransId="{3278F373-356E-42DD-928F-17E51A36A279}" sibTransId="{3A3428B2-A909-4C8C-B7DC-E342F2D0F7AA}"/>
    <dgm:cxn modelId="{FA28B324-9F89-432A-9601-540EAA0C6EA2}" srcId="{233A1D85-3690-4A28-ABFE-5960A9FAD884}" destId="{CD04B708-3CAB-4CF6-97E4-D41F4EB6F916}" srcOrd="0" destOrd="0" parTransId="{1BF9C5CB-C2E7-4887-BB97-4AA9E770844F}" sibTransId="{A8BEC0C3-25CB-4D19-97C0-0D2D24B9255C}"/>
    <dgm:cxn modelId="{62B16E27-2978-48E9-850D-9F00CEF99F20}" srcId="{CD04B708-3CAB-4CF6-97E4-D41F4EB6F916}" destId="{20F34007-8B0D-4D2E-B436-D81B632782BE}" srcOrd="3" destOrd="0" parTransId="{26A2BE79-BBBE-42F7-8973-06D753D5F748}" sibTransId="{76389024-B7FB-4750-A1E5-77C6499E57AE}"/>
    <dgm:cxn modelId="{25A55636-2266-408A-BD07-10703B86CFE1}" srcId="{233A1D85-3690-4A28-ABFE-5960A9FAD884}" destId="{A678A686-1C15-4735-A922-934F1493F662}" srcOrd="1" destOrd="0" parTransId="{00236EAA-DBAA-46C1-B0D1-F6C26E8B9002}" sibTransId="{7A5C4B5F-AB7E-4FC3-8F62-C4AF4B6E4F8A}"/>
    <dgm:cxn modelId="{EC084B44-BC9F-4CDA-96EB-194EE4974A3D}" type="presOf" srcId="{233A1D85-3690-4A28-ABFE-5960A9FAD884}" destId="{BBB4644E-F48F-41F9-AE62-884E9F151359}" srcOrd="0" destOrd="0" presId="urn:microsoft.com/office/officeart/2005/8/layout/vList2"/>
    <dgm:cxn modelId="{0769386D-2180-4033-98D8-51463FA20AD7}" type="presOf" srcId="{748C3AD1-D9B3-4159-BAC3-C19155697D79}" destId="{2CC1351E-F0E4-4573-87D6-3D6840E119AD}" srcOrd="0" destOrd="2" presId="urn:microsoft.com/office/officeart/2005/8/layout/vList2"/>
    <dgm:cxn modelId="{38E57077-05A3-48EC-9559-35E4D047D22C}" type="presOf" srcId="{CD04B708-3CAB-4CF6-97E4-D41F4EB6F916}" destId="{735539B8-DC41-4923-A544-67667F91D957}" srcOrd="0" destOrd="0" presId="urn:microsoft.com/office/officeart/2005/8/layout/vList2"/>
    <dgm:cxn modelId="{96453080-2DFF-488A-900B-AAC0F5B60FF6}" srcId="{CD04B708-3CAB-4CF6-97E4-D41F4EB6F916}" destId="{1215D594-1540-4196-8BA6-FF355E7FEAF4}" srcOrd="5" destOrd="0" parTransId="{4FA03300-B873-4348-91A3-4C6764CF4918}" sibTransId="{9F4DF652-0219-492C-BB44-BA31AAF9C0C9}"/>
    <dgm:cxn modelId="{BADFB29B-B76F-4449-8E73-3C416F043249}" type="presOf" srcId="{A678A686-1C15-4735-A922-934F1493F662}" destId="{9A61F044-D086-4DC5-A894-E0BA7EF7E474}" srcOrd="0" destOrd="0" presId="urn:microsoft.com/office/officeart/2005/8/layout/vList2"/>
    <dgm:cxn modelId="{025D31B9-4DB0-4169-B17D-4C216C6AF7DC}" type="presOf" srcId="{46B22716-3700-4015-8492-FD42F3F1CF01}" destId="{2CC1351E-F0E4-4573-87D6-3D6840E119AD}" srcOrd="0" destOrd="0" presId="urn:microsoft.com/office/officeart/2005/8/layout/vList2"/>
    <dgm:cxn modelId="{5EA6A8BA-5ADC-4EA6-99DD-FCD5FF4B086D}" srcId="{CD04B708-3CAB-4CF6-97E4-D41F4EB6F916}" destId="{46B22716-3700-4015-8492-FD42F3F1CF01}" srcOrd="0" destOrd="0" parTransId="{082A0855-BC34-4487-AC3D-2B3124FB77B3}" sibTransId="{541DE7E1-7213-41DD-BDB1-38C4BC43DFB4}"/>
    <dgm:cxn modelId="{9CD1A7C7-CE29-45B0-92D5-4E71D77CE8A0}" srcId="{CD04B708-3CAB-4CF6-97E4-D41F4EB6F916}" destId="{748C3AD1-D9B3-4159-BAC3-C19155697D79}" srcOrd="2" destOrd="0" parTransId="{10B36650-0830-4F04-A8C3-A4EFB72F54F7}" sibTransId="{351672E0-38EB-47EC-8C91-ADC8D45EAB2E}"/>
    <dgm:cxn modelId="{D8292CD2-29E6-4F72-BCDD-3584717216C6}" srcId="{CD04B708-3CAB-4CF6-97E4-D41F4EB6F916}" destId="{71B197D6-D5EE-476B-8D3F-C1653C53380B}" srcOrd="1" destOrd="0" parTransId="{496FBE29-87E0-4EB5-9303-53F249EB5AEC}" sibTransId="{D30C09BE-99A8-42BC-B640-EA11937BBD52}"/>
    <dgm:cxn modelId="{2BAB54E2-1419-4253-902D-17965E8B6321}" type="presOf" srcId="{20F34007-8B0D-4D2E-B436-D81B632782BE}" destId="{2CC1351E-F0E4-4573-87D6-3D6840E119AD}" srcOrd="0" destOrd="3" presId="urn:microsoft.com/office/officeart/2005/8/layout/vList2"/>
    <dgm:cxn modelId="{7A6F70F6-D0BD-4FE4-A4C9-B8BFE0255B52}" type="presOf" srcId="{1215D594-1540-4196-8BA6-FF355E7FEAF4}" destId="{2CC1351E-F0E4-4573-87D6-3D6840E119AD}" srcOrd="0" destOrd="5" presId="urn:microsoft.com/office/officeart/2005/8/layout/vList2"/>
    <dgm:cxn modelId="{F52FC9FE-DB0C-4C4D-8BFD-FA62534FFC7C}" type="presOf" srcId="{71B197D6-D5EE-476B-8D3F-C1653C53380B}" destId="{2CC1351E-F0E4-4573-87D6-3D6840E119AD}" srcOrd="0" destOrd="1" presId="urn:microsoft.com/office/officeart/2005/8/layout/vList2"/>
    <dgm:cxn modelId="{800B0B44-3F93-4ADF-BC7E-910AFFA6F6F0}" type="presParOf" srcId="{BBB4644E-F48F-41F9-AE62-884E9F151359}" destId="{735539B8-DC41-4923-A544-67667F91D957}" srcOrd="0" destOrd="0" presId="urn:microsoft.com/office/officeart/2005/8/layout/vList2"/>
    <dgm:cxn modelId="{1B89443C-A945-4BF7-A4A3-9D9C57F3F0D1}" type="presParOf" srcId="{BBB4644E-F48F-41F9-AE62-884E9F151359}" destId="{2CC1351E-F0E4-4573-87D6-3D6840E119AD}" srcOrd="1" destOrd="0" presId="urn:microsoft.com/office/officeart/2005/8/layout/vList2"/>
    <dgm:cxn modelId="{45E18428-3B1A-434A-8DE6-21FFB5D29B04}" type="presParOf" srcId="{BBB4644E-F48F-41F9-AE62-884E9F151359}" destId="{9A61F044-D086-4DC5-A894-E0BA7EF7E47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060CA6-75AF-4B79-A49F-CD653E78B3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30CCBB2-2487-4E87-8540-90CFF13293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2">
                  <a:lumMod val="1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rPr>
            <a:t>Most algorithms we have studied are </a:t>
          </a:r>
          <a:r>
            <a:rPr lang="en-US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polynomial time algorithms</a:t>
          </a:r>
        </a:p>
      </dgm:t>
    </dgm:pt>
    <dgm:pt modelId="{8252475E-BDE8-433A-B724-EA4411237AC7}" type="parTrans" cxnId="{41CE75E6-3A25-4EBE-B8DD-334F7AC050A3}">
      <dgm:prSet/>
      <dgm:spPr/>
      <dgm:t>
        <a:bodyPr/>
        <a:lstStyle/>
        <a:p>
          <a:pPr algn="just"/>
          <a:endParaRPr lang="en-US">
            <a:solidFill>
              <a:schemeClr val="bg2">
                <a:lumMod val="10000"/>
              </a:schemeClr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A111E2EF-432B-4460-BD2F-5237258B62C3}" type="sibTrans" cxnId="{41CE75E6-3A25-4EBE-B8DD-334F7AC050A3}">
      <dgm:prSet/>
      <dgm:spPr/>
      <dgm:t>
        <a:bodyPr/>
        <a:lstStyle/>
        <a:p>
          <a:pPr algn="just"/>
          <a:endParaRPr lang="en-US">
            <a:solidFill>
              <a:schemeClr val="bg2">
                <a:lumMod val="10000"/>
              </a:schemeClr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14B2D585-3975-4614-982F-E9FE76981D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>
              <a:solidFill>
                <a:schemeClr val="bg2">
                  <a:lumMod val="1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rPr>
            <a:t>That is -on inputs of size n, their </a:t>
          </a:r>
          <a:r>
            <a:rPr lang="en-US" b="0" i="0" baseline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worst-case running time is O(</a:t>
          </a:r>
          <a:r>
            <a:rPr lang="en-US" b="0" i="0" baseline="0" dirty="0" err="1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n</a:t>
          </a:r>
          <a:r>
            <a:rPr lang="en-US" b="0" i="0" baseline="30000" dirty="0" err="1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k</a:t>
          </a:r>
          <a:r>
            <a:rPr lang="en-US" b="0" i="0" baseline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 )for some constant k.</a:t>
          </a:r>
          <a:endParaRPr lang="en-US" dirty="0">
            <a:solidFill>
              <a:srgbClr val="C0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C1A702B9-CE9C-483E-928B-91CE74A69613}" type="parTrans" cxnId="{B4C6C5AE-6792-451F-A5CD-59FDF2324D78}">
      <dgm:prSet/>
      <dgm:spPr/>
      <dgm:t>
        <a:bodyPr/>
        <a:lstStyle/>
        <a:p>
          <a:pPr algn="just"/>
          <a:endParaRPr lang="en-US">
            <a:solidFill>
              <a:schemeClr val="bg2">
                <a:lumMod val="10000"/>
              </a:schemeClr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281F1944-127A-4DEE-8598-01151A8E56BB}" type="sibTrans" cxnId="{B4C6C5AE-6792-451F-A5CD-59FDF2324D78}">
      <dgm:prSet/>
      <dgm:spPr/>
      <dgm:t>
        <a:bodyPr/>
        <a:lstStyle/>
        <a:p>
          <a:pPr algn="just"/>
          <a:endParaRPr lang="en-US">
            <a:solidFill>
              <a:schemeClr val="bg2">
                <a:lumMod val="10000"/>
              </a:schemeClr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B5AD5873-0E3A-4E4B-9759-EEBCD3AE59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2">
                  <a:lumMod val="1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rPr>
            <a:t>problems that are solvable by </a:t>
          </a:r>
          <a:r>
            <a:rPr lang="en-US" b="1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polynomial-time algorithms as being tractable or easy</a:t>
          </a:r>
        </a:p>
      </dgm:t>
    </dgm:pt>
    <dgm:pt modelId="{405AD71F-EC81-48FA-BC1D-902C3F7B3BD2}" type="parTrans" cxnId="{F7A641F4-674A-4EDE-B7F1-D8FADD7D4E32}">
      <dgm:prSet/>
      <dgm:spPr/>
      <dgm:t>
        <a:bodyPr/>
        <a:lstStyle/>
        <a:p>
          <a:endParaRPr lang="en-US">
            <a:solidFill>
              <a:schemeClr val="bg2">
                <a:lumMod val="10000"/>
              </a:schemeClr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FEEE57A5-414D-41A7-B212-DF445629FA20}" type="sibTrans" cxnId="{F7A641F4-674A-4EDE-B7F1-D8FADD7D4E32}">
      <dgm:prSet/>
      <dgm:spPr/>
      <dgm:t>
        <a:bodyPr/>
        <a:lstStyle/>
        <a:p>
          <a:endParaRPr lang="en-US">
            <a:solidFill>
              <a:schemeClr val="bg2">
                <a:lumMod val="10000"/>
              </a:schemeClr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F4CC2D4B-CCF9-483B-8328-20C1555D17FE}" type="pres">
      <dgm:prSet presAssocID="{0A060CA6-75AF-4B79-A49F-CD653E78B3A0}" presName="root" presStyleCnt="0">
        <dgm:presLayoutVars>
          <dgm:dir/>
          <dgm:resizeHandles val="exact"/>
        </dgm:presLayoutVars>
      </dgm:prSet>
      <dgm:spPr/>
    </dgm:pt>
    <dgm:pt modelId="{2B710708-9A71-43F5-9D84-1991C55A1E29}" type="pres">
      <dgm:prSet presAssocID="{030CCBB2-2487-4E87-8540-90CFF132935C}" presName="compNode" presStyleCnt="0"/>
      <dgm:spPr/>
    </dgm:pt>
    <dgm:pt modelId="{C66DD900-B3C3-47EE-803C-6A9AB082FFB0}" type="pres">
      <dgm:prSet presAssocID="{030CCBB2-2487-4E87-8540-90CFF132935C}" presName="bgRect" presStyleLbl="bgShp" presStyleIdx="0" presStyleCnt="3"/>
      <dgm:spPr/>
    </dgm:pt>
    <dgm:pt modelId="{E9D1E6AC-3408-4C46-AD9D-17B84ECDF551}" type="pres">
      <dgm:prSet presAssocID="{030CCBB2-2487-4E87-8540-90CFF132935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0FAADC1-73A5-42BD-865A-1DB77D5AA673}" type="pres">
      <dgm:prSet presAssocID="{030CCBB2-2487-4E87-8540-90CFF132935C}" presName="spaceRect" presStyleCnt="0"/>
      <dgm:spPr/>
    </dgm:pt>
    <dgm:pt modelId="{D2C7A65E-5387-4CED-9EEF-6980E229C0CE}" type="pres">
      <dgm:prSet presAssocID="{030CCBB2-2487-4E87-8540-90CFF132935C}" presName="parTx" presStyleLbl="revTx" presStyleIdx="0" presStyleCnt="3">
        <dgm:presLayoutVars>
          <dgm:chMax val="0"/>
          <dgm:chPref val="0"/>
        </dgm:presLayoutVars>
      </dgm:prSet>
      <dgm:spPr/>
    </dgm:pt>
    <dgm:pt modelId="{33D6883A-297F-4D9D-90AB-A042CB9C427A}" type="pres">
      <dgm:prSet presAssocID="{A111E2EF-432B-4460-BD2F-5237258B62C3}" presName="sibTrans" presStyleCnt="0"/>
      <dgm:spPr/>
    </dgm:pt>
    <dgm:pt modelId="{F3389F4B-3FCB-422A-9FAD-3CDCFBE6B726}" type="pres">
      <dgm:prSet presAssocID="{14B2D585-3975-4614-982F-E9FE76981D46}" presName="compNode" presStyleCnt="0"/>
      <dgm:spPr/>
    </dgm:pt>
    <dgm:pt modelId="{9300AB30-5941-4576-AC19-F6DED5D8D88D}" type="pres">
      <dgm:prSet presAssocID="{14B2D585-3975-4614-982F-E9FE76981D46}" presName="bgRect" presStyleLbl="bgShp" presStyleIdx="1" presStyleCnt="3"/>
      <dgm:spPr/>
    </dgm:pt>
    <dgm:pt modelId="{2BC10736-5C0A-4A3A-966F-285B50F0003A}" type="pres">
      <dgm:prSet presAssocID="{14B2D585-3975-4614-982F-E9FE76981D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ECAC5135-9DA4-49D6-A557-57F2813DAE9A}" type="pres">
      <dgm:prSet presAssocID="{14B2D585-3975-4614-982F-E9FE76981D46}" presName="spaceRect" presStyleCnt="0"/>
      <dgm:spPr/>
    </dgm:pt>
    <dgm:pt modelId="{A1607404-FD5B-48CB-95D3-875D5FAF0391}" type="pres">
      <dgm:prSet presAssocID="{14B2D585-3975-4614-982F-E9FE76981D46}" presName="parTx" presStyleLbl="revTx" presStyleIdx="1" presStyleCnt="3">
        <dgm:presLayoutVars>
          <dgm:chMax val="0"/>
          <dgm:chPref val="0"/>
        </dgm:presLayoutVars>
      </dgm:prSet>
      <dgm:spPr/>
    </dgm:pt>
    <dgm:pt modelId="{06F15E3A-C186-4D07-B993-8EE07D580FB6}" type="pres">
      <dgm:prSet presAssocID="{281F1944-127A-4DEE-8598-01151A8E56BB}" presName="sibTrans" presStyleCnt="0"/>
      <dgm:spPr/>
    </dgm:pt>
    <dgm:pt modelId="{83DC4C4B-3E0D-47F1-969D-BFBC4F5463BE}" type="pres">
      <dgm:prSet presAssocID="{B5AD5873-0E3A-4E4B-9759-EEBCD3AE59D6}" presName="compNode" presStyleCnt="0"/>
      <dgm:spPr/>
    </dgm:pt>
    <dgm:pt modelId="{900ED638-4166-4177-AEBE-C15357BD4F22}" type="pres">
      <dgm:prSet presAssocID="{B5AD5873-0E3A-4E4B-9759-EEBCD3AE59D6}" presName="bgRect" presStyleLbl="bgShp" presStyleIdx="2" presStyleCnt="3"/>
      <dgm:spPr/>
    </dgm:pt>
    <dgm:pt modelId="{7B08862E-3977-4C4B-A2DF-573027340F9A}" type="pres">
      <dgm:prSet presAssocID="{B5AD5873-0E3A-4E4B-9759-EEBCD3AE59D6}" presName="iconRect" presStyleLbl="node1" presStyleIdx="2" presStyleCnt="3"/>
      <dgm:spPr/>
    </dgm:pt>
    <dgm:pt modelId="{3D055B82-882F-4C11-8EA3-DB0F4933914D}" type="pres">
      <dgm:prSet presAssocID="{B5AD5873-0E3A-4E4B-9759-EEBCD3AE59D6}" presName="spaceRect" presStyleCnt="0"/>
      <dgm:spPr/>
    </dgm:pt>
    <dgm:pt modelId="{D55D8996-82E6-4EE7-9D9A-F255B82A7EDC}" type="pres">
      <dgm:prSet presAssocID="{B5AD5873-0E3A-4E4B-9759-EEBCD3AE59D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073D975-9090-4DE1-8B3D-8B18DA03AC36}" type="presOf" srcId="{030CCBB2-2487-4E87-8540-90CFF132935C}" destId="{D2C7A65E-5387-4CED-9EEF-6980E229C0CE}" srcOrd="0" destOrd="0" presId="urn:microsoft.com/office/officeart/2018/2/layout/IconVerticalSolidList"/>
    <dgm:cxn modelId="{1967FC90-E018-409B-8A7C-E5E0BD904EDA}" type="presOf" srcId="{14B2D585-3975-4614-982F-E9FE76981D46}" destId="{A1607404-FD5B-48CB-95D3-875D5FAF0391}" srcOrd="0" destOrd="0" presId="urn:microsoft.com/office/officeart/2018/2/layout/IconVerticalSolidList"/>
    <dgm:cxn modelId="{E3481893-9E63-46B4-9E12-800EDA058714}" type="presOf" srcId="{B5AD5873-0E3A-4E4B-9759-EEBCD3AE59D6}" destId="{D55D8996-82E6-4EE7-9D9A-F255B82A7EDC}" srcOrd="0" destOrd="0" presId="urn:microsoft.com/office/officeart/2018/2/layout/IconVerticalSolidList"/>
    <dgm:cxn modelId="{B4C6C5AE-6792-451F-A5CD-59FDF2324D78}" srcId="{0A060CA6-75AF-4B79-A49F-CD653E78B3A0}" destId="{14B2D585-3975-4614-982F-E9FE76981D46}" srcOrd="1" destOrd="0" parTransId="{C1A702B9-CE9C-483E-928B-91CE74A69613}" sibTransId="{281F1944-127A-4DEE-8598-01151A8E56BB}"/>
    <dgm:cxn modelId="{41CE75E6-3A25-4EBE-B8DD-334F7AC050A3}" srcId="{0A060CA6-75AF-4B79-A49F-CD653E78B3A0}" destId="{030CCBB2-2487-4E87-8540-90CFF132935C}" srcOrd="0" destOrd="0" parTransId="{8252475E-BDE8-433A-B724-EA4411237AC7}" sibTransId="{A111E2EF-432B-4460-BD2F-5237258B62C3}"/>
    <dgm:cxn modelId="{D96697E6-FC20-42E7-B884-3E648D96C5F8}" type="presOf" srcId="{0A060CA6-75AF-4B79-A49F-CD653E78B3A0}" destId="{F4CC2D4B-CCF9-483B-8328-20C1555D17FE}" srcOrd="0" destOrd="0" presId="urn:microsoft.com/office/officeart/2018/2/layout/IconVerticalSolidList"/>
    <dgm:cxn modelId="{F7A641F4-674A-4EDE-B7F1-D8FADD7D4E32}" srcId="{0A060CA6-75AF-4B79-A49F-CD653E78B3A0}" destId="{B5AD5873-0E3A-4E4B-9759-EEBCD3AE59D6}" srcOrd="2" destOrd="0" parTransId="{405AD71F-EC81-48FA-BC1D-902C3F7B3BD2}" sibTransId="{FEEE57A5-414D-41A7-B212-DF445629FA20}"/>
    <dgm:cxn modelId="{FA836622-BF68-473C-8F4B-946A4BCB8179}" type="presParOf" srcId="{F4CC2D4B-CCF9-483B-8328-20C1555D17FE}" destId="{2B710708-9A71-43F5-9D84-1991C55A1E29}" srcOrd="0" destOrd="0" presId="urn:microsoft.com/office/officeart/2018/2/layout/IconVerticalSolidList"/>
    <dgm:cxn modelId="{5E1E80B9-8A1D-4047-AF63-C8A1E86B6D6F}" type="presParOf" srcId="{2B710708-9A71-43F5-9D84-1991C55A1E29}" destId="{C66DD900-B3C3-47EE-803C-6A9AB082FFB0}" srcOrd="0" destOrd="0" presId="urn:microsoft.com/office/officeart/2018/2/layout/IconVerticalSolidList"/>
    <dgm:cxn modelId="{F2A95B8E-9375-4892-BAE5-E9B335CFFDC0}" type="presParOf" srcId="{2B710708-9A71-43F5-9D84-1991C55A1E29}" destId="{E9D1E6AC-3408-4C46-AD9D-17B84ECDF551}" srcOrd="1" destOrd="0" presId="urn:microsoft.com/office/officeart/2018/2/layout/IconVerticalSolidList"/>
    <dgm:cxn modelId="{EEADF5AF-FC14-4F6D-887C-DBFB0D93CAC6}" type="presParOf" srcId="{2B710708-9A71-43F5-9D84-1991C55A1E29}" destId="{80FAADC1-73A5-42BD-865A-1DB77D5AA673}" srcOrd="2" destOrd="0" presId="urn:microsoft.com/office/officeart/2018/2/layout/IconVerticalSolidList"/>
    <dgm:cxn modelId="{420C7E57-E565-4208-8DEA-2B36C6C1FE6A}" type="presParOf" srcId="{2B710708-9A71-43F5-9D84-1991C55A1E29}" destId="{D2C7A65E-5387-4CED-9EEF-6980E229C0CE}" srcOrd="3" destOrd="0" presId="urn:microsoft.com/office/officeart/2018/2/layout/IconVerticalSolidList"/>
    <dgm:cxn modelId="{91577B5B-F0DB-46DA-9F85-BDA8FE3DCFEF}" type="presParOf" srcId="{F4CC2D4B-CCF9-483B-8328-20C1555D17FE}" destId="{33D6883A-297F-4D9D-90AB-A042CB9C427A}" srcOrd="1" destOrd="0" presId="urn:microsoft.com/office/officeart/2018/2/layout/IconVerticalSolidList"/>
    <dgm:cxn modelId="{05E004AA-87CF-4050-AABD-68B839CB4405}" type="presParOf" srcId="{F4CC2D4B-CCF9-483B-8328-20C1555D17FE}" destId="{F3389F4B-3FCB-422A-9FAD-3CDCFBE6B726}" srcOrd="2" destOrd="0" presId="urn:microsoft.com/office/officeart/2018/2/layout/IconVerticalSolidList"/>
    <dgm:cxn modelId="{F3BC2572-AB20-4198-8B37-8C9656113DEF}" type="presParOf" srcId="{F3389F4B-3FCB-422A-9FAD-3CDCFBE6B726}" destId="{9300AB30-5941-4576-AC19-F6DED5D8D88D}" srcOrd="0" destOrd="0" presId="urn:microsoft.com/office/officeart/2018/2/layout/IconVerticalSolidList"/>
    <dgm:cxn modelId="{F9A12881-5336-494E-8A74-B17968E0FC9B}" type="presParOf" srcId="{F3389F4B-3FCB-422A-9FAD-3CDCFBE6B726}" destId="{2BC10736-5C0A-4A3A-966F-285B50F0003A}" srcOrd="1" destOrd="0" presId="urn:microsoft.com/office/officeart/2018/2/layout/IconVerticalSolidList"/>
    <dgm:cxn modelId="{50BD0746-53FB-48C8-8CB1-AA23804259ED}" type="presParOf" srcId="{F3389F4B-3FCB-422A-9FAD-3CDCFBE6B726}" destId="{ECAC5135-9DA4-49D6-A557-57F2813DAE9A}" srcOrd="2" destOrd="0" presId="urn:microsoft.com/office/officeart/2018/2/layout/IconVerticalSolidList"/>
    <dgm:cxn modelId="{004B34B7-B36F-4F97-9CA3-41A99F00EFFA}" type="presParOf" srcId="{F3389F4B-3FCB-422A-9FAD-3CDCFBE6B726}" destId="{A1607404-FD5B-48CB-95D3-875D5FAF0391}" srcOrd="3" destOrd="0" presId="urn:microsoft.com/office/officeart/2018/2/layout/IconVerticalSolidList"/>
    <dgm:cxn modelId="{349351CC-F56D-464B-8251-CD0E8EAC60F4}" type="presParOf" srcId="{F4CC2D4B-CCF9-483B-8328-20C1555D17FE}" destId="{06F15E3A-C186-4D07-B993-8EE07D580FB6}" srcOrd="3" destOrd="0" presId="urn:microsoft.com/office/officeart/2018/2/layout/IconVerticalSolidList"/>
    <dgm:cxn modelId="{74961D9D-5792-4D4E-AC64-F3DEE1ECFB29}" type="presParOf" srcId="{F4CC2D4B-CCF9-483B-8328-20C1555D17FE}" destId="{83DC4C4B-3E0D-47F1-969D-BFBC4F5463BE}" srcOrd="4" destOrd="0" presId="urn:microsoft.com/office/officeart/2018/2/layout/IconVerticalSolidList"/>
    <dgm:cxn modelId="{8E8B4BD6-802D-4183-BFA1-C8165B8B8E9C}" type="presParOf" srcId="{83DC4C4B-3E0D-47F1-969D-BFBC4F5463BE}" destId="{900ED638-4166-4177-AEBE-C15357BD4F22}" srcOrd="0" destOrd="0" presId="urn:microsoft.com/office/officeart/2018/2/layout/IconVerticalSolidList"/>
    <dgm:cxn modelId="{F7208A67-0B21-488E-82DF-BEADBCE3AD99}" type="presParOf" srcId="{83DC4C4B-3E0D-47F1-969D-BFBC4F5463BE}" destId="{7B08862E-3977-4C4B-A2DF-573027340F9A}" srcOrd="1" destOrd="0" presId="urn:microsoft.com/office/officeart/2018/2/layout/IconVerticalSolidList"/>
    <dgm:cxn modelId="{67450C70-3D4C-4B2F-B6FD-6F21BD8E8B66}" type="presParOf" srcId="{83DC4C4B-3E0D-47F1-969D-BFBC4F5463BE}" destId="{3D055B82-882F-4C11-8EA3-DB0F4933914D}" srcOrd="2" destOrd="0" presId="urn:microsoft.com/office/officeart/2018/2/layout/IconVerticalSolidList"/>
    <dgm:cxn modelId="{03DF6582-DBD9-443E-B254-EC7EC759DBD5}" type="presParOf" srcId="{83DC4C4B-3E0D-47F1-969D-BFBC4F5463BE}" destId="{D55D8996-82E6-4EE7-9D9A-F255B82A7E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7FA296-BDD0-4A3A-BB79-9997ECA39EA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B8BEE15-A0D0-4839-9921-8BFB28D4E9BA}">
      <dgm:prSet/>
      <dgm:spPr/>
      <dgm:t>
        <a:bodyPr/>
        <a:lstStyle/>
        <a:p>
          <a:r>
            <a:rPr lang="en-US" b="1" i="1" baseline="0" dirty="0">
              <a:latin typeface="Aparajita" panose="02020603050405020304" pitchFamily="18" charset="0"/>
              <a:cs typeface="Aparajita" panose="02020603050405020304" pitchFamily="18" charset="0"/>
            </a:rPr>
            <a:t>all </a:t>
          </a:r>
          <a:r>
            <a:rPr lang="en-US" b="1" i="0" baseline="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problems can not </a:t>
          </a:r>
          <a:r>
            <a:rPr lang="en-US" b="0" i="0" baseline="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 </a:t>
          </a:r>
          <a:r>
            <a:rPr lang="en-US" b="0" i="0" baseline="0" dirty="0">
              <a:latin typeface="Aparajita" panose="02020603050405020304" pitchFamily="18" charset="0"/>
              <a:cs typeface="Aparajita" panose="02020603050405020304" pitchFamily="18" charset="0"/>
            </a:rPr>
            <a:t>be solved in polynomial time.</a:t>
          </a:r>
          <a:endParaRPr lang="en-US" dirty="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B812B78D-CA03-474B-B2C3-4C177ABDD296}" type="parTrans" cxnId="{BD8604F2-F823-400B-BD30-63B71893E760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382A2F99-CD85-40C7-8B65-11C4E083E8B6}" type="sibTrans" cxnId="{BD8604F2-F823-400B-BD30-63B71893E760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83B1A577-C20C-4B3F-8695-B0236A56E2BA}">
      <dgm:prSet/>
      <dgm:spPr/>
      <dgm:t>
        <a:bodyPr/>
        <a:lstStyle/>
        <a:p>
          <a:r>
            <a:rPr lang="en-US" b="0" i="0" baseline="0" dirty="0">
              <a:latin typeface="Aparajita" panose="02020603050405020304" pitchFamily="18" charset="0"/>
              <a:cs typeface="Aparajita" panose="02020603050405020304" pitchFamily="18" charset="0"/>
            </a:rPr>
            <a:t>For example, there are problems, such as Turing’s famous “</a:t>
          </a:r>
          <a:r>
            <a:rPr lang="en-US" b="0" i="0" baseline="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Halting Problem,” </a:t>
          </a:r>
          <a:r>
            <a:rPr lang="en-US" b="0" i="0" baseline="0" dirty="0">
              <a:latin typeface="Aparajita" panose="02020603050405020304" pitchFamily="18" charset="0"/>
              <a:cs typeface="Aparajita" panose="02020603050405020304" pitchFamily="18" charset="0"/>
            </a:rPr>
            <a:t>that cannot be solved by any computer, no matter how much time we allow. </a:t>
          </a:r>
          <a:endParaRPr lang="en-US" dirty="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CB5E7963-FC82-449E-98C4-2354B1C62B7A}" type="parTrans" cxnId="{9067BDD9-5CCB-4A17-87D9-F5483714378D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AF941FA2-5741-4B8D-8264-862E3F40BFE0}" type="sibTrans" cxnId="{9067BDD9-5CCB-4A17-87D9-F5483714378D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C563ED79-34BD-4741-9F07-B347906F4386}">
      <dgm:prSet/>
      <dgm:spPr/>
      <dgm:t>
        <a:bodyPr/>
        <a:lstStyle/>
        <a:p>
          <a:r>
            <a:rPr lang="en-US" b="0" i="0" baseline="0" dirty="0">
              <a:latin typeface="Aparajita" panose="02020603050405020304" pitchFamily="18" charset="0"/>
              <a:cs typeface="Aparajita" panose="02020603050405020304" pitchFamily="18" charset="0"/>
            </a:rPr>
            <a:t>There are also problems that </a:t>
          </a:r>
          <a:r>
            <a:rPr lang="en-US" b="0" i="0" baseline="0" dirty="0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can be solved, but not in time is O(</a:t>
          </a:r>
          <a:r>
            <a:rPr lang="en-US" b="0" i="0" baseline="0" dirty="0" err="1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n</a:t>
          </a:r>
          <a:r>
            <a:rPr lang="en-US" b="0" i="0" baseline="30000" dirty="0" err="1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k</a:t>
          </a:r>
          <a:r>
            <a:rPr lang="en-US" b="0" i="0" baseline="0" dirty="0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 )</a:t>
          </a:r>
          <a:r>
            <a:rPr lang="en-US" b="0" i="0" baseline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 </a:t>
          </a:r>
          <a:r>
            <a:rPr lang="en-US" b="0" i="0" baseline="0" dirty="0">
              <a:latin typeface="Aparajita" panose="02020603050405020304" pitchFamily="18" charset="0"/>
              <a:cs typeface="Aparajita" panose="02020603050405020304" pitchFamily="18" charset="0"/>
            </a:rPr>
            <a:t>for any constant k.</a:t>
          </a:r>
          <a:endParaRPr lang="en-US" dirty="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E0F47A4C-999F-4EC1-940E-E04AAB9BD47D}" type="parTrans" cxnId="{B50363A3-9920-46A0-9CD2-2C236E41CC65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DC2ABE1D-494D-4EE2-83B2-6EB5F7256CDF}" type="sibTrans" cxnId="{B50363A3-9920-46A0-9CD2-2C236E41CC65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C6F92064-0AD4-4C26-8F3B-97DD71F1318C}">
      <dgm:prSet/>
      <dgm:spPr/>
      <dgm:t>
        <a:bodyPr/>
        <a:lstStyle/>
        <a:p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problems that require </a:t>
          </a:r>
          <a:r>
            <a:rPr lang="en-US" dirty="0" err="1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superpolynomial</a:t>
          </a:r>
          <a:r>
            <a:rPr lang="en-US" dirty="0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 time as being </a:t>
          </a:r>
          <a:r>
            <a:rPr lang="en-US" b="1" dirty="0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intractable, or hard.</a:t>
          </a:r>
        </a:p>
      </dgm:t>
    </dgm:pt>
    <dgm:pt modelId="{0157098E-3FF8-40E0-B233-485068B6D85A}" type="parTrans" cxnId="{B8353D9D-603C-4E76-8287-87A49F8E4C83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982D15A9-78FA-4994-91B1-FE95195C0DDC}" type="sibTrans" cxnId="{B8353D9D-603C-4E76-8287-87A49F8E4C83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17CA5D17-A0EB-411A-A0E1-B38CE857619B}" type="pres">
      <dgm:prSet presAssocID="{937FA296-BDD0-4A3A-BB79-9997ECA39EA6}" presName="linear" presStyleCnt="0">
        <dgm:presLayoutVars>
          <dgm:animLvl val="lvl"/>
          <dgm:resizeHandles val="exact"/>
        </dgm:presLayoutVars>
      </dgm:prSet>
      <dgm:spPr/>
    </dgm:pt>
    <dgm:pt modelId="{CF1D05F2-224C-495D-A805-7254A23919D7}" type="pres">
      <dgm:prSet presAssocID="{0B8BEE15-A0D0-4839-9921-8BFB28D4E9B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894667-427F-46FB-9DCE-FF4A77CAB9D5}" type="pres">
      <dgm:prSet presAssocID="{382A2F99-CD85-40C7-8B65-11C4E083E8B6}" presName="spacer" presStyleCnt="0"/>
      <dgm:spPr/>
    </dgm:pt>
    <dgm:pt modelId="{0312F417-F485-4BF8-9220-097FED95539D}" type="pres">
      <dgm:prSet presAssocID="{83B1A577-C20C-4B3F-8695-B0236A56E2B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1CF1397-E659-4955-B3B2-9299E5F1EA46}" type="pres">
      <dgm:prSet presAssocID="{AF941FA2-5741-4B8D-8264-862E3F40BFE0}" presName="spacer" presStyleCnt="0"/>
      <dgm:spPr/>
    </dgm:pt>
    <dgm:pt modelId="{9FC4227D-F79E-490F-B86E-5E4692240894}" type="pres">
      <dgm:prSet presAssocID="{C563ED79-34BD-4741-9F07-B347906F4386}" presName="parentText" presStyleLbl="node1" presStyleIdx="2" presStyleCnt="4" custScaleX="99002" custScaleY="100933">
        <dgm:presLayoutVars>
          <dgm:chMax val="0"/>
          <dgm:bulletEnabled val="1"/>
        </dgm:presLayoutVars>
      </dgm:prSet>
      <dgm:spPr/>
    </dgm:pt>
    <dgm:pt modelId="{99BC59AF-76BB-45F6-9B95-2FC20404A09A}" type="pres">
      <dgm:prSet presAssocID="{DC2ABE1D-494D-4EE2-83B2-6EB5F7256CDF}" presName="spacer" presStyleCnt="0"/>
      <dgm:spPr/>
    </dgm:pt>
    <dgm:pt modelId="{C8FC7110-3C19-4481-B794-CE0990C337AF}" type="pres">
      <dgm:prSet presAssocID="{C6F92064-0AD4-4C26-8F3B-97DD71F1318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5BA844A-1B43-4453-8DC7-E10E9C810F6A}" type="presOf" srcId="{0B8BEE15-A0D0-4839-9921-8BFB28D4E9BA}" destId="{CF1D05F2-224C-495D-A805-7254A23919D7}" srcOrd="0" destOrd="0" presId="urn:microsoft.com/office/officeart/2005/8/layout/vList2"/>
    <dgm:cxn modelId="{F425C352-7778-4A4D-BB1A-45D3E5EDADA3}" type="presOf" srcId="{C6F92064-0AD4-4C26-8F3B-97DD71F1318C}" destId="{C8FC7110-3C19-4481-B794-CE0990C337AF}" srcOrd="0" destOrd="0" presId="urn:microsoft.com/office/officeart/2005/8/layout/vList2"/>
    <dgm:cxn modelId="{0519949C-54F4-4274-9922-F23EA94FCBB1}" type="presOf" srcId="{C563ED79-34BD-4741-9F07-B347906F4386}" destId="{9FC4227D-F79E-490F-B86E-5E4692240894}" srcOrd="0" destOrd="0" presId="urn:microsoft.com/office/officeart/2005/8/layout/vList2"/>
    <dgm:cxn modelId="{B8353D9D-603C-4E76-8287-87A49F8E4C83}" srcId="{937FA296-BDD0-4A3A-BB79-9997ECA39EA6}" destId="{C6F92064-0AD4-4C26-8F3B-97DD71F1318C}" srcOrd="3" destOrd="0" parTransId="{0157098E-3FF8-40E0-B233-485068B6D85A}" sibTransId="{982D15A9-78FA-4994-91B1-FE95195C0DDC}"/>
    <dgm:cxn modelId="{B50363A3-9920-46A0-9CD2-2C236E41CC65}" srcId="{937FA296-BDD0-4A3A-BB79-9997ECA39EA6}" destId="{C563ED79-34BD-4741-9F07-B347906F4386}" srcOrd="2" destOrd="0" parTransId="{E0F47A4C-999F-4EC1-940E-E04AAB9BD47D}" sibTransId="{DC2ABE1D-494D-4EE2-83B2-6EB5F7256CDF}"/>
    <dgm:cxn modelId="{9ECB13D0-D083-4797-82B7-3FD80DD6D744}" type="presOf" srcId="{937FA296-BDD0-4A3A-BB79-9997ECA39EA6}" destId="{17CA5D17-A0EB-411A-A0E1-B38CE857619B}" srcOrd="0" destOrd="0" presId="urn:microsoft.com/office/officeart/2005/8/layout/vList2"/>
    <dgm:cxn modelId="{C8CC32D0-B7D8-456E-80F5-5F27C9B75653}" type="presOf" srcId="{83B1A577-C20C-4B3F-8695-B0236A56E2BA}" destId="{0312F417-F485-4BF8-9220-097FED95539D}" srcOrd="0" destOrd="0" presId="urn:microsoft.com/office/officeart/2005/8/layout/vList2"/>
    <dgm:cxn modelId="{9067BDD9-5CCB-4A17-87D9-F5483714378D}" srcId="{937FA296-BDD0-4A3A-BB79-9997ECA39EA6}" destId="{83B1A577-C20C-4B3F-8695-B0236A56E2BA}" srcOrd="1" destOrd="0" parTransId="{CB5E7963-FC82-449E-98C4-2354B1C62B7A}" sibTransId="{AF941FA2-5741-4B8D-8264-862E3F40BFE0}"/>
    <dgm:cxn modelId="{BD8604F2-F823-400B-BD30-63B71893E760}" srcId="{937FA296-BDD0-4A3A-BB79-9997ECA39EA6}" destId="{0B8BEE15-A0D0-4839-9921-8BFB28D4E9BA}" srcOrd="0" destOrd="0" parTransId="{B812B78D-CA03-474B-B2C3-4C177ABDD296}" sibTransId="{382A2F99-CD85-40C7-8B65-11C4E083E8B6}"/>
    <dgm:cxn modelId="{29F6A734-F755-47E3-AB61-8ABA209D7868}" type="presParOf" srcId="{17CA5D17-A0EB-411A-A0E1-B38CE857619B}" destId="{CF1D05F2-224C-495D-A805-7254A23919D7}" srcOrd="0" destOrd="0" presId="urn:microsoft.com/office/officeart/2005/8/layout/vList2"/>
    <dgm:cxn modelId="{9DE44821-2E59-4750-BBEF-EA38E0454D6D}" type="presParOf" srcId="{17CA5D17-A0EB-411A-A0E1-B38CE857619B}" destId="{42894667-427F-46FB-9DCE-FF4A77CAB9D5}" srcOrd="1" destOrd="0" presId="urn:microsoft.com/office/officeart/2005/8/layout/vList2"/>
    <dgm:cxn modelId="{4ED5BEBA-3A1E-46EF-8119-70DDE2449902}" type="presParOf" srcId="{17CA5D17-A0EB-411A-A0E1-B38CE857619B}" destId="{0312F417-F485-4BF8-9220-097FED95539D}" srcOrd="2" destOrd="0" presId="urn:microsoft.com/office/officeart/2005/8/layout/vList2"/>
    <dgm:cxn modelId="{2023C02E-EB20-4C07-B6B5-744E56A756FE}" type="presParOf" srcId="{17CA5D17-A0EB-411A-A0E1-B38CE857619B}" destId="{91CF1397-E659-4955-B3B2-9299E5F1EA46}" srcOrd="3" destOrd="0" presId="urn:microsoft.com/office/officeart/2005/8/layout/vList2"/>
    <dgm:cxn modelId="{9558C00E-750E-43C5-A160-980B9EABC34B}" type="presParOf" srcId="{17CA5D17-A0EB-411A-A0E1-B38CE857619B}" destId="{9FC4227D-F79E-490F-B86E-5E4692240894}" srcOrd="4" destOrd="0" presId="urn:microsoft.com/office/officeart/2005/8/layout/vList2"/>
    <dgm:cxn modelId="{B928F4AC-5D9C-40AA-A771-FED8F6B4B778}" type="presParOf" srcId="{17CA5D17-A0EB-411A-A0E1-B38CE857619B}" destId="{99BC59AF-76BB-45F6-9B95-2FC20404A09A}" srcOrd="5" destOrd="0" presId="urn:microsoft.com/office/officeart/2005/8/layout/vList2"/>
    <dgm:cxn modelId="{575F6E0E-EC96-4EAD-B574-86367A2861B2}" type="presParOf" srcId="{17CA5D17-A0EB-411A-A0E1-B38CE857619B}" destId="{C8FC7110-3C19-4481-B794-CE0990C337A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8BD982-6BEF-4996-B06E-BA78E312D31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1592262C-3E87-4ED6-9A40-928A1E48EDE6}">
      <dgm:prSet/>
      <dgm:spPr/>
      <dgm:t>
        <a:bodyPr/>
        <a:lstStyle/>
        <a:p>
          <a:pPr>
            <a:defRPr b="1"/>
          </a:pPr>
          <a:r>
            <a:rPr lang="en-US"/>
            <a:t>Tractable-</a:t>
          </a:r>
        </a:p>
      </dgm:t>
    </dgm:pt>
    <dgm:pt modelId="{8F62F160-ADBA-4F6C-AEDC-0BD751F9E71F}" type="parTrans" cxnId="{95F09476-B135-44A5-A00E-4E09C413A3E5}">
      <dgm:prSet/>
      <dgm:spPr/>
      <dgm:t>
        <a:bodyPr/>
        <a:lstStyle/>
        <a:p>
          <a:endParaRPr lang="en-US"/>
        </a:p>
      </dgm:t>
    </dgm:pt>
    <dgm:pt modelId="{32142F4C-A04A-4654-8832-8EFCCEFC928F}" type="sibTrans" cxnId="{95F09476-B135-44A5-A00E-4E09C413A3E5}">
      <dgm:prSet/>
      <dgm:spPr/>
      <dgm:t>
        <a:bodyPr/>
        <a:lstStyle/>
        <a:p>
          <a:endParaRPr lang="en-US"/>
        </a:p>
      </dgm:t>
    </dgm:pt>
    <dgm:pt modelId="{B23B1ED4-A8A6-45CF-A271-1B071D8C1328}">
      <dgm:prSet/>
      <dgm:spPr/>
      <dgm:t>
        <a:bodyPr/>
        <a:lstStyle/>
        <a:p>
          <a:r>
            <a:rPr lang="en-US" dirty="0"/>
            <a:t>Problems solvable by </a:t>
          </a:r>
          <a:r>
            <a:rPr lang="en-US" b="1" dirty="0"/>
            <a:t>polynomial time algorithms</a:t>
          </a:r>
        </a:p>
      </dgm:t>
    </dgm:pt>
    <dgm:pt modelId="{F4C25268-16A1-4DC8-934C-9C0C5C84EE98}" type="parTrans" cxnId="{9277851D-ABB4-4C07-BB14-7B422E647DA7}">
      <dgm:prSet/>
      <dgm:spPr/>
      <dgm:t>
        <a:bodyPr/>
        <a:lstStyle/>
        <a:p>
          <a:endParaRPr lang="en-US"/>
        </a:p>
      </dgm:t>
    </dgm:pt>
    <dgm:pt modelId="{5390BD86-69B5-4261-A262-4039C4EB2E6B}" type="sibTrans" cxnId="{9277851D-ABB4-4C07-BB14-7B422E647DA7}">
      <dgm:prSet/>
      <dgm:spPr/>
      <dgm:t>
        <a:bodyPr/>
        <a:lstStyle/>
        <a:p>
          <a:endParaRPr lang="en-US"/>
        </a:p>
      </dgm:t>
    </dgm:pt>
    <dgm:pt modelId="{2E1472A2-DABA-434E-9A8A-D938FDD73527}">
      <dgm:prSet/>
      <dgm:spPr/>
      <dgm:t>
        <a:bodyPr/>
        <a:lstStyle/>
        <a:p>
          <a:pPr>
            <a:defRPr b="1"/>
          </a:pPr>
          <a:r>
            <a:rPr lang="en-US"/>
            <a:t>Intractable –</a:t>
          </a:r>
        </a:p>
      </dgm:t>
    </dgm:pt>
    <dgm:pt modelId="{610C2526-44F5-49D2-A6E9-1FC9C94F94FB}" type="parTrans" cxnId="{FDBD9ABF-5511-41A2-A998-8FC95E907994}">
      <dgm:prSet/>
      <dgm:spPr/>
      <dgm:t>
        <a:bodyPr/>
        <a:lstStyle/>
        <a:p>
          <a:endParaRPr lang="en-US"/>
        </a:p>
      </dgm:t>
    </dgm:pt>
    <dgm:pt modelId="{A3B17769-BE0D-488A-9523-F789F7450C8E}" type="sibTrans" cxnId="{FDBD9ABF-5511-41A2-A998-8FC95E907994}">
      <dgm:prSet/>
      <dgm:spPr/>
      <dgm:t>
        <a:bodyPr/>
        <a:lstStyle/>
        <a:p>
          <a:endParaRPr lang="en-US"/>
        </a:p>
      </dgm:t>
    </dgm:pt>
    <dgm:pt modelId="{FAE7349D-26F1-4A83-AF68-8B2256C1FFD0}">
      <dgm:prSet/>
      <dgm:spPr/>
      <dgm:t>
        <a:bodyPr/>
        <a:lstStyle/>
        <a:p>
          <a:r>
            <a:rPr lang="en-US" dirty="0"/>
            <a:t>Problems that require  </a:t>
          </a:r>
          <a:r>
            <a:rPr lang="en-US" b="1" dirty="0"/>
            <a:t>super polynomial time </a:t>
          </a:r>
        </a:p>
      </dgm:t>
    </dgm:pt>
    <dgm:pt modelId="{95BF8767-02C2-41A4-B367-A79D6A7E1444}" type="parTrans" cxnId="{8C6CC774-942F-475B-9535-C2971F13A91B}">
      <dgm:prSet/>
      <dgm:spPr/>
      <dgm:t>
        <a:bodyPr/>
        <a:lstStyle/>
        <a:p>
          <a:endParaRPr lang="en-US"/>
        </a:p>
      </dgm:t>
    </dgm:pt>
    <dgm:pt modelId="{E1E930AC-121B-43EB-A621-69E18D14548C}" type="sibTrans" cxnId="{8C6CC774-942F-475B-9535-C2971F13A91B}">
      <dgm:prSet/>
      <dgm:spPr/>
      <dgm:t>
        <a:bodyPr/>
        <a:lstStyle/>
        <a:p>
          <a:endParaRPr lang="en-US"/>
        </a:p>
      </dgm:t>
    </dgm:pt>
    <dgm:pt modelId="{3066546C-34D9-4AF2-A07B-8BA278027F22}" type="pres">
      <dgm:prSet presAssocID="{038BD982-6BEF-4996-B06E-BA78E312D313}" presName="root" presStyleCnt="0">
        <dgm:presLayoutVars>
          <dgm:dir/>
          <dgm:resizeHandles val="exact"/>
        </dgm:presLayoutVars>
      </dgm:prSet>
      <dgm:spPr/>
    </dgm:pt>
    <dgm:pt modelId="{9A4AECAC-A678-4CDA-867A-0207193CA780}" type="pres">
      <dgm:prSet presAssocID="{1592262C-3E87-4ED6-9A40-928A1E48EDE6}" presName="compNode" presStyleCnt="0"/>
      <dgm:spPr/>
    </dgm:pt>
    <dgm:pt modelId="{3F62B787-42D6-4A62-8B55-2E9D37811B63}" type="pres">
      <dgm:prSet presAssocID="{1592262C-3E87-4ED6-9A40-928A1E48EDE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30949CE4-7E48-48AF-8A91-72BE1F8AF8E6}" type="pres">
      <dgm:prSet presAssocID="{1592262C-3E87-4ED6-9A40-928A1E48EDE6}" presName="iconSpace" presStyleCnt="0"/>
      <dgm:spPr/>
    </dgm:pt>
    <dgm:pt modelId="{2C9E09DF-4085-496A-8158-0985E2D8ADA0}" type="pres">
      <dgm:prSet presAssocID="{1592262C-3E87-4ED6-9A40-928A1E48EDE6}" presName="parTx" presStyleLbl="revTx" presStyleIdx="0" presStyleCnt="4">
        <dgm:presLayoutVars>
          <dgm:chMax val="0"/>
          <dgm:chPref val="0"/>
        </dgm:presLayoutVars>
      </dgm:prSet>
      <dgm:spPr/>
    </dgm:pt>
    <dgm:pt modelId="{0F99A2FE-C1D7-477E-ADEA-E9ABFF837338}" type="pres">
      <dgm:prSet presAssocID="{1592262C-3E87-4ED6-9A40-928A1E48EDE6}" presName="txSpace" presStyleCnt="0"/>
      <dgm:spPr/>
    </dgm:pt>
    <dgm:pt modelId="{8A45F4E2-81C3-4D9D-8C12-8518200BE650}" type="pres">
      <dgm:prSet presAssocID="{1592262C-3E87-4ED6-9A40-928A1E48EDE6}" presName="desTx" presStyleLbl="revTx" presStyleIdx="1" presStyleCnt="4">
        <dgm:presLayoutVars/>
      </dgm:prSet>
      <dgm:spPr/>
    </dgm:pt>
    <dgm:pt modelId="{DD2D8052-38F3-43DD-AC9C-7B64C3703AC5}" type="pres">
      <dgm:prSet presAssocID="{32142F4C-A04A-4654-8832-8EFCCEFC928F}" presName="sibTrans" presStyleCnt="0"/>
      <dgm:spPr/>
    </dgm:pt>
    <dgm:pt modelId="{40EE9A96-2312-43CC-A431-DD22C1EC1BC9}" type="pres">
      <dgm:prSet presAssocID="{2E1472A2-DABA-434E-9A8A-D938FDD73527}" presName="compNode" presStyleCnt="0"/>
      <dgm:spPr/>
    </dgm:pt>
    <dgm:pt modelId="{50FBD446-777E-4D7D-8A06-C121672F74CF}" type="pres">
      <dgm:prSet presAssocID="{2E1472A2-DABA-434E-9A8A-D938FDD735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64535AA0-AE4A-4E52-8BBE-B36EF7898BE2}" type="pres">
      <dgm:prSet presAssocID="{2E1472A2-DABA-434E-9A8A-D938FDD73527}" presName="iconSpace" presStyleCnt="0"/>
      <dgm:spPr/>
    </dgm:pt>
    <dgm:pt modelId="{E5F47E09-850B-4371-BAA3-CBCCBDF7879F}" type="pres">
      <dgm:prSet presAssocID="{2E1472A2-DABA-434E-9A8A-D938FDD73527}" presName="parTx" presStyleLbl="revTx" presStyleIdx="2" presStyleCnt="4">
        <dgm:presLayoutVars>
          <dgm:chMax val="0"/>
          <dgm:chPref val="0"/>
        </dgm:presLayoutVars>
      </dgm:prSet>
      <dgm:spPr/>
    </dgm:pt>
    <dgm:pt modelId="{B8020E91-2800-4A19-AED6-039F171FE805}" type="pres">
      <dgm:prSet presAssocID="{2E1472A2-DABA-434E-9A8A-D938FDD73527}" presName="txSpace" presStyleCnt="0"/>
      <dgm:spPr/>
    </dgm:pt>
    <dgm:pt modelId="{33008FF4-65AC-4083-8E29-8918C2D22E92}" type="pres">
      <dgm:prSet presAssocID="{2E1472A2-DABA-434E-9A8A-D938FDD73527}" presName="desTx" presStyleLbl="revTx" presStyleIdx="3" presStyleCnt="4">
        <dgm:presLayoutVars/>
      </dgm:prSet>
      <dgm:spPr/>
    </dgm:pt>
  </dgm:ptLst>
  <dgm:cxnLst>
    <dgm:cxn modelId="{9277851D-ABB4-4C07-BB14-7B422E647DA7}" srcId="{1592262C-3E87-4ED6-9A40-928A1E48EDE6}" destId="{B23B1ED4-A8A6-45CF-A271-1B071D8C1328}" srcOrd="0" destOrd="0" parTransId="{F4C25268-16A1-4DC8-934C-9C0C5C84EE98}" sibTransId="{5390BD86-69B5-4261-A262-4039C4EB2E6B}"/>
    <dgm:cxn modelId="{A4551F5F-B80D-49A3-ADAE-3D8E99DAA0C5}" type="presOf" srcId="{FAE7349D-26F1-4A83-AF68-8B2256C1FFD0}" destId="{33008FF4-65AC-4083-8E29-8918C2D22E92}" srcOrd="0" destOrd="0" presId="urn:microsoft.com/office/officeart/2018/2/layout/IconLabelDescriptionList"/>
    <dgm:cxn modelId="{73F6CB6F-1FC6-405A-8922-DB531920F93A}" type="presOf" srcId="{1592262C-3E87-4ED6-9A40-928A1E48EDE6}" destId="{2C9E09DF-4085-496A-8158-0985E2D8ADA0}" srcOrd="0" destOrd="0" presId="urn:microsoft.com/office/officeart/2018/2/layout/IconLabelDescriptionList"/>
    <dgm:cxn modelId="{8C6CC774-942F-475B-9535-C2971F13A91B}" srcId="{2E1472A2-DABA-434E-9A8A-D938FDD73527}" destId="{FAE7349D-26F1-4A83-AF68-8B2256C1FFD0}" srcOrd="0" destOrd="0" parTransId="{95BF8767-02C2-41A4-B367-A79D6A7E1444}" sibTransId="{E1E930AC-121B-43EB-A621-69E18D14548C}"/>
    <dgm:cxn modelId="{D2A4BA75-C8DC-4F43-8645-3843A6AB83A3}" type="presOf" srcId="{2E1472A2-DABA-434E-9A8A-D938FDD73527}" destId="{E5F47E09-850B-4371-BAA3-CBCCBDF7879F}" srcOrd="0" destOrd="0" presId="urn:microsoft.com/office/officeart/2018/2/layout/IconLabelDescriptionList"/>
    <dgm:cxn modelId="{95F09476-B135-44A5-A00E-4E09C413A3E5}" srcId="{038BD982-6BEF-4996-B06E-BA78E312D313}" destId="{1592262C-3E87-4ED6-9A40-928A1E48EDE6}" srcOrd="0" destOrd="0" parTransId="{8F62F160-ADBA-4F6C-AEDC-0BD751F9E71F}" sibTransId="{32142F4C-A04A-4654-8832-8EFCCEFC928F}"/>
    <dgm:cxn modelId="{66646791-2420-4F08-88AD-16F364AA35B7}" type="presOf" srcId="{B23B1ED4-A8A6-45CF-A271-1B071D8C1328}" destId="{8A45F4E2-81C3-4D9D-8C12-8518200BE650}" srcOrd="0" destOrd="0" presId="urn:microsoft.com/office/officeart/2018/2/layout/IconLabelDescriptionList"/>
    <dgm:cxn modelId="{FDBD9ABF-5511-41A2-A998-8FC95E907994}" srcId="{038BD982-6BEF-4996-B06E-BA78E312D313}" destId="{2E1472A2-DABA-434E-9A8A-D938FDD73527}" srcOrd="1" destOrd="0" parTransId="{610C2526-44F5-49D2-A6E9-1FC9C94F94FB}" sibTransId="{A3B17769-BE0D-488A-9523-F789F7450C8E}"/>
    <dgm:cxn modelId="{981980D0-8738-4077-BC43-758367B8F324}" type="presOf" srcId="{038BD982-6BEF-4996-B06E-BA78E312D313}" destId="{3066546C-34D9-4AF2-A07B-8BA278027F22}" srcOrd="0" destOrd="0" presId="urn:microsoft.com/office/officeart/2018/2/layout/IconLabelDescriptionList"/>
    <dgm:cxn modelId="{BC51AD72-D99C-422E-AFD0-6E91B88D7697}" type="presParOf" srcId="{3066546C-34D9-4AF2-A07B-8BA278027F22}" destId="{9A4AECAC-A678-4CDA-867A-0207193CA780}" srcOrd="0" destOrd="0" presId="urn:microsoft.com/office/officeart/2018/2/layout/IconLabelDescriptionList"/>
    <dgm:cxn modelId="{D5BC39CB-E5FF-4F75-800B-73E0F9D24D87}" type="presParOf" srcId="{9A4AECAC-A678-4CDA-867A-0207193CA780}" destId="{3F62B787-42D6-4A62-8B55-2E9D37811B63}" srcOrd="0" destOrd="0" presId="urn:microsoft.com/office/officeart/2018/2/layout/IconLabelDescriptionList"/>
    <dgm:cxn modelId="{BB0BAE67-65C8-47C2-803F-C5ABC6FC5AE0}" type="presParOf" srcId="{9A4AECAC-A678-4CDA-867A-0207193CA780}" destId="{30949CE4-7E48-48AF-8A91-72BE1F8AF8E6}" srcOrd="1" destOrd="0" presId="urn:microsoft.com/office/officeart/2018/2/layout/IconLabelDescriptionList"/>
    <dgm:cxn modelId="{80365D41-22CE-4539-BC67-1C1718D8C254}" type="presParOf" srcId="{9A4AECAC-A678-4CDA-867A-0207193CA780}" destId="{2C9E09DF-4085-496A-8158-0985E2D8ADA0}" srcOrd="2" destOrd="0" presId="urn:microsoft.com/office/officeart/2018/2/layout/IconLabelDescriptionList"/>
    <dgm:cxn modelId="{327359C2-5EAB-43F0-B75C-1F541AD1737F}" type="presParOf" srcId="{9A4AECAC-A678-4CDA-867A-0207193CA780}" destId="{0F99A2FE-C1D7-477E-ADEA-E9ABFF837338}" srcOrd="3" destOrd="0" presId="urn:microsoft.com/office/officeart/2018/2/layout/IconLabelDescriptionList"/>
    <dgm:cxn modelId="{3CEEF4A6-9E33-4581-94D6-149F1321FAAE}" type="presParOf" srcId="{9A4AECAC-A678-4CDA-867A-0207193CA780}" destId="{8A45F4E2-81C3-4D9D-8C12-8518200BE650}" srcOrd="4" destOrd="0" presId="urn:microsoft.com/office/officeart/2018/2/layout/IconLabelDescriptionList"/>
    <dgm:cxn modelId="{F18E4301-B4C8-4505-B584-D89735652DC5}" type="presParOf" srcId="{3066546C-34D9-4AF2-A07B-8BA278027F22}" destId="{DD2D8052-38F3-43DD-AC9C-7B64C3703AC5}" srcOrd="1" destOrd="0" presId="urn:microsoft.com/office/officeart/2018/2/layout/IconLabelDescriptionList"/>
    <dgm:cxn modelId="{16F2C638-C460-42F8-87E2-3A55A2653C4B}" type="presParOf" srcId="{3066546C-34D9-4AF2-A07B-8BA278027F22}" destId="{40EE9A96-2312-43CC-A431-DD22C1EC1BC9}" srcOrd="2" destOrd="0" presId="urn:microsoft.com/office/officeart/2018/2/layout/IconLabelDescriptionList"/>
    <dgm:cxn modelId="{A183297E-4606-4EAD-8C06-61AF61C056C7}" type="presParOf" srcId="{40EE9A96-2312-43CC-A431-DD22C1EC1BC9}" destId="{50FBD446-777E-4D7D-8A06-C121672F74CF}" srcOrd="0" destOrd="0" presId="urn:microsoft.com/office/officeart/2018/2/layout/IconLabelDescriptionList"/>
    <dgm:cxn modelId="{DCD49B00-9C19-44DC-A89C-85E257A61D4A}" type="presParOf" srcId="{40EE9A96-2312-43CC-A431-DD22C1EC1BC9}" destId="{64535AA0-AE4A-4E52-8BBE-B36EF7898BE2}" srcOrd="1" destOrd="0" presId="urn:microsoft.com/office/officeart/2018/2/layout/IconLabelDescriptionList"/>
    <dgm:cxn modelId="{196A7031-39D2-436B-81AC-864B8F4178AD}" type="presParOf" srcId="{40EE9A96-2312-43CC-A431-DD22C1EC1BC9}" destId="{E5F47E09-850B-4371-BAA3-CBCCBDF7879F}" srcOrd="2" destOrd="0" presId="urn:microsoft.com/office/officeart/2018/2/layout/IconLabelDescriptionList"/>
    <dgm:cxn modelId="{AA72A6A6-D1D9-4E68-AAD2-07B89E6CC7E6}" type="presParOf" srcId="{40EE9A96-2312-43CC-A431-DD22C1EC1BC9}" destId="{B8020E91-2800-4A19-AED6-039F171FE805}" srcOrd="3" destOrd="0" presId="urn:microsoft.com/office/officeart/2018/2/layout/IconLabelDescriptionList"/>
    <dgm:cxn modelId="{20F7D185-5505-42A2-99A2-2DF602FE7BB8}" type="presParOf" srcId="{40EE9A96-2312-43CC-A431-DD22C1EC1BC9}" destId="{33008FF4-65AC-4083-8E29-8918C2D22E9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239D7E-BEE2-4FA6-AEAC-7C095F0CF56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D02E01B-5F47-4316-BEFC-FDA9C5AD04AA}">
      <dgm:prSet/>
      <dgm:spPr/>
      <dgm:t>
        <a:bodyPr/>
        <a:lstStyle/>
        <a:p>
          <a:pPr algn="just"/>
          <a:r>
            <a:rPr lang="en-US" dirty="0"/>
            <a:t>A machine which is capable of executing a nondeterministic algorithm is called nondeterministic machine .</a:t>
          </a:r>
        </a:p>
      </dgm:t>
    </dgm:pt>
    <dgm:pt modelId="{C9EA4B78-AE22-46B0-850B-77C18665C7AF}" type="parTrans" cxnId="{605889E7-E19D-4DD5-9C76-3F8EC08C29E3}">
      <dgm:prSet/>
      <dgm:spPr/>
      <dgm:t>
        <a:bodyPr/>
        <a:lstStyle/>
        <a:p>
          <a:endParaRPr lang="en-US"/>
        </a:p>
      </dgm:t>
    </dgm:pt>
    <dgm:pt modelId="{2204A864-C028-498A-94A9-DE75906EB74C}" type="sibTrans" cxnId="{605889E7-E19D-4DD5-9C76-3F8EC08C29E3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5469057A-4EE5-4D3F-BDA5-FD5E32C1447D}">
      <dgm:prSet/>
      <dgm:spPr/>
      <dgm:t>
        <a:bodyPr/>
        <a:lstStyle/>
        <a:p>
          <a:pPr algn="just"/>
          <a:r>
            <a:rPr lang="en-US"/>
            <a:t>This machine  has the ability to select a “correct” element from the set of allowable choices. </a:t>
          </a:r>
        </a:p>
      </dgm:t>
    </dgm:pt>
    <dgm:pt modelId="{D6B5F8DA-6794-4D97-9A6A-27CC5A21FAAB}" type="parTrans" cxnId="{E18A7AE7-E4F8-434C-837D-70F714FD1DAC}">
      <dgm:prSet/>
      <dgm:spPr/>
      <dgm:t>
        <a:bodyPr/>
        <a:lstStyle/>
        <a:p>
          <a:endParaRPr lang="en-US"/>
        </a:p>
      </dgm:t>
    </dgm:pt>
    <dgm:pt modelId="{83940C2A-A258-48A2-887C-1802C6263BF8}" type="sibTrans" cxnId="{E18A7AE7-E4F8-434C-837D-70F714FD1DAC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F827D03D-3E5B-4878-A880-4B4E64E9723E}">
      <dgm:prSet/>
      <dgm:spPr/>
      <dgm:t>
        <a:bodyPr/>
        <a:lstStyle/>
        <a:p>
          <a:pPr algn="just"/>
          <a:r>
            <a:rPr lang="en-US" dirty="0"/>
            <a:t>The question of  “how “ is not relevant because such a machine is purely fictitious</a:t>
          </a:r>
        </a:p>
      </dgm:t>
    </dgm:pt>
    <dgm:pt modelId="{413FAFAF-6EC9-44E8-89BD-C11CF49CA4DC}" type="parTrans" cxnId="{E18B980A-2CB7-49DD-B0AF-3797F7F31499}">
      <dgm:prSet/>
      <dgm:spPr/>
      <dgm:t>
        <a:bodyPr/>
        <a:lstStyle/>
        <a:p>
          <a:endParaRPr lang="en-US"/>
        </a:p>
      </dgm:t>
    </dgm:pt>
    <dgm:pt modelId="{F76563DA-D2BB-437B-B6A5-8BCCCC1C3977}" type="sibTrans" cxnId="{E18B980A-2CB7-49DD-B0AF-3797F7F31499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4931AB0F-0823-4CA0-87C6-86634DD95B8B}" type="pres">
      <dgm:prSet presAssocID="{F4239D7E-BEE2-4FA6-AEAC-7C095F0CF56B}" presName="Name0" presStyleCnt="0">
        <dgm:presLayoutVars>
          <dgm:animLvl val="lvl"/>
          <dgm:resizeHandles val="exact"/>
        </dgm:presLayoutVars>
      </dgm:prSet>
      <dgm:spPr/>
    </dgm:pt>
    <dgm:pt modelId="{A40D03E2-6E69-479E-B0EA-A9D9F8B14C96}" type="pres">
      <dgm:prSet presAssocID="{1D02E01B-5F47-4316-BEFC-FDA9C5AD04AA}" presName="compositeNode" presStyleCnt="0">
        <dgm:presLayoutVars>
          <dgm:bulletEnabled val="1"/>
        </dgm:presLayoutVars>
      </dgm:prSet>
      <dgm:spPr/>
    </dgm:pt>
    <dgm:pt modelId="{0102B90A-D28D-4380-9B9F-5EF08ECF3573}" type="pres">
      <dgm:prSet presAssocID="{1D02E01B-5F47-4316-BEFC-FDA9C5AD04AA}" presName="bgRect" presStyleLbl="bgAccFollowNode1" presStyleIdx="0" presStyleCnt="3"/>
      <dgm:spPr/>
    </dgm:pt>
    <dgm:pt modelId="{E3AF0B88-9FA0-4CC2-8959-72EB80DEF7B9}" type="pres">
      <dgm:prSet presAssocID="{2204A864-C028-498A-94A9-DE75906EB74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8EAFD322-3338-4E59-99F9-A9A5A6A24768}" type="pres">
      <dgm:prSet presAssocID="{1D02E01B-5F47-4316-BEFC-FDA9C5AD04AA}" presName="bottomLine" presStyleLbl="alignNode1" presStyleIdx="1" presStyleCnt="6">
        <dgm:presLayoutVars/>
      </dgm:prSet>
      <dgm:spPr/>
    </dgm:pt>
    <dgm:pt modelId="{175E4C6E-3264-4D3E-8748-0D4184E7E551}" type="pres">
      <dgm:prSet presAssocID="{1D02E01B-5F47-4316-BEFC-FDA9C5AD04AA}" presName="nodeText" presStyleLbl="bgAccFollowNode1" presStyleIdx="0" presStyleCnt="3">
        <dgm:presLayoutVars>
          <dgm:bulletEnabled val="1"/>
        </dgm:presLayoutVars>
      </dgm:prSet>
      <dgm:spPr/>
    </dgm:pt>
    <dgm:pt modelId="{B2D903E2-877B-46A1-A0F5-681AC2684811}" type="pres">
      <dgm:prSet presAssocID="{2204A864-C028-498A-94A9-DE75906EB74C}" presName="sibTrans" presStyleCnt="0"/>
      <dgm:spPr/>
    </dgm:pt>
    <dgm:pt modelId="{7BE3466B-D5B3-4F33-90A4-75A78EC672E8}" type="pres">
      <dgm:prSet presAssocID="{5469057A-4EE5-4D3F-BDA5-FD5E32C1447D}" presName="compositeNode" presStyleCnt="0">
        <dgm:presLayoutVars>
          <dgm:bulletEnabled val="1"/>
        </dgm:presLayoutVars>
      </dgm:prSet>
      <dgm:spPr/>
    </dgm:pt>
    <dgm:pt modelId="{B0899E84-07FC-454D-ACBD-788963503AC7}" type="pres">
      <dgm:prSet presAssocID="{5469057A-4EE5-4D3F-BDA5-FD5E32C1447D}" presName="bgRect" presStyleLbl="bgAccFollowNode1" presStyleIdx="1" presStyleCnt="3"/>
      <dgm:spPr/>
    </dgm:pt>
    <dgm:pt modelId="{889FB240-2B6C-4834-87D5-D022729AB7F1}" type="pres">
      <dgm:prSet presAssocID="{83940C2A-A258-48A2-887C-1802C6263BF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419D012-C42A-4905-9846-AA1C88C1BCD2}" type="pres">
      <dgm:prSet presAssocID="{5469057A-4EE5-4D3F-BDA5-FD5E32C1447D}" presName="bottomLine" presStyleLbl="alignNode1" presStyleIdx="3" presStyleCnt="6">
        <dgm:presLayoutVars/>
      </dgm:prSet>
      <dgm:spPr/>
    </dgm:pt>
    <dgm:pt modelId="{CC4F90EC-8DF4-46F1-A768-FB69A341B1FE}" type="pres">
      <dgm:prSet presAssocID="{5469057A-4EE5-4D3F-BDA5-FD5E32C1447D}" presName="nodeText" presStyleLbl="bgAccFollowNode1" presStyleIdx="1" presStyleCnt="3">
        <dgm:presLayoutVars>
          <dgm:bulletEnabled val="1"/>
        </dgm:presLayoutVars>
      </dgm:prSet>
      <dgm:spPr/>
    </dgm:pt>
    <dgm:pt modelId="{F6AED42E-308A-46C3-9E4E-B326E0BBD7D6}" type="pres">
      <dgm:prSet presAssocID="{83940C2A-A258-48A2-887C-1802C6263BF8}" presName="sibTrans" presStyleCnt="0"/>
      <dgm:spPr/>
    </dgm:pt>
    <dgm:pt modelId="{ED9427D1-4CC2-4C6D-BC07-36B377F5CFC0}" type="pres">
      <dgm:prSet presAssocID="{F827D03D-3E5B-4878-A880-4B4E64E9723E}" presName="compositeNode" presStyleCnt="0">
        <dgm:presLayoutVars>
          <dgm:bulletEnabled val="1"/>
        </dgm:presLayoutVars>
      </dgm:prSet>
      <dgm:spPr/>
    </dgm:pt>
    <dgm:pt modelId="{988EC368-7DE5-403B-9F44-03B62C7E7EB6}" type="pres">
      <dgm:prSet presAssocID="{F827D03D-3E5B-4878-A880-4B4E64E9723E}" presName="bgRect" presStyleLbl="bgAccFollowNode1" presStyleIdx="2" presStyleCnt="3" custLinFactNeighborY="1489"/>
      <dgm:spPr/>
    </dgm:pt>
    <dgm:pt modelId="{1E4B7EAC-8329-4A61-937E-E98E599F6EA2}" type="pres">
      <dgm:prSet presAssocID="{F76563DA-D2BB-437B-B6A5-8BCCCC1C397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87A8A7C-1492-4872-94C2-288DB8D776EF}" type="pres">
      <dgm:prSet presAssocID="{F827D03D-3E5B-4878-A880-4B4E64E9723E}" presName="bottomLine" presStyleLbl="alignNode1" presStyleIdx="5" presStyleCnt="6">
        <dgm:presLayoutVars/>
      </dgm:prSet>
      <dgm:spPr/>
    </dgm:pt>
    <dgm:pt modelId="{7760B65B-604E-4B81-8DE9-1C1F63F334D1}" type="pres">
      <dgm:prSet presAssocID="{F827D03D-3E5B-4878-A880-4B4E64E9723E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E18B980A-2CB7-49DD-B0AF-3797F7F31499}" srcId="{F4239D7E-BEE2-4FA6-AEAC-7C095F0CF56B}" destId="{F827D03D-3E5B-4878-A880-4B4E64E9723E}" srcOrd="2" destOrd="0" parTransId="{413FAFAF-6EC9-44E8-89BD-C11CF49CA4DC}" sibTransId="{F76563DA-D2BB-437B-B6A5-8BCCCC1C3977}"/>
    <dgm:cxn modelId="{99055425-E9A5-49AE-97CA-AB3CDAFEAF48}" type="presOf" srcId="{1D02E01B-5F47-4316-BEFC-FDA9C5AD04AA}" destId="{175E4C6E-3264-4D3E-8748-0D4184E7E551}" srcOrd="1" destOrd="0" presId="urn:microsoft.com/office/officeart/2016/7/layout/BasicLinearProcessNumbered"/>
    <dgm:cxn modelId="{B2A8FC38-B4FD-4F51-92F4-AFEA887C255B}" type="presOf" srcId="{5469057A-4EE5-4D3F-BDA5-FD5E32C1447D}" destId="{B0899E84-07FC-454D-ACBD-788963503AC7}" srcOrd="0" destOrd="0" presId="urn:microsoft.com/office/officeart/2016/7/layout/BasicLinearProcessNumbered"/>
    <dgm:cxn modelId="{77BB0D40-08F7-4796-B186-608923E471C5}" type="presOf" srcId="{F827D03D-3E5B-4878-A880-4B4E64E9723E}" destId="{988EC368-7DE5-403B-9F44-03B62C7E7EB6}" srcOrd="0" destOrd="0" presId="urn:microsoft.com/office/officeart/2016/7/layout/BasicLinearProcessNumbered"/>
    <dgm:cxn modelId="{20E1155B-DAC0-48C9-9970-19323E2FAA81}" type="presOf" srcId="{F76563DA-D2BB-437B-B6A5-8BCCCC1C3977}" destId="{1E4B7EAC-8329-4A61-937E-E98E599F6EA2}" srcOrd="0" destOrd="0" presId="urn:microsoft.com/office/officeart/2016/7/layout/BasicLinearProcessNumbered"/>
    <dgm:cxn modelId="{8F921778-E781-4C19-9DBE-E889B8C580AC}" type="presOf" srcId="{5469057A-4EE5-4D3F-BDA5-FD5E32C1447D}" destId="{CC4F90EC-8DF4-46F1-A768-FB69A341B1FE}" srcOrd="1" destOrd="0" presId="urn:microsoft.com/office/officeart/2016/7/layout/BasicLinearProcessNumbered"/>
    <dgm:cxn modelId="{79485B59-FE49-4C69-9D6E-136E609BEF9D}" type="presOf" srcId="{F4239D7E-BEE2-4FA6-AEAC-7C095F0CF56B}" destId="{4931AB0F-0823-4CA0-87C6-86634DD95B8B}" srcOrd="0" destOrd="0" presId="urn:microsoft.com/office/officeart/2016/7/layout/BasicLinearProcessNumbered"/>
    <dgm:cxn modelId="{EDC46B59-CB50-468C-9292-A1990E2E52AB}" type="presOf" srcId="{F827D03D-3E5B-4878-A880-4B4E64E9723E}" destId="{7760B65B-604E-4B81-8DE9-1C1F63F334D1}" srcOrd="1" destOrd="0" presId="urn:microsoft.com/office/officeart/2016/7/layout/BasicLinearProcessNumbered"/>
    <dgm:cxn modelId="{29272B92-05DB-47EE-A4F0-0F50380EE89B}" type="presOf" srcId="{1D02E01B-5F47-4316-BEFC-FDA9C5AD04AA}" destId="{0102B90A-D28D-4380-9B9F-5EF08ECF3573}" srcOrd="0" destOrd="0" presId="urn:microsoft.com/office/officeart/2016/7/layout/BasicLinearProcessNumbered"/>
    <dgm:cxn modelId="{E96100A9-A867-41C4-8810-C44EA19B01CA}" type="presOf" srcId="{2204A864-C028-498A-94A9-DE75906EB74C}" destId="{E3AF0B88-9FA0-4CC2-8959-72EB80DEF7B9}" srcOrd="0" destOrd="0" presId="urn:microsoft.com/office/officeart/2016/7/layout/BasicLinearProcessNumbered"/>
    <dgm:cxn modelId="{E7DFF1CD-5F59-41C0-8967-3579DDFE6F99}" type="presOf" srcId="{83940C2A-A258-48A2-887C-1802C6263BF8}" destId="{889FB240-2B6C-4834-87D5-D022729AB7F1}" srcOrd="0" destOrd="0" presId="urn:microsoft.com/office/officeart/2016/7/layout/BasicLinearProcessNumbered"/>
    <dgm:cxn modelId="{E18A7AE7-E4F8-434C-837D-70F714FD1DAC}" srcId="{F4239D7E-BEE2-4FA6-AEAC-7C095F0CF56B}" destId="{5469057A-4EE5-4D3F-BDA5-FD5E32C1447D}" srcOrd="1" destOrd="0" parTransId="{D6B5F8DA-6794-4D97-9A6A-27CC5A21FAAB}" sibTransId="{83940C2A-A258-48A2-887C-1802C6263BF8}"/>
    <dgm:cxn modelId="{605889E7-E19D-4DD5-9C76-3F8EC08C29E3}" srcId="{F4239D7E-BEE2-4FA6-AEAC-7C095F0CF56B}" destId="{1D02E01B-5F47-4316-BEFC-FDA9C5AD04AA}" srcOrd="0" destOrd="0" parTransId="{C9EA4B78-AE22-46B0-850B-77C18665C7AF}" sibTransId="{2204A864-C028-498A-94A9-DE75906EB74C}"/>
    <dgm:cxn modelId="{5E9A6DE8-F5FF-40AA-913F-A59BCF91C9FB}" type="presParOf" srcId="{4931AB0F-0823-4CA0-87C6-86634DD95B8B}" destId="{A40D03E2-6E69-479E-B0EA-A9D9F8B14C96}" srcOrd="0" destOrd="0" presId="urn:microsoft.com/office/officeart/2016/7/layout/BasicLinearProcessNumbered"/>
    <dgm:cxn modelId="{19BEDB33-532D-4785-9386-0C8B051CE8A9}" type="presParOf" srcId="{A40D03E2-6E69-479E-B0EA-A9D9F8B14C96}" destId="{0102B90A-D28D-4380-9B9F-5EF08ECF3573}" srcOrd="0" destOrd="0" presId="urn:microsoft.com/office/officeart/2016/7/layout/BasicLinearProcessNumbered"/>
    <dgm:cxn modelId="{09BD7CBA-7DCE-4247-8CE2-BBA798BE888F}" type="presParOf" srcId="{A40D03E2-6E69-479E-B0EA-A9D9F8B14C96}" destId="{E3AF0B88-9FA0-4CC2-8959-72EB80DEF7B9}" srcOrd="1" destOrd="0" presId="urn:microsoft.com/office/officeart/2016/7/layout/BasicLinearProcessNumbered"/>
    <dgm:cxn modelId="{9A2BE57B-099F-4CDC-878B-692CA02FBE4E}" type="presParOf" srcId="{A40D03E2-6E69-479E-B0EA-A9D9F8B14C96}" destId="{8EAFD322-3338-4E59-99F9-A9A5A6A24768}" srcOrd="2" destOrd="0" presId="urn:microsoft.com/office/officeart/2016/7/layout/BasicLinearProcessNumbered"/>
    <dgm:cxn modelId="{8418300B-BE32-404D-A7B7-B3845D0C68C4}" type="presParOf" srcId="{A40D03E2-6E69-479E-B0EA-A9D9F8B14C96}" destId="{175E4C6E-3264-4D3E-8748-0D4184E7E551}" srcOrd="3" destOrd="0" presId="urn:microsoft.com/office/officeart/2016/7/layout/BasicLinearProcessNumbered"/>
    <dgm:cxn modelId="{7547BFE0-AA03-4607-9242-5F1A41389F4A}" type="presParOf" srcId="{4931AB0F-0823-4CA0-87C6-86634DD95B8B}" destId="{B2D903E2-877B-46A1-A0F5-681AC2684811}" srcOrd="1" destOrd="0" presId="urn:microsoft.com/office/officeart/2016/7/layout/BasicLinearProcessNumbered"/>
    <dgm:cxn modelId="{90DFC640-3D57-4E96-95F9-5781498B6088}" type="presParOf" srcId="{4931AB0F-0823-4CA0-87C6-86634DD95B8B}" destId="{7BE3466B-D5B3-4F33-90A4-75A78EC672E8}" srcOrd="2" destOrd="0" presId="urn:microsoft.com/office/officeart/2016/7/layout/BasicLinearProcessNumbered"/>
    <dgm:cxn modelId="{4F4E213E-DEA9-48AB-83EC-86496E6B69EF}" type="presParOf" srcId="{7BE3466B-D5B3-4F33-90A4-75A78EC672E8}" destId="{B0899E84-07FC-454D-ACBD-788963503AC7}" srcOrd="0" destOrd="0" presId="urn:microsoft.com/office/officeart/2016/7/layout/BasicLinearProcessNumbered"/>
    <dgm:cxn modelId="{20B9D8F7-5461-4FCC-886E-13211E6EA462}" type="presParOf" srcId="{7BE3466B-D5B3-4F33-90A4-75A78EC672E8}" destId="{889FB240-2B6C-4834-87D5-D022729AB7F1}" srcOrd="1" destOrd="0" presId="urn:microsoft.com/office/officeart/2016/7/layout/BasicLinearProcessNumbered"/>
    <dgm:cxn modelId="{2FE69966-ED3A-4E6D-8232-B6DFB71A6804}" type="presParOf" srcId="{7BE3466B-D5B3-4F33-90A4-75A78EC672E8}" destId="{6419D012-C42A-4905-9846-AA1C88C1BCD2}" srcOrd="2" destOrd="0" presId="urn:microsoft.com/office/officeart/2016/7/layout/BasicLinearProcessNumbered"/>
    <dgm:cxn modelId="{1FBCF7B2-FE62-402B-943C-A6FB42709E59}" type="presParOf" srcId="{7BE3466B-D5B3-4F33-90A4-75A78EC672E8}" destId="{CC4F90EC-8DF4-46F1-A768-FB69A341B1FE}" srcOrd="3" destOrd="0" presId="urn:microsoft.com/office/officeart/2016/7/layout/BasicLinearProcessNumbered"/>
    <dgm:cxn modelId="{B25A37E7-2C03-4BF1-B2ED-7351F73E3968}" type="presParOf" srcId="{4931AB0F-0823-4CA0-87C6-86634DD95B8B}" destId="{F6AED42E-308A-46C3-9E4E-B326E0BBD7D6}" srcOrd="3" destOrd="0" presId="urn:microsoft.com/office/officeart/2016/7/layout/BasicLinearProcessNumbered"/>
    <dgm:cxn modelId="{C15812BF-F0FC-4204-B501-E7296BAFBB89}" type="presParOf" srcId="{4931AB0F-0823-4CA0-87C6-86634DD95B8B}" destId="{ED9427D1-4CC2-4C6D-BC07-36B377F5CFC0}" srcOrd="4" destOrd="0" presId="urn:microsoft.com/office/officeart/2016/7/layout/BasicLinearProcessNumbered"/>
    <dgm:cxn modelId="{10FC8274-C5D2-4B6F-8DF1-CD900F470AEF}" type="presParOf" srcId="{ED9427D1-4CC2-4C6D-BC07-36B377F5CFC0}" destId="{988EC368-7DE5-403B-9F44-03B62C7E7EB6}" srcOrd="0" destOrd="0" presId="urn:microsoft.com/office/officeart/2016/7/layout/BasicLinearProcessNumbered"/>
    <dgm:cxn modelId="{62CE6649-989F-40FA-BC4E-5329AEB7401C}" type="presParOf" srcId="{ED9427D1-4CC2-4C6D-BC07-36B377F5CFC0}" destId="{1E4B7EAC-8329-4A61-937E-E98E599F6EA2}" srcOrd="1" destOrd="0" presId="urn:microsoft.com/office/officeart/2016/7/layout/BasicLinearProcessNumbered"/>
    <dgm:cxn modelId="{C1B86A79-B582-4391-9B66-9EA24E891F0C}" type="presParOf" srcId="{ED9427D1-4CC2-4C6D-BC07-36B377F5CFC0}" destId="{B87A8A7C-1492-4872-94C2-288DB8D776EF}" srcOrd="2" destOrd="0" presId="urn:microsoft.com/office/officeart/2016/7/layout/BasicLinearProcessNumbered"/>
    <dgm:cxn modelId="{C8518009-691D-4825-8C4E-C9F28E333858}" type="presParOf" srcId="{ED9427D1-4CC2-4C6D-BC07-36B377F5CFC0}" destId="{7760B65B-604E-4B81-8DE9-1C1F63F334D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34E2C1-FE3B-482E-8879-0416E7F7D0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427026DD-6A59-46DF-BCA2-532CF082EC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Most of the algorithms we have looked at so far have been </a:t>
          </a:r>
          <a:r>
            <a:rPr lang="en-US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polynomial-time algorithms  </a:t>
          </a:r>
          <a:r>
            <a:rPr lang="en-US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.</a:t>
          </a:r>
        </a:p>
      </dgm:t>
    </dgm:pt>
    <dgm:pt modelId="{76F4EE02-61A7-488C-87DF-8D83A176F81D}" type="parTrans" cxnId="{1D996A3C-B49B-4935-A294-9BF5A65A00A7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ADA456B9-5E32-4036-8A44-6CA772C60753}" type="sibTrans" cxnId="{1D996A3C-B49B-4935-A294-9BF5A65A00A7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ADD3E98F-983F-46DB-ABC0-AFAC87406E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On inputs of size n, their </a:t>
          </a:r>
          <a:r>
            <a:rPr lang="en-US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worst-case running time is O(</a:t>
          </a:r>
          <a:r>
            <a:rPr lang="en-US" dirty="0" err="1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n^k</a:t>
          </a:r>
          <a:r>
            <a:rPr lang="en-US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) </a:t>
          </a:r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for some constant k</a:t>
          </a:r>
        </a:p>
      </dgm:t>
    </dgm:pt>
    <dgm:pt modelId="{4D015AAB-B87B-4194-8155-2E15114F102B}" type="parTrans" cxnId="{A027C1F0-15F7-47D3-8534-02919608C4E6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D62287F6-E631-4A7C-8D13-49F206BC7A2A}" type="sibTrans" cxnId="{A027C1F0-15F7-47D3-8534-02919608C4E6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79AFC6B5-5B71-4EA7-97C2-9156FA762A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The general class of questions for which some algorithm can provide an </a:t>
          </a:r>
          <a:r>
            <a:rPr lang="en-US" b="0" i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answer in polynomial time </a:t>
          </a:r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is </a:t>
          </a:r>
          <a:r>
            <a:rPr lang="en-US" b="1" i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called "class P" or just "</a:t>
          </a:r>
          <a:r>
            <a:rPr lang="en-US" b="1" i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</a:t>
          </a:r>
          <a:r>
            <a:rPr lang="en-US" b="1" i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”</a:t>
          </a:r>
          <a:endParaRPr lang="en-US" b="1" dirty="0">
            <a:solidFill>
              <a:srgbClr val="C0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6B76245B-11EE-4F93-B4B5-7A4057C7C7B8}" type="parTrans" cxnId="{04CDD9AF-881A-45ED-B90D-72D336F55685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71C9ED4E-4664-4C58-A2FC-823A314FC69F}" type="sibTrans" cxnId="{04CDD9AF-881A-45ED-B90D-72D336F55685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B178AF8-AAC4-4234-AE91-D8EFAB9FA0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These problems are called</a:t>
          </a:r>
          <a:r>
            <a:rPr lang="en-US" b="0" i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 </a:t>
          </a:r>
          <a:r>
            <a:rPr lang="en-US" b="1" i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tractable</a:t>
          </a:r>
          <a:r>
            <a:rPr lang="en-US" b="0" i="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,</a:t>
          </a:r>
          <a:endParaRPr lang="en-US" dirty="0">
            <a:solidFill>
              <a:srgbClr val="FFC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682296AF-ED3F-42A5-9A8A-DB1145FEFCFB}" type="parTrans" cxnId="{BF1918F3-6A18-41E2-8153-C2E5C78F38E7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1DBCDBA-1D91-48E0-81FF-28BA240A56C2}" type="sibTrans" cxnId="{BF1918F3-6A18-41E2-8153-C2E5C78F38E7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4A4E62B9-192C-4B61-99B1-1000B0E5DBA4}" type="pres">
      <dgm:prSet presAssocID="{2A34E2C1-FE3B-482E-8879-0416E7F7D0D7}" presName="root" presStyleCnt="0">
        <dgm:presLayoutVars>
          <dgm:dir/>
          <dgm:resizeHandles val="exact"/>
        </dgm:presLayoutVars>
      </dgm:prSet>
      <dgm:spPr/>
    </dgm:pt>
    <dgm:pt modelId="{A8B67917-1361-4654-A6B7-70044A2F9B12}" type="pres">
      <dgm:prSet presAssocID="{427026DD-6A59-46DF-BCA2-532CF082EC5F}" presName="compNode" presStyleCnt="0"/>
      <dgm:spPr/>
    </dgm:pt>
    <dgm:pt modelId="{3FF1F3B4-E233-430A-B289-F9C9B1ECFD1B}" type="pres">
      <dgm:prSet presAssocID="{427026DD-6A59-46DF-BCA2-532CF082EC5F}" presName="bgRect" presStyleLbl="bgShp" presStyleIdx="0" presStyleCnt="4" custLinFactNeighborX="-19420" custLinFactNeighborY="5550"/>
      <dgm:spPr/>
    </dgm:pt>
    <dgm:pt modelId="{6887EAE2-1EDD-4FA2-ABC2-31DC4DF1C074}" type="pres">
      <dgm:prSet presAssocID="{427026DD-6A59-46DF-BCA2-532CF082EC5F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83A7897-DE01-43C9-9F43-2DFDF143AE8E}" type="pres">
      <dgm:prSet presAssocID="{427026DD-6A59-46DF-BCA2-532CF082EC5F}" presName="spaceRect" presStyleCnt="0"/>
      <dgm:spPr/>
    </dgm:pt>
    <dgm:pt modelId="{F17AB4A3-0423-44E4-A0D5-6203619DBF5C}" type="pres">
      <dgm:prSet presAssocID="{427026DD-6A59-46DF-BCA2-532CF082EC5F}" presName="parTx" presStyleLbl="revTx" presStyleIdx="0" presStyleCnt="4">
        <dgm:presLayoutVars>
          <dgm:chMax val="0"/>
          <dgm:chPref val="0"/>
        </dgm:presLayoutVars>
      </dgm:prSet>
      <dgm:spPr/>
    </dgm:pt>
    <dgm:pt modelId="{097F5BEA-AF9F-4360-98EA-7BCE75C0A2B5}" type="pres">
      <dgm:prSet presAssocID="{ADA456B9-5E32-4036-8A44-6CA772C60753}" presName="sibTrans" presStyleCnt="0"/>
      <dgm:spPr/>
    </dgm:pt>
    <dgm:pt modelId="{ADA4884D-9FEC-4CC0-9A40-3408EAEF4BCB}" type="pres">
      <dgm:prSet presAssocID="{ADD3E98F-983F-46DB-ABC0-AFAC87406EF4}" presName="compNode" presStyleCnt="0"/>
      <dgm:spPr/>
    </dgm:pt>
    <dgm:pt modelId="{DBBA86E0-EDC7-461D-BDA8-F700127B5983}" type="pres">
      <dgm:prSet presAssocID="{ADD3E98F-983F-46DB-ABC0-AFAC87406EF4}" presName="bgRect" presStyleLbl="bgShp" presStyleIdx="1" presStyleCnt="4"/>
      <dgm:spPr/>
    </dgm:pt>
    <dgm:pt modelId="{C5A45666-F77A-498B-A456-203E28469591}" type="pres">
      <dgm:prSet presAssocID="{ADD3E98F-983F-46DB-ABC0-AFAC87406EF4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398224D6-50BE-43D4-B5E9-50684A85488D}" type="pres">
      <dgm:prSet presAssocID="{ADD3E98F-983F-46DB-ABC0-AFAC87406EF4}" presName="spaceRect" presStyleCnt="0"/>
      <dgm:spPr/>
    </dgm:pt>
    <dgm:pt modelId="{595B180B-540E-41B0-8066-7C28887C6B62}" type="pres">
      <dgm:prSet presAssocID="{ADD3E98F-983F-46DB-ABC0-AFAC87406EF4}" presName="parTx" presStyleLbl="revTx" presStyleIdx="1" presStyleCnt="4">
        <dgm:presLayoutVars>
          <dgm:chMax val="0"/>
          <dgm:chPref val="0"/>
        </dgm:presLayoutVars>
      </dgm:prSet>
      <dgm:spPr/>
    </dgm:pt>
    <dgm:pt modelId="{0A58D6C4-598D-4315-A70B-18E2425EBF1C}" type="pres">
      <dgm:prSet presAssocID="{D62287F6-E631-4A7C-8D13-49F206BC7A2A}" presName="sibTrans" presStyleCnt="0"/>
      <dgm:spPr/>
    </dgm:pt>
    <dgm:pt modelId="{EAE89C18-A2CF-40B9-A8CD-6CD759CE9098}" type="pres">
      <dgm:prSet presAssocID="{0B178AF8-AAC4-4234-AE91-D8EFAB9FA039}" presName="compNode" presStyleCnt="0"/>
      <dgm:spPr/>
    </dgm:pt>
    <dgm:pt modelId="{A9A6AD2A-31B8-4270-BD60-3EC7623C4077}" type="pres">
      <dgm:prSet presAssocID="{0B178AF8-AAC4-4234-AE91-D8EFAB9FA039}" presName="bgRect" presStyleLbl="bgShp" presStyleIdx="2" presStyleCnt="4"/>
      <dgm:spPr/>
    </dgm:pt>
    <dgm:pt modelId="{D5EC24CE-6A80-4E3B-A286-0703AE28E903}" type="pres">
      <dgm:prSet presAssocID="{0B178AF8-AAC4-4234-AE91-D8EFAB9FA039}" presName="iconRect" presStyleLbl="node1" presStyleIdx="2" presStyleCnt="4"/>
      <dgm:spPr/>
    </dgm:pt>
    <dgm:pt modelId="{EB665EE1-FF5F-4514-BE55-B60D1F8B7E95}" type="pres">
      <dgm:prSet presAssocID="{0B178AF8-AAC4-4234-AE91-D8EFAB9FA039}" presName="spaceRect" presStyleCnt="0"/>
      <dgm:spPr/>
    </dgm:pt>
    <dgm:pt modelId="{3872F5B1-5296-4E86-983D-FE1B29AA3FBE}" type="pres">
      <dgm:prSet presAssocID="{0B178AF8-AAC4-4234-AE91-D8EFAB9FA039}" presName="parTx" presStyleLbl="revTx" presStyleIdx="2" presStyleCnt="4">
        <dgm:presLayoutVars>
          <dgm:chMax val="0"/>
          <dgm:chPref val="0"/>
        </dgm:presLayoutVars>
      </dgm:prSet>
      <dgm:spPr/>
    </dgm:pt>
    <dgm:pt modelId="{04C61F2A-E97C-4C53-AB53-6675FB2CFED2}" type="pres">
      <dgm:prSet presAssocID="{01DBCDBA-1D91-48E0-81FF-28BA240A56C2}" presName="sibTrans" presStyleCnt="0"/>
      <dgm:spPr/>
    </dgm:pt>
    <dgm:pt modelId="{4524FB51-402F-438F-987F-9547EBD4093A}" type="pres">
      <dgm:prSet presAssocID="{79AFC6B5-5B71-4EA7-97C2-9156FA762AC1}" presName="compNode" presStyleCnt="0"/>
      <dgm:spPr/>
    </dgm:pt>
    <dgm:pt modelId="{AFCD5699-DFEB-45D1-ADD6-F6E7431BC67E}" type="pres">
      <dgm:prSet presAssocID="{79AFC6B5-5B71-4EA7-97C2-9156FA762AC1}" presName="bgRect" presStyleLbl="bgShp" presStyleIdx="3" presStyleCnt="4"/>
      <dgm:spPr/>
    </dgm:pt>
    <dgm:pt modelId="{AAE3A4F8-9BF7-464B-93F0-54CCFDEBFAB6}" type="pres">
      <dgm:prSet presAssocID="{79AFC6B5-5B71-4EA7-97C2-9156FA762AC1}" presName="iconRect" presStyleLbl="node1" presStyleIdx="3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C5BCE9FD-5915-4656-AF42-1F4226DBF553}" type="pres">
      <dgm:prSet presAssocID="{79AFC6B5-5B71-4EA7-97C2-9156FA762AC1}" presName="spaceRect" presStyleCnt="0"/>
      <dgm:spPr/>
    </dgm:pt>
    <dgm:pt modelId="{44ED611F-4212-4F52-B8A2-4E98AC9517E1}" type="pres">
      <dgm:prSet presAssocID="{79AFC6B5-5B71-4EA7-97C2-9156FA762AC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0E4771F-15C7-4FF3-82FE-256DAE10AFB1}" type="presOf" srcId="{427026DD-6A59-46DF-BCA2-532CF082EC5F}" destId="{F17AB4A3-0423-44E4-A0D5-6203619DBF5C}" srcOrd="0" destOrd="0" presId="urn:microsoft.com/office/officeart/2018/2/layout/IconVerticalSolidList"/>
    <dgm:cxn modelId="{1D996A3C-B49B-4935-A294-9BF5A65A00A7}" srcId="{2A34E2C1-FE3B-482E-8879-0416E7F7D0D7}" destId="{427026DD-6A59-46DF-BCA2-532CF082EC5F}" srcOrd="0" destOrd="0" parTransId="{76F4EE02-61A7-488C-87DF-8D83A176F81D}" sibTransId="{ADA456B9-5E32-4036-8A44-6CA772C60753}"/>
    <dgm:cxn modelId="{56BAED45-9062-4564-A346-DC53C5592904}" type="presOf" srcId="{79AFC6B5-5B71-4EA7-97C2-9156FA762AC1}" destId="{44ED611F-4212-4F52-B8A2-4E98AC9517E1}" srcOrd="0" destOrd="0" presId="urn:microsoft.com/office/officeart/2018/2/layout/IconVerticalSolidList"/>
    <dgm:cxn modelId="{CCD7E169-9C4D-4F10-9DF0-B4F8BB120B06}" type="presOf" srcId="{0B178AF8-AAC4-4234-AE91-D8EFAB9FA039}" destId="{3872F5B1-5296-4E86-983D-FE1B29AA3FBE}" srcOrd="0" destOrd="0" presId="urn:microsoft.com/office/officeart/2018/2/layout/IconVerticalSolidList"/>
    <dgm:cxn modelId="{0C626C54-6125-4F1B-AD78-4A2A80385D00}" type="presOf" srcId="{2A34E2C1-FE3B-482E-8879-0416E7F7D0D7}" destId="{4A4E62B9-192C-4B61-99B1-1000B0E5DBA4}" srcOrd="0" destOrd="0" presId="urn:microsoft.com/office/officeart/2018/2/layout/IconVerticalSolidList"/>
    <dgm:cxn modelId="{5AABF058-4E2A-4D54-B086-F1393057AB16}" type="presOf" srcId="{ADD3E98F-983F-46DB-ABC0-AFAC87406EF4}" destId="{595B180B-540E-41B0-8066-7C28887C6B62}" srcOrd="0" destOrd="0" presId="urn:microsoft.com/office/officeart/2018/2/layout/IconVerticalSolidList"/>
    <dgm:cxn modelId="{04CDD9AF-881A-45ED-B90D-72D336F55685}" srcId="{2A34E2C1-FE3B-482E-8879-0416E7F7D0D7}" destId="{79AFC6B5-5B71-4EA7-97C2-9156FA762AC1}" srcOrd="3" destOrd="0" parTransId="{6B76245B-11EE-4F93-B4B5-7A4057C7C7B8}" sibTransId="{71C9ED4E-4664-4C58-A2FC-823A314FC69F}"/>
    <dgm:cxn modelId="{A027C1F0-15F7-47D3-8534-02919608C4E6}" srcId="{2A34E2C1-FE3B-482E-8879-0416E7F7D0D7}" destId="{ADD3E98F-983F-46DB-ABC0-AFAC87406EF4}" srcOrd="1" destOrd="0" parTransId="{4D015AAB-B87B-4194-8155-2E15114F102B}" sibTransId="{D62287F6-E631-4A7C-8D13-49F206BC7A2A}"/>
    <dgm:cxn modelId="{BF1918F3-6A18-41E2-8153-C2E5C78F38E7}" srcId="{2A34E2C1-FE3B-482E-8879-0416E7F7D0D7}" destId="{0B178AF8-AAC4-4234-AE91-D8EFAB9FA039}" srcOrd="2" destOrd="0" parTransId="{682296AF-ED3F-42A5-9A8A-DB1145FEFCFB}" sibTransId="{01DBCDBA-1D91-48E0-81FF-28BA240A56C2}"/>
    <dgm:cxn modelId="{201C3705-0CA8-4B4B-8BF7-03CDCCB63360}" type="presParOf" srcId="{4A4E62B9-192C-4B61-99B1-1000B0E5DBA4}" destId="{A8B67917-1361-4654-A6B7-70044A2F9B12}" srcOrd="0" destOrd="0" presId="urn:microsoft.com/office/officeart/2018/2/layout/IconVerticalSolidList"/>
    <dgm:cxn modelId="{18D569FC-957A-4CB4-B5EB-8869D19F46E1}" type="presParOf" srcId="{A8B67917-1361-4654-A6B7-70044A2F9B12}" destId="{3FF1F3B4-E233-430A-B289-F9C9B1ECFD1B}" srcOrd="0" destOrd="0" presId="urn:microsoft.com/office/officeart/2018/2/layout/IconVerticalSolidList"/>
    <dgm:cxn modelId="{9395131E-3F4A-4B24-8296-340D4C653E8F}" type="presParOf" srcId="{A8B67917-1361-4654-A6B7-70044A2F9B12}" destId="{6887EAE2-1EDD-4FA2-ABC2-31DC4DF1C074}" srcOrd="1" destOrd="0" presId="urn:microsoft.com/office/officeart/2018/2/layout/IconVerticalSolidList"/>
    <dgm:cxn modelId="{B85015FC-EA22-496B-8B7E-44C2BEACFE11}" type="presParOf" srcId="{A8B67917-1361-4654-A6B7-70044A2F9B12}" destId="{183A7897-DE01-43C9-9F43-2DFDF143AE8E}" srcOrd="2" destOrd="0" presId="urn:microsoft.com/office/officeart/2018/2/layout/IconVerticalSolidList"/>
    <dgm:cxn modelId="{B28EEA70-3A48-4B7E-BB5B-8B8B989B13F8}" type="presParOf" srcId="{A8B67917-1361-4654-A6B7-70044A2F9B12}" destId="{F17AB4A3-0423-44E4-A0D5-6203619DBF5C}" srcOrd="3" destOrd="0" presId="urn:microsoft.com/office/officeart/2018/2/layout/IconVerticalSolidList"/>
    <dgm:cxn modelId="{33318EEF-C2A3-4F52-8C1B-00B0853488D8}" type="presParOf" srcId="{4A4E62B9-192C-4B61-99B1-1000B0E5DBA4}" destId="{097F5BEA-AF9F-4360-98EA-7BCE75C0A2B5}" srcOrd="1" destOrd="0" presId="urn:microsoft.com/office/officeart/2018/2/layout/IconVerticalSolidList"/>
    <dgm:cxn modelId="{F5DD9455-CDC5-47B0-A9E6-7D52BEC5D6E5}" type="presParOf" srcId="{4A4E62B9-192C-4B61-99B1-1000B0E5DBA4}" destId="{ADA4884D-9FEC-4CC0-9A40-3408EAEF4BCB}" srcOrd="2" destOrd="0" presId="urn:microsoft.com/office/officeart/2018/2/layout/IconVerticalSolidList"/>
    <dgm:cxn modelId="{256A9859-D9CE-4C77-8C53-80ADEC689D8C}" type="presParOf" srcId="{ADA4884D-9FEC-4CC0-9A40-3408EAEF4BCB}" destId="{DBBA86E0-EDC7-461D-BDA8-F700127B5983}" srcOrd="0" destOrd="0" presId="urn:microsoft.com/office/officeart/2018/2/layout/IconVerticalSolidList"/>
    <dgm:cxn modelId="{281258ED-4A35-4A83-8F49-530F4B03F8C8}" type="presParOf" srcId="{ADA4884D-9FEC-4CC0-9A40-3408EAEF4BCB}" destId="{C5A45666-F77A-498B-A456-203E28469591}" srcOrd="1" destOrd="0" presId="urn:microsoft.com/office/officeart/2018/2/layout/IconVerticalSolidList"/>
    <dgm:cxn modelId="{05D5318E-87BB-4D93-A624-B359D3B04EDA}" type="presParOf" srcId="{ADA4884D-9FEC-4CC0-9A40-3408EAEF4BCB}" destId="{398224D6-50BE-43D4-B5E9-50684A85488D}" srcOrd="2" destOrd="0" presId="urn:microsoft.com/office/officeart/2018/2/layout/IconVerticalSolidList"/>
    <dgm:cxn modelId="{8F9DAFE3-0F6E-45CC-9572-3F7159CB430A}" type="presParOf" srcId="{ADA4884D-9FEC-4CC0-9A40-3408EAEF4BCB}" destId="{595B180B-540E-41B0-8066-7C28887C6B62}" srcOrd="3" destOrd="0" presId="urn:microsoft.com/office/officeart/2018/2/layout/IconVerticalSolidList"/>
    <dgm:cxn modelId="{448776FD-FF49-4AA5-A57B-1B4A0C2DDD9D}" type="presParOf" srcId="{4A4E62B9-192C-4B61-99B1-1000B0E5DBA4}" destId="{0A58D6C4-598D-4315-A70B-18E2425EBF1C}" srcOrd="3" destOrd="0" presId="urn:microsoft.com/office/officeart/2018/2/layout/IconVerticalSolidList"/>
    <dgm:cxn modelId="{2D4A62FA-B093-494B-98C1-4942D368FD98}" type="presParOf" srcId="{4A4E62B9-192C-4B61-99B1-1000B0E5DBA4}" destId="{EAE89C18-A2CF-40B9-A8CD-6CD759CE9098}" srcOrd="4" destOrd="0" presId="urn:microsoft.com/office/officeart/2018/2/layout/IconVerticalSolidList"/>
    <dgm:cxn modelId="{8CF9CA3F-897B-447A-8B29-D8DA28AACE29}" type="presParOf" srcId="{EAE89C18-A2CF-40B9-A8CD-6CD759CE9098}" destId="{A9A6AD2A-31B8-4270-BD60-3EC7623C4077}" srcOrd="0" destOrd="0" presId="urn:microsoft.com/office/officeart/2018/2/layout/IconVerticalSolidList"/>
    <dgm:cxn modelId="{0DE819DA-672C-439F-A53E-1BA5FA7E4E0E}" type="presParOf" srcId="{EAE89C18-A2CF-40B9-A8CD-6CD759CE9098}" destId="{D5EC24CE-6A80-4E3B-A286-0703AE28E903}" srcOrd="1" destOrd="0" presId="urn:microsoft.com/office/officeart/2018/2/layout/IconVerticalSolidList"/>
    <dgm:cxn modelId="{ED45F5A5-D96D-4889-820E-EE93361A7104}" type="presParOf" srcId="{EAE89C18-A2CF-40B9-A8CD-6CD759CE9098}" destId="{EB665EE1-FF5F-4514-BE55-B60D1F8B7E95}" srcOrd="2" destOrd="0" presId="urn:microsoft.com/office/officeart/2018/2/layout/IconVerticalSolidList"/>
    <dgm:cxn modelId="{294C70A3-DC49-4D1E-A550-83DDEC9FBC1A}" type="presParOf" srcId="{EAE89C18-A2CF-40B9-A8CD-6CD759CE9098}" destId="{3872F5B1-5296-4E86-983D-FE1B29AA3FBE}" srcOrd="3" destOrd="0" presId="urn:microsoft.com/office/officeart/2018/2/layout/IconVerticalSolidList"/>
    <dgm:cxn modelId="{2BDDB22B-4822-4F8F-AA50-6A891C6EB07F}" type="presParOf" srcId="{4A4E62B9-192C-4B61-99B1-1000B0E5DBA4}" destId="{04C61F2A-E97C-4C53-AB53-6675FB2CFED2}" srcOrd="5" destOrd="0" presId="urn:microsoft.com/office/officeart/2018/2/layout/IconVerticalSolidList"/>
    <dgm:cxn modelId="{92D07EC0-68D0-41AB-BBA6-BCA8F3B4C2B9}" type="presParOf" srcId="{4A4E62B9-192C-4B61-99B1-1000B0E5DBA4}" destId="{4524FB51-402F-438F-987F-9547EBD4093A}" srcOrd="6" destOrd="0" presId="urn:microsoft.com/office/officeart/2018/2/layout/IconVerticalSolidList"/>
    <dgm:cxn modelId="{8D1DF9EB-8474-4B47-8593-CD6C151DE988}" type="presParOf" srcId="{4524FB51-402F-438F-987F-9547EBD4093A}" destId="{AFCD5699-DFEB-45D1-ADD6-F6E7431BC67E}" srcOrd="0" destOrd="0" presId="urn:microsoft.com/office/officeart/2018/2/layout/IconVerticalSolidList"/>
    <dgm:cxn modelId="{EBBE4D99-8F9B-4222-95EB-DD6A3D923161}" type="presParOf" srcId="{4524FB51-402F-438F-987F-9547EBD4093A}" destId="{AAE3A4F8-9BF7-464B-93F0-54CCFDEBFAB6}" srcOrd="1" destOrd="0" presId="urn:microsoft.com/office/officeart/2018/2/layout/IconVerticalSolidList"/>
    <dgm:cxn modelId="{C04FC353-D345-4A74-8FE4-96461E9E0694}" type="presParOf" srcId="{4524FB51-402F-438F-987F-9547EBD4093A}" destId="{C5BCE9FD-5915-4656-AF42-1F4226DBF553}" srcOrd="2" destOrd="0" presId="urn:microsoft.com/office/officeart/2018/2/layout/IconVerticalSolidList"/>
    <dgm:cxn modelId="{A412F2CC-1217-4BC8-9BEA-13A854A98BB2}" type="presParOf" srcId="{4524FB51-402F-438F-987F-9547EBD4093A}" destId="{44ED611F-4212-4F52-B8A2-4E98AC9517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E524A6-653A-43F6-9992-3A6A9A68E89D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1AB10C1-DEA7-4E0C-8763-A324F64BA947}">
      <dgm:prSet/>
      <dgm:spPr/>
      <dgm:t>
        <a:bodyPr/>
        <a:lstStyle/>
        <a:p>
          <a:r>
            <a:rPr lang="en-US"/>
            <a:t>Fractional Knapsack</a:t>
          </a:r>
        </a:p>
      </dgm:t>
    </dgm:pt>
    <dgm:pt modelId="{36106269-E6BC-4700-8DDD-8652D932DF59}" type="parTrans" cxnId="{22593751-6EC7-49D6-9B7B-0877EC5FF61D}">
      <dgm:prSet/>
      <dgm:spPr/>
      <dgm:t>
        <a:bodyPr/>
        <a:lstStyle/>
        <a:p>
          <a:endParaRPr lang="en-US"/>
        </a:p>
      </dgm:t>
    </dgm:pt>
    <dgm:pt modelId="{17AF2D89-2565-4877-A237-FDF72E220AC6}" type="sibTrans" cxnId="{22593751-6EC7-49D6-9B7B-0877EC5FF61D}">
      <dgm:prSet/>
      <dgm:spPr/>
      <dgm:t>
        <a:bodyPr/>
        <a:lstStyle/>
        <a:p>
          <a:endParaRPr lang="en-US"/>
        </a:p>
      </dgm:t>
    </dgm:pt>
    <dgm:pt modelId="{1B7B542D-4BEA-4A22-AE42-11B73743C1D1}">
      <dgm:prSet/>
      <dgm:spPr/>
      <dgm:t>
        <a:bodyPr/>
        <a:lstStyle/>
        <a:p>
          <a:r>
            <a:rPr lang="en-US"/>
            <a:t>MST </a:t>
          </a:r>
        </a:p>
      </dgm:t>
    </dgm:pt>
    <dgm:pt modelId="{D88F712E-393D-45EB-9B27-E44BCBEA25C5}" type="parTrans" cxnId="{64B1AA7E-0C27-4DB6-894D-BE6241A92921}">
      <dgm:prSet/>
      <dgm:spPr/>
      <dgm:t>
        <a:bodyPr/>
        <a:lstStyle/>
        <a:p>
          <a:endParaRPr lang="en-US"/>
        </a:p>
      </dgm:t>
    </dgm:pt>
    <dgm:pt modelId="{87D58187-1473-4630-B49B-392C61C61440}" type="sibTrans" cxnId="{64B1AA7E-0C27-4DB6-894D-BE6241A92921}">
      <dgm:prSet/>
      <dgm:spPr/>
      <dgm:t>
        <a:bodyPr/>
        <a:lstStyle/>
        <a:p>
          <a:endParaRPr lang="en-US"/>
        </a:p>
      </dgm:t>
    </dgm:pt>
    <dgm:pt modelId="{43715C37-557A-4D4B-867B-AA240D9E1D92}">
      <dgm:prSet/>
      <dgm:spPr/>
      <dgm:t>
        <a:bodyPr/>
        <a:lstStyle/>
        <a:p>
          <a:r>
            <a:rPr lang="en-US"/>
            <a:t>Sorting</a:t>
          </a:r>
        </a:p>
      </dgm:t>
    </dgm:pt>
    <dgm:pt modelId="{F38DEFC0-DD66-46B2-B158-7D09367BD9E5}" type="parTrans" cxnId="{ED12C857-99F6-4F7C-B55C-32FE7F12A325}">
      <dgm:prSet/>
      <dgm:spPr/>
      <dgm:t>
        <a:bodyPr/>
        <a:lstStyle/>
        <a:p>
          <a:endParaRPr lang="en-US"/>
        </a:p>
      </dgm:t>
    </dgm:pt>
    <dgm:pt modelId="{79510737-18FF-4B0B-9F0A-7E522D397C4E}" type="sibTrans" cxnId="{ED12C857-99F6-4F7C-B55C-32FE7F12A325}">
      <dgm:prSet/>
      <dgm:spPr/>
      <dgm:t>
        <a:bodyPr/>
        <a:lstStyle/>
        <a:p>
          <a:endParaRPr lang="en-US"/>
        </a:p>
      </dgm:t>
    </dgm:pt>
    <dgm:pt modelId="{7782060F-349A-4EC7-91F9-F4C9B9ADC08A}" type="pres">
      <dgm:prSet presAssocID="{EAE524A6-653A-43F6-9992-3A6A9A68E89D}" presName="linear" presStyleCnt="0">
        <dgm:presLayoutVars>
          <dgm:dir/>
          <dgm:animLvl val="lvl"/>
          <dgm:resizeHandles val="exact"/>
        </dgm:presLayoutVars>
      </dgm:prSet>
      <dgm:spPr/>
    </dgm:pt>
    <dgm:pt modelId="{44DFBEDB-96D4-4E4F-A369-C5968BB52E36}" type="pres">
      <dgm:prSet presAssocID="{C1AB10C1-DEA7-4E0C-8763-A324F64BA947}" presName="parentLin" presStyleCnt="0"/>
      <dgm:spPr/>
    </dgm:pt>
    <dgm:pt modelId="{D3E6254B-F5B5-40C5-9A83-3C175E87999E}" type="pres">
      <dgm:prSet presAssocID="{C1AB10C1-DEA7-4E0C-8763-A324F64BA947}" presName="parentLeftMargin" presStyleLbl="node1" presStyleIdx="0" presStyleCnt="3"/>
      <dgm:spPr/>
    </dgm:pt>
    <dgm:pt modelId="{26E5F6E8-B5B1-420D-B159-63EC3C0A74FA}" type="pres">
      <dgm:prSet presAssocID="{C1AB10C1-DEA7-4E0C-8763-A324F64BA9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8EB5984-94C3-40F1-BE6F-9F21802236F1}" type="pres">
      <dgm:prSet presAssocID="{C1AB10C1-DEA7-4E0C-8763-A324F64BA947}" presName="negativeSpace" presStyleCnt="0"/>
      <dgm:spPr/>
    </dgm:pt>
    <dgm:pt modelId="{E1C99C73-A7BB-4851-BB39-AB7C346DEB1C}" type="pres">
      <dgm:prSet presAssocID="{C1AB10C1-DEA7-4E0C-8763-A324F64BA947}" presName="childText" presStyleLbl="conFgAcc1" presStyleIdx="0" presStyleCnt="3">
        <dgm:presLayoutVars>
          <dgm:bulletEnabled val="1"/>
        </dgm:presLayoutVars>
      </dgm:prSet>
      <dgm:spPr/>
    </dgm:pt>
    <dgm:pt modelId="{A2562477-B0E4-40D8-A6B8-68927C77F39A}" type="pres">
      <dgm:prSet presAssocID="{17AF2D89-2565-4877-A237-FDF72E220AC6}" presName="spaceBetweenRectangles" presStyleCnt="0"/>
      <dgm:spPr/>
    </dgm:pt>
    <dgm:pt modelId="{7E98D84F-F07F-455E-828B-FA4B804650FB}" type="pres">
      <dgm:prSet presAssocID="{1B7B542D-4BEA-4A22-AE42-11B73743C1D1}" presName="parentLin" presStyleCnt="0"/>
      <dgm:spPr/>
    </dgm:pt>
    <dgm:pt modelId="{557AB6D9-4F37-417C-A5A4-BD4C436432FC}" type="pres">
      <dgm:prSet presAssocID="{1B7B542D-4BEA-4A22-AE42-11B73743C1D1}" presName="parentLeftMargin" presStyleLbl="node1" presStyleIdx="0" presStyleCnt="3"/>
      <dgm:spPr/>
    </dgm:pt>
    <dgm:pt modelId="{0FA94A42-909C-40F7-A969-FEB4B2751C2F}" type="pres">
      <dgm:prSet presAssocID="{1B7B542D-4BEA-4A22-AE42-11B73743C1D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DC1C49E-3591-4153-91BA-8A5F1B1F515C}" type="pres">
      <dgm:prSet presAssocID="{1B7B542D-4BEA-4A22-AE42-11B73743C1D1}" presName="negativeSpace" presStyleCnt="0"/>
      <dgm:spPr/>
    </dgm:pt>
    <dgm:pt modelId="{AFE32462-DB8C-4660-82B8-1DDD1EC6DA2B}" type="pres">
      <dgm:prSet presAssocID="{1B7B542D-4BEA-4A22-AE42-11B73743C1D1}" presName="childText" presStyleLbl="conFgAcc1" presStyleIdx="1" presStyleCnt="3">
        <dgm:presLayoutVars>
          <dgm:bulletEnabled val="1"/>
        </dgm:presLayoutVars>
      </dgm:prSet>
      <dgm:spPr/>
    </dgm:pt>
    <dgm:pt modelId="{0FFE5DEE-55DB-4708-92E6-71DFFB9E5610}" type="pres">
      <dgm:prSet presAssocID="{87D58187-1473-4630-B49B-392C61C61440}" presName="spaceBetweenRectangles" presStyleCnt="0"/>
      <dgm:spPr/>
    </dgm:pt>
    <dgm:pt modelId="{3D0DF0A3-4295-421D-A04A-F25AA87D7C9F}" type="pres">
      <dgm:prSet presAssocID="{43715C37-557A-4D4B-867B-AA240D9E1D92}" presName="parentLin" presStyleCnt="0"/>
      <dgm:spPr/>
    </dgm:pt>
    <dgm:pt modelId="{FBA1C1EC-2B5C-40C5-A3EF-B88A8BABC3D5}" type="pres">
      <dgm:prSet presAssocID="{43715C37-557A-4D4B-867B-AA240D9E1D92}" presName="parentLeftMargin" presStyleLbl="node1" presStyleIdx="1" presStyleCnt="3"/>
      <dgm:spPr/>
    </dgm:pt>
    <dgm:pt modelId="{0B49D4CE-0E8A-4B40-8BAA-BEF297B55ECE}" type="pres">
      <dgm:prSet presAssocID="{43715C37-557A-4D4B-867B-AA240D9E1D9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1B3B00D-88F7-47FE-AC12-9A4BB1FB8B09}" type="pres">
      <dgm:prSet presAssocID="{43715C37-557A-4D4B-867B-AA240D9E1D92}" presName="negativeSpace" presStyleCnt="0"/>
      <dgm:spPr/>
    </dgm:pt>
    <dgm:pt modelId="{718110D4-C08C-4E6C-B408-391EC17C9335}" type="pres">
      <dgm:prSet presAssocID="{43715C37-557A-4D4B-867B-AA240D9E1D9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97DBE33-371A-43A7-AA1A-C54FBBDB024E}" type="presOf" srcId="{C1AB10C1-DEA7-4E0C-8763-A324F64BA947}" destId="{D3E6254B-F5B5-40C5-9A83-3C175E87999E}" srcOrd="0" destOrd="0" presId="urn:microsoft.com/office/officeart/2005/8/layout/list1"/>
    <dgm:cxn modelId="{3A276144-2D7D-45A9-8FAA-8AD716E5802A}" type="presOf" srcId="{43715C37-557A-4D4B-867B-AA240D9E1D92}" destId="{FBA1C1EC-2B5C-40C5-A3EF-B88A8BABC3D5}" srcOrd="0" destOrd="0" presId="urn:microsoft.com/office/officeart/2005/8/layout/list1"/>
    <dgm:cxn modelId="{7938BA48-58A8-46F3-80E1-637EB7C1859E}" type="presOf" srcId="{1B7B542D-4BEA-4A22-AE42-11B73743C1D1}" destId="{557AB6D9-4F37-417C-A5A4-BD4C436432FC}" srcOrd="0" destOrd="0" presId="urn:microsoft.com/office/officeart/2005/8/layout/list1"/>
    <dgm:cxn modelId="{22593751-6EC7-49D6-9B7B-0877EC5FF61D}" srcId="{EAE524A6-653A-43F6-9992-3A6A9A68E89D}" destId="{C1AB10C1-DEA7-4E0C-8763-A324F64BA947}" srcOrd="0" destOrd="0" parTransId="{36106269-E6BC-4700-8DDD-8652D932DF59}" sibTransId="{17AF2D89-2565-4877-A237-FDF72E220AC6}"/>
    <dgm:cxn modelId="{A4C82A55-C27B-46D6-8F2F-B6718DEAEC8C}" type="presOf" srcId="{1B7B542D-4BEA-4A22-AE42-11B73743C1D1}" destId="{0FA94A42-909C-40F7-A969-FEB4B2751C2F}" srcOrd="1" destOrd="0" presId="urn:microsoft.com/office/officeart/2005/8/layout/list1"/>
    <dgm:cxn modelId="{ED12C857-99F6-4F7C-B55C-32FE7F12A325}" srcId="{EAE524A6-653A-43F6-9992-3A6A9A68E89D}" destId="{43715C37-557A-4D4B-867B-AA240D9E1D92}" srcOrd="2" destOrd="0" parTransId="{F38DEFC0-DD66-46B2-B158-7D09367BD9E5}" sibTransId="{79510737-18FF-4B0B-9F0A-7E522D397C4E}"/>
    <dgm:cxn modelId="{64B1AA7E-0C27-4DB6-894D-BE6241A92921}" srcId="{EAE524A6-653A-43F6-9992-3A6A9A68E89D}" destId="{1B7B542D-4BEA-4A22-AE42-11B73743C1D1}" srcOrd="1" destOrd="0" parTransId="{D88F712E-393D-45EB-9B27-E44BCBEA25C5}" sibTransId="{87D58187-1473-4630-B49B-392C61C61440}"/>
    <dgm:cxn modelId="{29F840B6-C877-4D4D-8BA2-F7DA10C0AFF1}" type="presOf" srcId="{C1AB10C1-DEA7-4E0C-8763-A324F64BA947}" destId="{26E5F6E8-B5B1-420D-B159-63EC3C0A74FA}" srcOrd="1" destOrd="0" presId="urn:microsoft.com/office/officeart/2005/8/layout/list1"/>
    <dgm:cxn modelId="{5920F1D6-9275-4B3A-A539-A82AEA1A6DB4}" type="presOf" srcId="{43715C37-557A-4D4B-867B-AA240D9E1D92}" destId="{0B49D4CE-0E8A-4B40-8BAA-BEF297B55ECE}" srcOrd="1" destOrd="0" presId="urn:microsoft.com/office/officeart/2005/8/layout/list1"/>
    <dgm:cxn modelId="{852E79FE-6A61-4FBF-AF5C-5945CDF1D283}" type="presOf" srcId="{EAE524A6-653A-43F6-9992-3A6A9A68E89D}" destId="{7782060F-349A-4EC7-91F9-F4C9B9ADC08A}" srcOrd="0" destOrd="0" presId="urn:microsoft.com/office/officeart/2005/8/layout/list1"/>
    <dgm:cxn modelId="{5091F81D-A714-4975-ADA6-F66B4A84B1D3}" type="presParOf" srcId="{7782060F-349A-4EC7-91F9-F4C9B9ADC08A}" destId="{44DFBEDB-96D4-4E4F-A369-C5968BB52E36}" srcOrd="0" destOrd="0" presId="urn:microsoft.com/office/officeart/2005/8/layout/list1"/>
    <dgm:cxn modelId="{28FB4535-C278-4048-92A3-6CFAC7A2FD2E}" type="presParOf" srcId="{44DFBEDB-96D4-4E4F-A369-C5968BB52E36}" destId="{D3E6254B-F5B5-40C5-9A83-3C175E87999E}" srcOrd="0" destOrd="0" presId="urn:microsoft.com/office/officeart/2005/8/layout/list1"/>
    <dgm:cxn modelId="{6456916D-6D0A-4B36-9C00-34BE1F09134F}" type="presParOf" srcId="{44DFBEDB-96D4-4E4F-A369-C5968BB52E36}" destId="{26E5F6E8-B5B1-420D-B159-63EC3C0A74FA}" srcOrd="1" destOrd="0" presId="urn:microsoft.com/office/officeart/2005/8/layout/list1"/>
    <dgm:cxn modelId="{6EBD8F43-8301-4BD0-B98C-E7D5EF6E6FCC}" type="presParOf" srcId="{7782060F-349A-4EC7-91F9-F4C9B9ADC08A}" destId="{08EB5984-94C3-40F1-BE6F-9F21802236F1}" srcOrd="1" destOrd="0" presId="urn:microsoft.com/office/officeart/2005/8/layout/list1"/>
    <dgm:cxn modelId="{05446508-78C8-4AAF-8D55-8451C44A65C9}" type="presParOf" srcId="{7782060F-349A-4EC7-91F9-F4C9B9ADC08A}" destId="{E1C99C73-A7BB-4851-BB39-AB7C346DEB1C}" srcOrd="2" destOrd="0" presId="urn:microsoft.com/office/officeart/2005/8/layout/list1"/>
    <dgm:cxn modelId="{24F9C862-971C-4519-BF54-8C0FC22C0326}" type="presParOf" srcId="{7782060F-349A-4EC7-91F9-F4C9B9ADC08A}" destId="{A2562477-B0E4-40D8-A6B8-68927C77F39A}" srcOrd="3" destOrd="0" presId="urn:microsoft.com/office/officeart/2005/8/layout/list1"/>
    <dgm:cxn modelId="{215E95E3-D603-427A-80A1-BC459A3575CF}" type="presParOf" srcId="{7782060F-349A-4EC7-91F9-F4C9B9ADC08A}" destId="{7E98D84F-F07F-455E-828B-FA4B804650FB}" srcOrd="4" destOrd="0" presId="urn:microsoft.com/office/officeart/2005/8/layout/list1"/>
    <dgm:cxn modelId="{5D700694-7CB6-4288-8637-3289F27F3DC2}" type="presParOf" srcId="{7E98D84F-F07F-455E-828B-FA4B804650FB}" destId="{557AB6D9-4F37-417C-A5A4-BD4C436432FC}" srcOrd="0" destOrd="0" presId="urn:microsoft.com/office/officeart/2005/8/layout/list1"/>
    <dgm:cxn modelId="{A5F085B2-FF53-4995-85C6-F8C934E21842}" type="presParOf" srcId="{7E98D84F-F07F-455E-828B-FA4B804650FB}" destId="{0FA94A42-909C-40F7-A969-FEB4B2751C2F}" srcOrd="1" destOrd="0" presId="urn:microsoft.com/office/officeart/2005/8/layout/list1"/>
    <dgm:cxn modelId="{8DCC469A-E006-4078-BEC3-D1CE62D5857F}" type="presParOf" srcId="{7782060F-349A-4EC7-91F9-F4C9B9ADC08A}" destId="{9DC1C49E-3591-4153-91BA-8A5F1B1F515C}" srcOrd="5" destOrd="0" presId="urn:microsoft.com/office/officeart/2005/8/layout/list1"/>
    <dgm:cxn modelId="{B66BD272-9C64-4312-8A27-A6916FB7E626}" type="presParOf" srcId="{7782060F-349A-4EC7-91F9-F4C9B9ADC08A}" destId="{AFE32462-DB8C-4660-82B8-1DDD1EC6DA2B}" srcOrd="6" destOrd="0" presId="urn:microsoft.com/office/officeart/2005/8/layout/list1"/>
    <dgm:cxn modelId="{A204BBBA-291D-4F5A-8F6E-3EAE41C1C1F1}" type="presParOf" srcId="{7782060F-349A-4EC7-91F9-F4C9B9ADC08A}" destId="{0FFE5DEE-55DB-4708-92E6-71DFFB9E5610}" srcOrd="7" destOrd="0" presId="urn:microsoft.com/office/officeart/2005/8/layout/list1"/>
    <dgm:cxn modelId="{FD11DE87-EFA7-4B53-BFCC-7D1680A6C59D}" type="presParOf" srcId="{7782060F-349A-4EC7-91F9-F4C9B9ADC08A}" destId="{3D0DF0A3-4295-421D-A04A-F25AA87D7C9F}" srcOrd="8" destOrd="0" presId="urn:microsoft.com/office/officeart/2005/8/layout/list1"/>
    <dgm:cxn modelId="{AF14F905-D986-42D3-ADE8-AD356D5CF662}" type="presParOf" srcId="{3D0DF0A3-4295-421D-A04A-F25AA87D7C9F}" destId="{FBA1C1EC-2B5C-40C5-A3EF-B88A8BABC3D5}" srcOrd="0" destOrd="0" presId="urn:microsoft.com/office/officeart/2005/8/layout/list1"/>
    <dgm:cxn modelId="{F5C849C1-EED7-434E-B979-EE0879151C1D}" type="presParOf" srcId="{3D0DF0A3-4295-421D-A04A-F25AA87D7C9F}" destId="{0B49D4CE-0E8A-4B40-8BAA-BEF297B55ECE}" srcOrd="1" destOrd="0" presId="urn:microsoft.com/office/officeart/2005/8/layout/list1"/>
    <dgm:cxn modelId="{89A3842D-AEC0-4896-9158-9114D1C80410}" type="presParOf" srcId="{7782060F-349A-4EC7-91F9-F4C9B9ADC08A}" destId="{01B3B00D-88F7-47FE-AC12-9A4BB1FB8B09}" srcOrd="9" destOrd="0" presId="urn:microsoft.com/office/officeart/2005/8/layout/list1"/>
    <dgm:cxn modelId="{42C1979E-41D4-4F52-AF13-223D9B3AB82F}" type="presParOf" srcId="{7782060F-349A-4EC7-91F9-F4C9B9ADC08A}" destId="{718110D4-C08C-4E6C-B408-391EC17C933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311095D-3374-413A-A432-DC1F9024861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240A8AC-2B11-4619-877B-F3F7C258EA2E}">
      <dgm:prSet custT="1"/>
      <dgm:spPr/>
      <dgm:t>
        <a:bodyPr/>
        <a:lstStyle/>
        <a:p>
          <a:pPr algn="just"/>
          <a:r>
            <a:rPr lang="en-US" sz="2400" b="0" i="0" dirty="0">
              <a:latin typeface="Aparajita" panose="02020603050405020304" pitchFamily="18" charset="0"/>
              <a:cs typeface="Aparajita" panose="02020603050405020304" pitchFamily="18" charset="0"/>
            </a:rPr>
            <a:t>The class NP consists of those problems that </a:t>
          </a:r>
          <a:r>
            <a:rPr lang="en-US" sz="2400" b="0" i="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are verifiable in polynomial time.</a:t>
          </a:r>
          <a:endParaRPr lang="en-US" sz="2400" dirty="0">
            <a:solidFill>
              <a:srgbClr val="FFC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6C8B20FF-EE69-457E-8A6F-14B43C6566FD}" type="parTrans" cxnId="{BEE2DC28-47BA-4A36-933A-894DAA814194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4340B66-795E-4DAE-82AE-9859B793C381}" type="sibTrans" cxnId="{BEE2DC28-47BA-4A36-933A-894DAA814194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6F75D509-13F8-4524-87C1-F2E9AFBBCE61}">
      <dgm:prSet custT="1"/>
      <dgm:spPr/>
      <dgm:t>
        <a:bodyPr/>
        <a:lstStyle/>
        <a:p>
          <a:r>
            <a:rPr lang="en-US" sz="2400" b="0" i="0" dirty="0">
              <a:latin typeface="Aparajita" panose="02020603050405020304" pitchFamily="18" charset="0"/>
              <a:cs typeface="Aparajita" panose="02020603050405020304" pitchFamily="18" charset="0"/>
            </a:rPr>
            <a:t>NP is the </a:t>
          </a:r>
          <a:r>
            <a:rPr lang="en-US" sz="2400" b="0" i="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class of decision problems for which it is easy to check the correctness </a:t>
          </a:r>
          <a:r>
            <a:rPr lang="en-US" sz="2400" b="0" i="0" dirty="0">
              <a:latin typeface="Aparajita" panose="02020603050405020304" pitchFamily="18" charset="0"/>
              <a:cs typeface="Aparajita" panose="02020603050405020304" pitchFamily="18" charset="0"/>
            </a:rPr>
            <a:t>of a claimed answer, with the aid of a little extra information. </a:t>
          </a:r>
          <a:endParaRPr lang="en-US" sz="2400" dirty="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236ED3B-ECEF-40CF-AAFD-810C98404549}" type="parTrans" cxnId="{70153696-C012-4176-9106-842D3B5083C0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F530D724-FE85-4690-B508-C0D0A2DC2B79}" type="sibTrans" cxnId="{70153696-C012-4176-9106-842D3B5083C0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8FFF7F62-1313-4BAB-9FB5-B742A9F09918}">
      <dgm:prSet custT="1"/>
      <dgm:spPr/>
      <dgm:t>
        <a:bodyPr/>
        <a:lstStyle/>
        <a:p>
          <a:r>
            <a:rPr lang="en-US" sz="2400" b="0" i="0" dirty="0">
              <a:latin typeface="Aparajita" panose="02020603050405020304" pitchFamily="18" charset="0"/>
              <a:cs typeface="Aparajita" panose="02020603050405020304" pitchFamily="18" charset="0"/>
            </a:rPr>
            <a:t>Hence, we aren’t asking for a way to find a solution, but only to verify that an alleged solution really is correct.</a:t>
          </a:r>
          <a:endParaRPr lang="en-US" sz="2400" dirty="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193096D8-E781-4957-AFC5-E11F2B96F352}" type="parTrans" cxnId="{42B32E9C-1BD7-4791-946D-2991D5D8D672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88DB2141-FFFE-452E-AB2E-FD1DE7111733}" type="sibTrans" cxnId="{42B32E9C-1BD7-4791-946D-2991D5D8D672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8534C312-5E76-4C69-9F9E-83D8A5CE0986}">
      <dgm:prSet custT="1"/>
      <dgm:spPr/>
      <dgm:t>
        <a:bodyPr/>
        <a:lstStyle/>
        <a:p>
          <a:r>
            <a:rPr lang="en-US" sz="2400" b="0" i="0" dirty="0">
              <a:latin typeface="Aparajita" panose="02020603050405020304" pitchFamily="18" charset="0"/>
              <a:cs typeface="Aparajita" panose="02020603050405020304" pitchFamily="18" charset="0"/>
            </a:rPr>
            <a:t>Every problem in this class can be solved in </a:t>
          </a:r>
          <a:r>
            <a:rPr lang="en-US" sz="2400" b="1" i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exponential time using exhaustive search.</a:t>
          </a:r>
          <a:endParaRPr lang="en-US" sz="2400" b="1" dirty="0">
            <a:solidFill>
              <a:srgbClr val="C0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3C09B72B-4DA9-4DA6-958A-DF4D30E776EC}" type="parTrans" cxnId="{10A7C06C-B183-4E81-999D-A83B30FE86C6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81E01A16-A38E-4E1F-86B2-74AEC5D9E693}" type="sibTrans" cxnId="{10A7C06C-B183-4E81-999D-A83B30FE86C6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EE623DBC-012A-44CE-87AE-728DE9B0B970}">
      <dgm:prSet custT="1"/>
      <dgm:spPr/>
      <dgm:t>
        <a:bodyPr/>
        <a:lstStyle/>
        <a:p>
          <a:r>
            <a:rPr lang="en-US" sz="2400" dirty="0">
              <a:latin typeface="Aparajita" panose="02020603050405020304" pitchFamily="18" charset="0"/>
              <a:cs typeface="Aparajita" panose="02020603050405020304" pitchFamily="18" charset="0"/>
            </a:rPr>
            <a:t>NP means </a:t>
          </a:r>
          <a:r>
            <a:rPr lang="en-US" sz="2400" b="1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non-deterministic polynomial time   </a:t>
          </a:r>
          <a:r>
            <a:rPr lang="en-US" sz="2400" b="0" i="0" dirty="0">
              <a:solidFill>
                <a:srgbClr val="273239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rPr>
            <a:t>. It is the collection of decision problems that can be solved by a non-deterministic machine in polynomial time. </a:t>
          </a:r>
          <a:endParaRPr lang="en-US" sz="2400" b="1" dirty="0">
            <a:solidFill>
              <a:srgbClr val="C0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009E218-6B9A-4340-8A45-CE98DFE38FCF}" type="parTrans" cxnId="{8F764D79-9F1D-4C1A-96A8-A52EFF02FF5A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C6E69E6C-44D7-45E8-92DD-F03558C153FE}" type="sibTrans" cxnId="{8F764D79-9F1D-4C1A-96A8-A52EFF02FF5A}">
      <dgm:prSet/>
      <dgm:spPr/>
      <dgm:t>
        <a:bodyPr/>
        <a:lstStyle/>
        <a:p>
          <a:endParaRPr lang="en-US" sz="200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7DF403B5-0217-498C-B762-02EF576FF7E2}" type="pres">
      <dgm:prSet presAssocID="{7311095D-3374-413A-A432-DC1F90248619}" presName="linear" presStyleCnt="0">
        <dgm:presLayoutVars>
          <dgm:animLvl val="lvl"/>
          <dgm:resizeHandles val="exact"/>
        </dgm:presLayoutVars>
      </dgm:prSet>
      <dgm:spPr/>
    </dgm:pt>
    <dgm:pt modelId="{FBD262DA-BEF5-44D4-84BF-2F134709F95D}" type="pres">
      <dgm:prSet presAssocID="{EE623DBC-012A-44CE-87AE-728DE9B0B97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E69A877-3C28-407B-8FF6-156D492881D1}" type="pres">
      <dgm:prSet presAssocID="{C6E69E6C-44D7-45E8-92DD-F03558C153FE}" presName="spacer" presStyleCnt="0"/>
      <dgm:spPr/>
    </dgm:pt>
    <dgm:pt modelId="{B56A5A72-3274-4D33-957D-DD0B0922C0DE}" type="pres">
      <dgm:prSet presAssocID="{B240A8AC-2B11-4619-877B-F3F7C258EA2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C7CC0EC-E7F9-4006-BBCF-ED288442AAA2}" type="pres">
      <dgm:prSet presAssocID="{04340B66-795E-4DAE-82AE-9859B793C381}" presName="spacer" presStyleCnt="0"/>
      <dgm:spPr/>
    </dgm:pt>
    <dgm:pt modelId="{E866B257-A8F3-4129-9216-7B04D22E0F06}" type="pres">
      <dgm:prSet presAssocID="{6F75D509-13F8-4524-87C1-F2E9AFBBCE61}" presName="parentText" presStyleLbl="node1" presStyleIdx="2" presStyleCnt="5" custLinFactNeighborX="0">
        <dgm:presLayoutVars>
          <dgm:chMax val="0"/>
          <dgm:bulletEnabled val="1"/>
        </dgm:presLayoutVars>
      </dgm:prSet>
      <dgm:spPr/>
    </dgm:pt>
    <dgm:pt modelId="{E48409F9-EE06-44DF-A8C6-9E57AE8EC594}" type="pres">
      <dgm:prSet presAssocID="{F530D724-FE85-4690-B508-C0D0A2DC2B79}" presName="spacer" presStyleCnt="0"/>
      <dgm:spPr/>
    </dgm:pt>
    <dgm:pt modelId="{9D55FA5A-BF9F-403F-B0FB-FA312FF07661}" type="pres">
      <dgm:prSet presAssocID="{8FFF7F62-1313-4BAB-9FB5-B742A9F0991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9D77EB0-8C29-4891-B3BE-A4A4ECEC6FE8}" type="pres">
      <dgm:prSet presAssocID="{88DB2141-FFFE-452E-AB2E-FD1DE7111733}" presName="spacer" presStyleCnt="0"/>
      <dgm:spPr/>
    </dgm:pt>
    <dgm:pt modelId="{32D17E54-BF51-48E4-B610-3D1A7EFABF73}" type="pres">
      <dgm:prSet presAssocID="{8534C312-5E76-4C69-9F9E-83D8A5CE098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6F8DB0A-504E-4C55-BD02-299E455C75D6}" type="presOf" srcId="{B240A8AC-2B11-4619-877B-F3F7C258EA2E}" destId="{B56A5A72-3274-4D33-957D-DD0B0922C0DE}" srcOrd="0" destOrd="0" presId="urn:microsoft.com/office/officeart/2005/8/layout/vList2"/>
    <dgm:cxn modelId="{D6C21F22-2AFE-4D58-81FC-A8C0B067D5C5}" type="presOf" srcId="{8534C312-5E76-4C69-9F9E-83D8A5CE0986}" destId="{32D17E54-BF51-48E4-B610-3D1A7EFABF73}" srcOrd="0" destOrd="0" presId="urn:microsoft.com/office/officeart/2005/8/layout/vList2"/>
    <dgm:cxn modelId="{BEE2DC28-47BA-4A36-933A-894DAA814194}" srcId="{7311095D-3374-413A-A432-DC1F90248619}" destId="{B240A8AC-2B11-4619-877B-F3F7C258EA2E}" srcOrd="1" destOrd="0" parTransId="{6C8B20FF-EE69-457E-8A6F-14B43C6566FD}" sibTransId="{04340B66-795E-4DAE-82AE-9859B793C381}"/>
    <dgm:cxn modelId="{10A7C06C-B183-4E81-999D-A83B30FE86C6}" srcId="{7311095D-3374-413A-A432-DC1F90248619}" destId="{8534C312-5E76-4C69-9F9E-83D8A5CE0986}" srcOrd="4" destOrd="0" parTransId="{3C09B72B-4DA9-4DA6-958A-DF4D30E776EC}" sibTransId="{81E01A16-A38E-4E1F-86B2-74AEC5D9E693}"/>
    <dgm:cxn modelId="{B02FB26D-9FEC-49A5-8623-BAC96FCCC7A6}" type="presOf" srcId="{7311095D-3374-413A-A432-DC1F90248619}" destId="{7DF403B5-0217-498C-B762-02EF576FF7E2}" srcOrd="0" destOrd="0" presId="urn:microsoft.com/office/officeart/2005/8/layout/vList2"/>
    <dgm:cxn modelId="{8F764D79-9F1D-4C1A-96A8-A52EFF02FF5A}" srcId="{7311095D-3374-413A-A432-DC1F90248619}" destId="{EE623DBC-012A-44CE-87AE-728DE9B0B970}" srcOrd="0" destOrd="0" parTransId="{0009E218-6B9A-4340-8A45-CE98DFE38FCF}" sibTransId="{C6E69E6C-44D7-45E8-92DD-F03558C153FE}"/>
    <dgm:cxn modelId="{70153696-C012-4176-9106-842D3B5083C0}" srcId="{7311095D-3374-413A-A432-DC1F90248619}" destId="{6F75D509-13F8-4524-87C1-F2E9AFBBCE61}" srcOrd="2" destOrd="0" parTransId="{0236ED3B-ECEF-40CF-AAFD-810C98404549}" sibTransId="{F530D724-FE85-4690-B508-C0D0A2DC2B79}"/>
    <dgm:cxn modelId="{42B32E9C-1BD7-4791-946D-2991D5D8D672}" srcId="{7311095D-3374-413A-A432-DC1F90248619}" destId="{8FFF7F62-1313-4BAB-9FB5-B742A9F09918}" srcOrd="3" destOrd="0" parTransId="{193096D8-E781-4957-AFC5-E11F2B96F352}" sibTransId="{88DB2141-FFFE-452E-AB2E-FD1DE7111733}"/>
    <dgm:cxn modelId="{7012CDA3-73B0-4E98-A0A6-9F8C4EC96C64}" type="presOf" srcId="{6F75D509-13F8-4524-87C1-F2E9AFBBCE61}" destId="{E866B257-A8F3-4129-9216-7B04D22E0F06}" srcOrd="0" destOrd="0" presId="urn:microsoft.com/office/officeart/2005/8/layout/vList2"/>
    <dgm:cxn modelId="{6B3B93B1-1D9B-4E0A-B4F1-5F0C384C6F7C}" type="presOf" srcId="{EE623DBC-012A-44CE-87AE-728DE9B0B970}" destId="{FBD262DA-BEF5-44D4-84BF-2F134709F95D}" srcOrd="0" destOrd="0" presId="urn:microsoft.com/office/officeart/2005/8/layout/vList2"/>
    <dgm:cxn modelId="{B4AB4FFC-96D3-4EFF-BEBE-DB4DAB42181E}" type="presOf" srcId="{8FFF7F62-1313-4BAB-9FB5-B742A9F09918}" destId="{9D55FA5A-BF9F-403F-B0FB-FA312FF07661}" srcOrd="0" destOrd="0" presId="urn:microsoft.com/office/officeart/2005/8/layout/vList2"/>
    <dgm:cxn modelId="{B09C1637-EAD9-4082-9048-EAAB929E7712}" type="presParOf" srcId="{7DF403B5-0217-498C-B762-02EF576FF7E2}" destId="{FBD262DA-BEF5-44D4-84BF-2F134709F95D}" srcOrd="0" destOrd="0" presId="urn:microsoft.com/office/officeart/2005/8/layout/vList2"/>
    <dgm:cxn modelId="{6FFBF6A8-D7AE-4FB1-8295-330158785CE3}" type="presParOf" srcId="{7DF403B5-0217-498C-B762-02EF576FF7E2}" destId="{AE69A877-3C28-407B-8FF6-156D492881D1}" srcOrd="1" destOrd="0" presId="urn:microsoft.com/office/officeart/2005/8/layout/vList2"/>
    <dgm:cxn modelId="{AC73AB10-E524-4540-9332-0D8FDD23F7ED}" type="presParOf" srcId="{7DF403B5-0217-498C-B762-02EF576FF7E2}" destId="{B56A5A72-3274-4D33-957D-DD0B0922C0DE}" srcOrd="2" destOrd="0" presId="urn:microsoft.com/office/officeart/2005/8/layout/vList2"/>
    <dgm:cxn modelId="{AFDDD151-49CC-4276-A788-D4BD350CAE4C}" type="presParOf" srcId="{7DF403B5-0217-498C-B762-02EF576FF7E2}" destId="{4C7CC0EC-E7F9-4006-BBCF-ED288442AAA2}" srcOrd="3" destOrd="0" presId="urn:microsoft.com/office/officeart/2005/8/layout/vList2"/>
    <dgm:cxn modelId="{EA7246D8-0CF5-43B6-A3CF-3CB5979D58BE}" type="presParOf" srcId="{7DF403B5-0217-498C-B762-02EF576FF7E2}" destId="{E866B257-A8F3-4129-9216-7B04D22E0F06}" srcOrd="4" destOrd="0" presId="urn:microsoft.com/office/officeart/2005/8/layout/vList2"/>
    <dgm:cxn modelId="{AAD4C624-8767-4E41-A09D-BD3F0C48BB40}" type="presParOf" srcId="{7DF403B5-0217-498C-B762-02EF576FF7E2}" destId="{E48409F9-EE06-44DF-A8C6-9E57AE8EC594}" srcOrd="5" destOrd="0" presId="urn:microsoft.com/office/officeart/2005/8/layout/vList2"/>
    <dgm:cxn modelId="{335770F1-26C5-4560-A6C4-0D0F46761081}" type="presParOf" srcId="{7DF403B5-0217-498C-B762-02EF576FF7E2}" destId="{9D55FA5A-BF9F-403F-B0FB-FA312FF07661}" srcOrd="6" destOrd="0" presId="urn:microsoft.com/office/officeart/2005/8/layout/vList2"/>
    <dgm:cxn modelId="{CB79358B-C897-425A-80D8-D990495D9F07}" type="presParOf" srcId="{7DF403B5-0217-498C-B762-02EF576FF7E2}" destId="{29D77EB0-8C29-4891-B3BE-A4A4ECEC6FE8}" srcOrd="7" destOrd="0" presId="urn:microsoft.com/office/officeart/2005/8/layout/vList2"/>
    <dgm:cxn modelId="{33B3A027-4237-45DA-A7C4-9332C811DB17}" type="presParOf" srcId="{7DF403B5-0217-498C-B762-02EF576FF7E2}" destId="{32D17E54-BF51-48E4-B610-3D1A7EFABF7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045768-1DE4-4405-851E-FA16E417D69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9353F97-6560-4433-98ED-2CD6D56E692E}">
      <dgm:prSet/>
      <dgm:spPr/>
      <dgm:t>
        <a:bodyPr/>
        <a:lstStyle/>
        <a:p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Does there exist x in set  {1,2,…,1000} such that </a:t>
          </a:r>
          <a:r>
            <a:rPr lang="en-US" b="0" i="0" dirty="0" err="1">
              <a:latin typeface="Aparajita" panose="02020603050405020304" pitchFamily="18" charset="0"/>
              <a:cs typeface="Aparajita" panose="02020603050405020304" pitchFamily="18" charset="0"/>
            </a:rPr>
            <a:t>x∗x</a:t>
          </a:r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=300 ?</a:t>
          </a:r>
          <a:endParaRPr lang="en-US" dirty="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4DFD228-50E6-486A-A6F5-81CB5EFAABCF}" type="parTrans" cxnId="{63522CC9-EF99-44E0-A5DE-B94C75CF3FD4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F78DF853-84E7-40A8-80AB-0F1014FC9359}" type="sibTrans" cxnId="{63522CC9-EF99-44E0-A5DE-B94C75CF3FD4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E91E3D76-0D4E-494B-9A0A-D7A7EFB56C44}">
      <dgm:prSet/>
      <dgm:spPr/>
      <dgm:t>
        <a:bodyPr/>
        <a:lstStyle/>
        <a:p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Do there exist   </a:t>
          </a:r>
          <a:r>
            <a:rPr lang="en-US" b="0" i="0" dirty="0" err="1">
              <a:latin typeface="Aparajita" panose="02020603050405020304" pitchFamily="18" charset="0"/>
              <a:cs typeface="Aparajita" panose="02020603050405020304" pitchFamily="18" charset="0"/>
            </a:rPr>
            <a:t>x,y,z</a:t>
          </a:r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 in set {1,2,…,10} such that  x∗y∗z+x∗y^3∗z+17∗x∗y∗z^2=4564 ?</a:t>
          </a:r>
          <a:endParaRPr lang="en-US" dirty="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B345A68-BE3E-4E7D-8ECE-571B2DDF02F2}" type="parTrans" cxnId="{A314E96B-8D0D-4F72-8DB1-F689A502EFF2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899CC4F-9CF6-4126-9A99-4A1C33107CDF}" type="sibTrans" cxnId="{A314E96B-8D0D-4F72-8DB1-F689A502EFF2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F54645C7-6ED8-461A-8CEE-B9D9E0F816C6}">
      <dgm:prSet/>
      <dgm:spPr/>
      <dgm:t>
        <a:bodyPr/>
        <a:lstStyle/>
        <a:p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Do there exist </a:t>
          </a:r>
          <a:r>
            <a:rPr lang="en-US" b="0" i="0" dirty="0" err="1">
              <a:latin typeface="Aparajita" panose="02020603050405020304" pitchFamily="18" charset="0"/>
              <a:cs typeface="Aparajita" panose="02020603050405020304" pitchFamily="18" charset="0"/>
            </a:rPr>
            <a:t>a,b,c</a:t>
          </a:r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 in set {1,2,…,10} such that 17∗a∗b∗c^2+a∗b∗c+a∗b^3∗c=4564? </a:t>
          </a:r>
          <a:endParaRPr lang="en-US" dirty="0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BFF2B6AF-A086-47A7-816C-D5AE7415050D}" type="parTrans" cxnId="{8C6BBC6F-01CB-43CF-B031-73BE75107BCD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B952316D-469F-4325-921E-D1AEBAC21AC9}" type="sibTrans" cxnId="{8C6BBC6F-01CB-43CF-B031-73BE75107BCD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36B963F5-2814-4D10-B0C6-684DE61A4313}" type="pres">
      <dgm:prSet presAssocID="{ED045768-1DE4-4405-851E-FA16E417D697}" presName="linear" presStyleCnt="0">
        <dgm:presLayoutVars>
          <dgm:animLvl val="lvl"/>
          <dgm:resizeHandles val="exact"/>
        </dgm:presLayoutVars>
      </dgm:prSet>
      <dgm:spPr/>
    </dgm:pt>
    <dgm:pt modelId="{5C8F3353-28C7-4723-BD21-E926BBEF5FCD}" type="pres">
      <dgm:prSet presAssocID="{69353F97-6560-4433-98ED-2CD6D56E692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53C1AF0-F3D6-4BCE-9537-E09D9CB4055F}" type="pres">
      <dgm:prSet presAssocID="{F78DF853-84E7-40A8-80AB-0F1014FC9359}" presName="spacer" presStyleCnt="0"/>
      <dgm:spPr/>
    </dgm:pt>
    <dgm:pt modelId="{2FD409B7-7EF3-43E0-90CA-F1C5F351FF26}" type="pres">
      <dgm:prSet presAssocID="{E91E3D76-0D4E-494B-9A0A-D7A7EFB56C4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E372B91-FF53-482A-956B-EE507BE55318}" type="pres">
      <dgm:prSet presAssocID="{0899CC4F-9CF6-4126-9A99-4A1C33107CDF}" presName="spacer" presStyleCnt="0"/>
      <dgm:spPr/>
    </dgm:pt>
    <dgm:pt modelId="{FA8EA94D-9BF5-461B-A063-1E479B9AC317}" type="pres">
      <dgm:prSet presAssocID="{F54645C7-6ED8-461A-8CEE-B9D9E0F816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7B5293F-9FAE-4489-9D59-EE420051048E}" type="presOf" srcId="{ED045768-1DE4-4405-851E-FA16E417D697}" destId="{36B963F5-2814-4D10-B0C6-684DE61A4313}" srcOrd="0" destOrd="0" presId="urn:microsoft.com/office/officeart/2005/8/layout/vList2"/>
    <dgm:cxn modelId="{A314E96B-8D0D-4F72-8DB1-F689A502EFF2}" srcId="{ED045768-1DE4-4405-851E-FA16E417D697}" destId="{E91E3D76-0D4E-494B-9A0A-D7A7EFB56C44}" srcOrd="1" destOrd="0" parTransId="{0B345A68-BE3E-4E7D-8ECE-571B2DDF02F2}" sibTransId="{0899CC4F-9CF6-4126-9A99-4A1C33107CDF}"/>
    <dgm:cxn modelId="{8C6BBC6F-01CB-43CF-B031-73BE75107BCD}" srcId="{ED045768-1DE4-4405-851E-FA16E417D697}" destId="{F54645C7-6ED8-461A-8CEE-B9D9E0F816C6}" srcOrd="2" destOrd="0" parTransId="{BFF2B6AF-A086-47A7-816C-D5AE7415050D}" sibTransId="{B952316D-469F-4325-921E-D1AEBAC21AC9}"/>
    <dgm:cxn modelId="{EC510496-5196-4172-B24D-CC1F4C49DACF}" type="presOf" srcId="{69353F97-6560-4433-98ED-2CD6D56E692E}" destId="{5C8F3353-28C7-4723-BD21-E926BBEF5FCD}" srcOrd="0" destOrd="0" presId="urn:microsoft.com/office/officeart/2005/8/layout/vList2"/>
    <dgm:cxn modelId="{63522CC9-EF99-44E0-A5DE-B94C75CF3FD4}" srcId="{ED045768-1DE4-4405-851E-FA16E417D697}" destId="{69353F97-6560-4433-98ED-2CD6D56E692E}" srcOrd="0" destOrd="0" parTransId="{04DFD228-50E6-486A-A6F5-81CB5EFAABCF}" sibTransId="{F78DF853-84E7-40A8-80AB-0F1014FC9359}"/>
    <dgm:cxn modelId="{344059CF-90F9-4C82-9832-823A9BBB268F}" type="presOf" srcId="{F54645C7-6ED8-461A-8CEE-B9D9E0F816C6}" destId="{FA8EA94D-9BF5-461B-A063-1E479B9AC317}" srcOrd="0" destOrd="0" presId="urn:microsoft.com/office/officeart/2005/8/layout/vList2"/>
    <dgm:cxn modelId="{DD6833F0-11EA-41D6-A129-D29EB9690A53}" type="presOf" srcId="{E91E3D76-0D4E-494B-9A0A-D7A7EFB56C44}" destId="{2FD409B7-7EF3-43E0-90CA-F1C5F351FF26}" srcOrd="0" destOrd="0" presId="urn:microsoft.com/office/officeart/2005/8/layout/vList2"/>
    <dgm:cxn modelId="{04A5C28C-3DB2-4C2F-B900-55379740E283}" type="presParOf" srcId="{36B963F5-2814-4D10-B0C6-684DE61A4313}" destId="{5C8F3353-28C7-4723-BD21-E926BBEF5FCD}" srcOrd="0" destOrd="0" presId="urn:microsoft.com/office/officeart/2005/8/layout/vList2"/>
    <dgm:cxn modelId="{4D0D9C97-2680-457D-8CFE-0713B024BBC0}" type="presParOf" srcId="{36B963F5-2814-4D10-B0C6-684DE61A4313}" destId="{C53C1AF0-F3D6-4BCE-9537-E09D9CB4055F}" srcOrd="1" destOrd="0" presId="urn:microsoft.com/office/officeart/2005/8/layout/vList2"/>
    <dgm:cxn modelId="{33C2BD9C-08D5-4B2D-B29C-8126524A314F}" type="presParOf" srcId="{36B963F5-2814-4D10-B0C6-684DE61A4313}" destId="{2FD409B7-7EF3-43E0-90CA-F1C5F351FF26}" srcOrd="2" destOrd="0" presId="urn:microsoft.com/office/officeart/2005/8/layout/vList2"/>
    <dgm:cxn modelId="{ACD5FA93-4438-4114-B298-5B0A303404EF}" type="presParOf" srcId="{36B963F5-2814-4D10-B0C6-684DE61A4313}" destId="{0E372B91-FF53-482A-956B-EE507BE55318}" srcOrd="3" destOrd="0" presId="urn:microsoft.com/office/officeart/2005/8/layout/vList2"/>
    <dgm:cxn modelId="{73EAA1C6-F035-4852-9085-CB76C485FA9F}" type="presParOf" srcId="{36B963F5-2814-4D10-B0C6-684DE61A4313}" destId="{FA8EA94D-9BF5-461B-A063-1E479B9AC31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41607DD-03F2-402C-9F4E-51D1E7EE7DC5}" type="doc">
      <dgm:prSet loTypeId="urn:microsoft.com/office/officeart/2005/8/layout/vProcess5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440275C-CF3F-4A19-8A4D-2FB66058F965}">
      <dgm:prSet custT="1"/>
      <dgm:spPr/>
      <dgm:t>
        <a:bodyPr/>
        <a:lstStyle/>
        <a:p>
          <a:pPr algn="just">
            <a:lnSpc>
              <a:spcPct val="200000"/>
            </a:lnSpc>
          </a:pPr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NP-hardness</a:t>
          </a:r>
          <a:r>
            <a: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(</a:t>
          </a:r>
          <a:r>
            <a:rPr lang="en-US" sz="2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</a:t>
          </a:r>
          <a:r>
            <a: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on-deterministic </a:t>
          </a:r>
          <a:r>
            <a:rPr lang="en-US" sz="2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</a:t>
          </a:r>
          <a:r>
            <a: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olynomial-time</a:t>
          </a:r>
          <a:r>
            <a: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hardness), in </a:t>
          </a:r>
          <a:r>
            <a: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computational complexity theory</a:t>
          </a:r>
          <a:endParaRPr lang="en-US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949071-1C7C-499D-B79E-A3E55F030A51}" type="parTrans" cxnId="{9320E128-7649-422D-BD74-CBB343DE589E}">
      <dgm:prSet/>
      <dgm:spPr/>
      <dgm:t>
        <a:bodyPr/>
        <a:lstStyle/>
        <a:p>
          <a:pPr>
            <a:lnSpc>
              <a:spcPct val="200000"/>
            </a:lnSpc>
          </a:pPr>
          <a:endParaRPr lang="en-US" sz="2000"/>
        </a:p>
      </dgm:t>
    </dgm:pt>
    <dgm:pt modelId="{4B519865-9612-4772-AF19-03DACA9E5475}" type="sibTrans" cxnId="{9320E128-7649-422D-BD74-CBB343DE589E}">
      <dgm:prSet/>
      <dgm:spPr/>
      <dgm:t>
        <a:bodyPr/>
        <a:lstStyle/>
        <a:p>
          <a:pPr>
            <a:lnSpc>
              <a:spcPct val="200000"/>
            </a:lnSpc>
          </a:pPr>
          <a:endParaRPr lang="en-US" sz="2000"/>
        </a:p>
      </dgm:t>
    </dgm:pt>
    <dgm:pt modelId="{9500544D-BD48-417A-B498-910A66D7BF8E}">
      <dgm:prSet custT="1"/>
      <dgm:spPr/>
      <dgm:t>
        <a:bodyPr/>
        <a:lstStyle/>
        <a:p>
          <a:pPr algn="just">
            <a:lnSpc>
              <a:spcPct val="200000"/>
            </a:lnSpc>
          </a:pP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is the defining property of a class of problems that are, informally, "</a:t>
          </a:r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at least as hard as the hardest problems in </a:t>
          </a:r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NP</a:t>
          </a:r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".</a:t>
          </a:r>
          <a:endParaRPr lang="en-US" sz="16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B6F722-726F-4180-A4E4-7A5374EE2850}" type="parTrans" cxnId="{27AC930F-E5A3-4609-8D5C-570B2BCC5C85}">
      <dgm:prSet/>
      <dgm:spPr/>
      <dgm:t>
        <a:bodyPr/>
        <a:lstStyle/>
        <a:p>
          <a:pPr>
            <a:lnSpc>
              <a:spcPct val="200000"/>
            </a:lnSpc>
          </a:pPr>
          <a:endParaRPr lang="en-US" sz="2000"/>
        </a:p>
      </dgm:t>
    </dgm:pt>
    <dgm:pt modelId="{25866A27-4482-43CF-9025-C09AA444E42F}" type="sibTrans" cxnId="{27AC930F-E5A3-4609-8D5C-570B2BCC5C85}">
      <dgm:prSet/>
      <dgm:spPr/>
      <dgm:t>
        <a:bodyPr/>
        <a:lstStyle/>
        <a:p>
          <a:pPr>
            <a:lnSpc>
              <a:spcPct val="200000"/>
            </a:lnSpc>
          </a:pPr>
          <a:endParaRPr lang="en-US" sz="2000"/>
        </a:p>
      </dgm:t>
    </dgm:pt>
    <dgm:pt modelId="{2030026D-162B-4E64-A43F-AF85592F5105}">
      <dgm:prSet custT="1"/>
      <dgm:spPr/>
      <dgm:t>
        <a:bodyPr/>
        <a:lstStyle/>
        <a:p>
          <a:pPr algn="just">
            <a:lnSpc>
              <a:spcPct val="200000"/>
            </a:lnSpc>
          </a:pP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More precisely, a problem </a:t>
          </a:r>
          <a:r>
            <a:rPr lang="en-US" sz="1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is NP-hard when every problem </a:t>
          </a:r>
          <a:r>
            <a:rPr lang="en-US" sz="1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in 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NP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can be 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reduced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in 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polynomial time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to </a:t>
          </a:r>
          <a:r>
            <a:rPr lang="en-US" sz="1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; that is, assuming a solution for </a:t>
          </a:r>
          <a:r>
            <a:rPr lang="en-US" sz="1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takes 1 unit time, we can use </a:t>
          </a:r>
          <a:r>
            <a:rPr lang="en-US" sz="1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‎'s solution to solve </a:t>
          </a:r>
          <a:r>
            <a:rPr lang="en-US" sz="1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</a:t>
          </a:r>
          <a:r>
            <a: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in polynomial time</a:t>
          </a:r>
        </a:p>
      </dgm:t>
    </dgm:pt>
    <dgm:pt modelId="{D8F24548-DAF6-4D66-BFD6-D01B5E5BCE03}" type="parTrans" cxnId="{1B0614B6-8466-47F4-A649-F2A34B36836A}">
      <dgm:prSet/>
      <dgm:spPr/>
      <dgm:t>
        <a:bodyPr/>
        <a:lstStyle/>
        <a:p>
          <a:pPr>
            <a:lnSpc>
              <a:spcPct val="200000"/>
            </a:lnSpc>
          </a:pPr>
          <a:endParaRPr lang="en-US" sz="2000"/>
        </a:p>
      </dgm:t>
    </dgm:pt>
    <dgm:pt modelId="{4688968D-40FB-4165-BDFD-26CD625AE684}" type="sibTrans" cxnId="{1B0614B6-8466-47F4-A649-F2A34B36836A}">
      <dgm:prSet/>
      <dgm:spPr/>
      <dgm:t>
        <a:bodyPr/>
        <a:lstStyle/>
        <a:p>
          <a:pPr>
            <a:lnSpc>
              <a:spcPct val="200000"/>
            </a:lnSpc>
          </a:pPr>
          <a:endParaRPr lang="en-US" sz="2000"/>
        </a:p>
      </dgm:t>
    </dgm:pt>
    <dgm:pt modelId="{CE67408E-8586-49FA-BC0D-1181A17A59E8}" type="pres">
      <dgm:prSet presAssocID="{241607DD-03F2-402C-9F4E-51D1E7EE7DC5}" presName="outerComposite" presStyleCnt="0">
        <dgm:presLayoutVars>
          <dgm:chMax val="5"/>
          <dgm:dir/>
          <dgm:resizeHandles val="exact"/>
        </dgm:presLayoutVars>
      </dgm:prSet>
      <dgm:spPr/>
    </dgm:pt>
    <dgm:pt modelId="{6A6E007A-8F61-4FE3-A9C8-F251BCB82086}" type="pres">
      <dgm:prSet presAssocID="{241607DD-03F2-402C-9F4E-51D1E7EE7DC5}" presName="dummyMaxCanvas" presStyleCnt="0">
        <dgm:presLayoutVars/>
      </dgm:prSet>
      <dgm:spPr/>
    </dgm:pt>
    <dgm:pt modelId="{F27FBA0B-16AC-4FA4-A06B-7B8188708C4E}" type="pres">
      <dgm:prSet presAssocID="{241607DD-03F2-402C-9F4E-51D1E7EE7DC5}" presName="OneNode_1" presStyleLbl="node1" presStyleIdx="0" presStyleCnt="1" custScaleY="197912">
        <dgm:presLayoutVars>
          <dgm:bulletEnabled val="1"/>
        </dgm:presLayoutVars>
      </dgm:prSet>
      <dgm:spPr/>
    </dgm:pt>
  </dgm:ptLst>
  <dgm:cxnLst>
    <dgm:cxn modelId="{27AC930F-E5A3-4609-8D5C-570B2BCC5C85}" srcId="{C440275C-CF3F-4A19-8A4D-2FB66058F965}" destId="{9500544D-BD48-417A-B498-910A66D7BF8E}" srcOrd="0" destOrd="0" parTransId="{C5B6F722-726F-4180-A4E4-7A5374EE2850}" sibTransId="{25866A27-4482-43CF-9025-C09AA444E42F}"/>
    <dgm:cxn modelId="{06E5471B-77E5-41C4-A751-80955E2D5A7E}" type="presOf" srcId="{9500544D-BD48-417A-B498-910A66D7BF8E}" destId="{F27FBA0B-16AC-4FA4-A06B-7B8188708C4E}" srcOrd="0" destOrd="1" presId="urn:microsoft.com/office/officeart/2005/8/layout/vProcess5"/>
    <dgm:cxn modelId="{9320E128-7649-422D-BD74-CBB343DE589E}" srcId="{241607DD-03F2-402C-9F4E-51D1E7EE7DC5}" destId="{C440275C-CF3F-4A19-8A4D-2FB66058F965}" srcOrd="0" destOrd="0" parTransId="{42949071-1C7C-499D-B79E-A3E55F030A51}" sibTransId="{4B519865-9612-4772-AF19-03DACA9E5475}"/>
    <dgm:cxn modelId="{47EC3D33-AB6F-429C-9AF4-00B625ECFAA2}" type="presOf" srcId="{C440275C-CF3F-4A19-8A4D-2FB66058F965}" destId="{F27FBA0B-16AC-4FA4-A06B-7B8188708C4E}" srcOrd="0" destOrd="0" presId="urn:microsoft.com/office/officeart/2005/8/layout/vProcess5"/>
    <dgm:cxn modelId="{B475FC4C-57C1-4371-B2DE-4ECD0F04AD15}" type="presOf" srcId="{2030026D-162B-4E64-A43F-AF85592F5105}" destId="{F27FBA0B-16AC-4FA4-A06B-7B8188708C4E}" srcOrd="0" destOrd="2" presId="urn:microsoft.com/office/officeart/2005/8/layout/vProcess5"/>
    <dgm:cxn modelId="{7AAD685A-E345-4EB2-8A57-7218E0A46F1D}" type="presOf" srcId="{241607DD-03F2-402C-9F4E-51D1E7EE7DC5}" destId="{CE67408E-8586-49FA-BC0D-1181A17A59E8}" srcOrd="0" destOrd="0" presId="urn:microsoft.com/office/officeart/2005/8/layout/vProcess5"/>
    <dgm:cxn modelId="{1B0614B6-8466-47F4-A649-F2A34B36836A}" srcId="{C440275C-CF3F-4A19-8A4D-2FB66058F965}" destId="{2030026D-162B-4E64-A43F-AF85592F5105}" srcOrd="1" destOrd="0" parTransId="{D8F24548-DAF6-4D66-BFD6-D01B5E5BCE03}" sibTransId="{4688968D-40FB-4165-BDFD-26CD625AE684}"/>
    <dgm:cxn modelId="{22BC65F1-9BB4-42A9-BCEE-D0306175BF08}" type="presParOf" srcId="{CE67408E-8586-49FA-BC0D-1181A17A59E8}" destId="{6A6E007A-8F61-4FE3-A9C8-F251BCB82086}" srcOrd="0" destOrd="0" presId="urn:microsoft.com/office/officeart/2005/8/layout/vProcess5"/>
    <dgm:cxn modelId="{EEDD9A67-D2E7-49AE-8573-6F6D633A4A23}" type="presParOf" srcId="{CE67408E-8586-49FA-BC0D-1181A17A59E8}" destId="{F27FBA0B-16AC-4FA4-A06B-7B8188708C4E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5539B8-DC41-4923-A544-67667F91D957}">
      <dsp:nvSpPr>
        <dsp:cNvPr id="0" name=""/>
        <dsp:cNvSpPr/>
      </dsp:nvSpPr>
      <dsp:spPr>
        <a:xfrm>
          <a:off x="0" y="66239"/>
          <a:ext cx="7781618" cy="13308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Algorithm complexity can be expressed in Order notation, e.g. “at what rate does work grow with N?”:</a:t>
          </a:r>
        </a:p>
      </dsp:txBody>
      <dsp:txXfrm>
        <a:off x="64968" y="131207"/>
        <a:ext cx="7651682" cy="1200939"/>
      </dsp:txXfrm>
    </dsp:sp>
    <dsp:sp modelId="{2CC1351E-F0E4-4573-87D6-3D6840E119AD}">
      <dsp:nvSpPr>
        <dsp:cNvPr id="0" name=""/>
        <dsp:cNvSpPr/>
      </dsp:nvSpPr>
      <dsp:spPr>
        <a:xfrm>
          <a:off x="0" y="1397114"/>
          <a:ext cx="7781618" cy="2960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06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O(1)	Constant</a:t>
          </a: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O(logN)	Sub-linear</a:t>
          </a: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O(N)	Linear</a:t>
          </a: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O(NlogN)	Nearly linear</a:t>
          </a: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O(N</a:t>
          </a:r>
          <a:r>
            <a:rPr lang="en-US" sz="2000" b="0" kern="1200" baseline="3000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en-US" sz="20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)	Quadratic</a:t>
          </a: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O(X</a:t>
          </a:r>
          <a:r>
            <a:rPr lang="en-US" sz="2000" b="0" kern="1200" baseline="30000">
              <a:latin typeface="Times New Roman" panose="02020603050405020304" pitchFamily="18" charset="0"/>
              <a:cs typeface="Times New Roman" panose="02020603050405020304" pitchFamily="18" charset="0"/>
            </a:rPr>
            <a:t>N</a:t>
          </a:r>
          <a:r>
            <a:rPr lang="en-US" sz="20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)	Exponential</a:t>
          </a:r>
        </a:p>
      </dsp:txBody>
      <dsp:txXfrm>
        <a:off x="0" y="1397114"/>
        <a:ext cx="7781618" cy="2960099"/>
      </dsp:txXfrm>
    </dsp:sp>
    <dsp:sp modelId="{9A61F044-D086-4DC5-A894-E0BA7EF7E474}">
      <dsp:nvSpPr>
        <dsp:cNvPr id="0" name=""/>
        <dsp:cNvSpPr/>
      </dsp:nvSpPr>
      <dsp:spPr>
        <a:xfrm>
          <a:off x="0" y="4357214"/>
          <a:ext cx="7781618" cy="1330875"/>
        </a:xfrm>
        <a:prstGeom prst="roundRect">
          <a:avLst/>
        </a:prstGeom>
        <a:solidFill>
          <a:schemeClr val="accent2">
            <a:hueOff val="3884461"/>
            <a:satOff val="-8352"/>
            <a:lumOff val="2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But, for a given problem, how do we know if a better algorithm is possible?</a:t>
          </a:r>
        </a:p>
      </dsp:txBody>
      <dsp:txXfrm>
        <a:off x="64968" y="4422182"/>
        <a:ext cx="7651682" cy="12009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DD900-B3C3-47EE-803C-6A9AB082FFB0}">
      <dsp:nvSpPr>
        <dsp:cNvPr id="0" name=""/>
        <dsp:cNvSpPr/>
      </dsp:nvSpPr>
      <dsp:spPr>
        <a:xfrm>
          <a:off x="0" y="682"/>
          <a:ext cx="7840549" cy="1596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1E6AC-3408-4C46-AD9D-17B84ECDF551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7A65E-5387-4CED-9EEF-6980E229C0CE}">
      <dsp:nvSpPr>
        <dsp:cNvPr id="0" name=""/>
        <dsp:cNvSpPr/>
      </dsp:nvSpPr>
      <dsp:spPr>
        <a:xfrm>
          <a:off x="1844034" y="682"/>
          <a:ext cx="59965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2">
                  <a:lumMod val="1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rPr>
            <a:t>Most algorithms we have studied are </a:t>
          </a:r>
          <a:r>
            <a:rPr lang="en-US" sz="2500" kern="120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polynomial time algorithms</a:t>
          </a:r>
        </a:p>
      </dsp:txBody>
      <dsp:txXfrm>
        <a:off x="1844034" y="682"/>
        <a:ext cx="5996514" cy="1596566"/>
      </dsp:txXfrm>
    </dsp:sp>
    <dsp:sp modelId="{9300AB30-5941-4576-AC19-F6DED5D8D88D}">
      <dsp:nvSpPr>
        <dsp:cNvPr id="0" name=""/>
        <dsp:cNvSpPr/>
      </dsp:nvSpPr>
      <dsp:spPr>
        <a:xfrm>
          <a:off x="0" y="1996390"/>
          <a:ext cx="7840549" cy="15965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10736-5C0A-4A3A-966F-285B50F0003A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07404-FD5B-48CB-95D3-875D5FAF0391}">
      <dsp:nvSpPr>
        <dsp:cNvPr id="0" name=""/>
        <dsp:cNvSpPr/>
      </dsp:nvSpPr>
      <dsp:spPr>
        <a:xfrm>
          <a:off x="1844034" y="1996390"/>
          <a:ext cx="59965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>
              <a:solidFill>
                <a:schemeClr val="bg2">
                  <a:lumMod val="1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rPr>
            <a:t>That is -on inputs of size n, their </a:t>
          </a:r>
          <a:r>
            <a:rPr lang="en-US" sz="2500" b="0" i="0" kern="1200" baseline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worst-case running time is O(</a:t>
          </a:r>
          <a:r>
            <a:rPr lang="en-US" sz="2500" b="0" i="0" kern="1200" baseline="0" dirty="0" err="1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n</a:t>
          </a:r>
          <a:r>
            <a:rPr lang="en-US" sz="2500" b="0" i="0" kern="1200" baseline="30000" dirty="0" err="1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k</a:t>
          </a:r>
          <a:r>
            <a:rPr lang="en-US" sz="2500" b="0" i="0" kern="1200" baseline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 )for some constant k.</a:t>
          </a:r>
          <a:endParaRPr lang="en-US" sz="2500" kern="1200" dirty="0">
            <a:solidFill>
              <a:srgbClr val="C0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1844034" y="1996390"/>
        <a:ext cx="5996514" cy="1596566"/>
      </dsp:txXfrm>
    </dsp:sp>
    <dsp:sp modelId="{900ED638-4166-4177-AEBE-C15357BD4F22}">
      <dsp:nvSpPr>
        <dsp:cNvPr id="0" name=""/>
        <dsp:cNvSpPr/>
      </dsp:nvSpPr>
      <dsp:spPr>
        <a:xfrm>
          <a:off x="0" y="3992098"/>
          <a:ext cx="7840549" cy="15965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8862E-3977-4C4B-A2DF-573027340F9A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D8996-82E6-4EE7-9D9A-F255B82A7EDC}">
      <dsp:nvSpPr>
        <dsp:cNvPr id="0" name=""/>
        <dsp:cNvSpPr/>
      </dsp:nvSpPr>
      <dsp:spPr>
        <a:xfrm>
          <a:off x="1844034" y="3992098"/>
          <a:ext cx="59965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2">
                  <a:lumMod val="1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rPr>
            <a:t>problems that are solvable by </a:t>
          </a:r>
          <a:r>
            <a:rPr lang="en-US" sz="2500" b="1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polynomial-time algorithms as being tractable or easy</a:t>
          </a:r>
        </a:p>
      </dsp:txBody>
      <dsp:txXfrm>
        <a:off x="1844034" y="3992098"/>
        <a:ext cx="5996514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D05F2-224C-495D-A805-7254A23919D7}">
      <dsp:nvSpPr>
        <dsp:cNvPr id="0" name=""/>
        <dsp:cNvSpPr/>
      </dsp:nvSpPr>
      <dsp:spPr>
        <a:xfrm>
          <a:off x="0" y="94571"/>
          <a:ext cx="7879878" cy="12951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kern="1200" baseline="0" dirty="0">
              <a:latin typeface="Aparajita" panose="02020603050405020304" pitchFamily="18" charset="0"/>
              <a:cs typeface="Aparajita" panose="02020603050405020304" pitchFamily="18" charset="0"/>
            </a:rPr>
            <a:t>all </a:t>
          </a:r>
          <a:r>
            <a:rPr lang="en-US" sz="2400" b="1" i="0" kern="1200" baseline="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problems can not </a:t>
          </a:r>
          <a:r>
            <a:rPr lang="en-US" sz="2400" b="0" i="0" kern="1200" baseline="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 </a:t>
          </a:r>
          <a:r>
            <a:rPr lang="en-US" sz="2400" b="0" i="0" kern="1200" baseline="0" dirty="0">
              <a:latin typeface="Aparajita" panose="02020603050405020304" pitchFamily="18" charset="0"/>
              <a:cs typeface="Aparajita" panose="02020603050405020304" pitchFamily="18" charset="0"/>
            </a:rPr>
            <a:t>be solved in polynomial time.</a:t>
          </a:r>
          <a:endParaRPr lang="en-US" sz="2400" kern="1200" dirty="0"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63226" y="157797"/>
        <a:ext cx="7753426" cy="1168737"/>
      </dsp:txXfrm>
    </dsp:sp>
    <dsp:sp modelId="{0312F417-F485-4BF8-9220-097FED95539D}">
      <dsp:nvSpPr>
        <dsp:cNvPr id="0" name=""/>
        <dsp:cNvSpPr/>
      </dsp:nvSpPr>
      <dsp:spPr>
        <a:xfrm>
          <a:off x="0" y="1458881"/>
          <a:ext cx="7879878" cy="1295189"/>
        </a:xfrm>
        <a:prstGeom prst="roundRect">
          <a:avLst/>
        </a:prstGeom>
        <a:solidFill>
          <a:schemeClr val="accent5">
            <a:hueOff val="-1533178"/>
            <a:satOff val="-476"/>
            <a:lumOff val="173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>
              <a:latin typeface="Aparajita" panose="02020603050405020304" pitchFamily="18" charset="0"/>
              <a:cs typeface="Aparajita" panose="02020603050405020304" pitchFamily="18" charset="0"/>
            </a:rPr>
            <a:t>For example, there are problems, such as Turing’s famous “</a:t>
          </a:r>
          <a:r>
            <a:rPr lang="en-US" sz="2400" b="0" i="0" kern="1200" baseline="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Halting Problem,” </a:t>
          </a:r>
          <a:r>
            <a:rPr lang="en-US" sz="2400" b="0" i="0" kern="1200" baseline="0" dirty="0">
              <a:latin typeface="Aparajita" panose="02020603050405020304" pitchFamily="18" charset="0"/>
              <a:cs typeface="Aparajita" panose="02020603050405020304" pitchFamily="18" charset="0"/>
            </a:rPr>
            <a:t>that cannot be solved by any computer, no matter how much time we allow. </a:t>
          </a:r>
          <a:endParaRPr lang="en-US" sz="2400" kern="1200" dirty="0"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63226" y="1522107"/>
        <a:ext cx="7753426" cy="1168737"/>
      </dsp:txXfrm>
    </dsp:sp>
    <dsp:sp modelId="{9FC4227D-F79E-490F-B86E-5E4692240894}">
      <dsp:nvSpPr>
        <dsp:cNvPr id="0" name=""/>
        <dsp:cNvSpPr/>
      </dsp:nvSpPr>
      <dsp:spPr>
        <a:xfrm>
          <a:off x="39320" y="2823191"/>
          <a:ext cx="7801236" cy="1307274"/>
        </a:xfrm>
        <a:prstGeom prst="roundRect">
          <a:avLst/>
        </a:prstGeom>
        <a:solidFill>
          <a:schemeClr val="accent5">
            <a:hueOff val="-3066357"/>
            <a:satOff val="-953"/>
            <a:lumOff val="346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>
              <a:latin typeface="Aparajita" panose="02020603050405020304" pitchFamily="18" charset="0"/>
              <a:cs typeface="Aparajita" panose="02020603050405020304" pitchFamily="18" charset="0"/>
            </a:rPr>
            <a:t>There are also problems that </a:t>
          </a:r>
          <a:r>
            <a:rPr lang="en-US" sz="2400" b="0" i="0" kern="1200" baseline="0" dirty="0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can be solved, but not in time is O(</a:t>
          </a:r>
          <a:r>
            <a:rPr lang="en-US" sz="2400" b="0" i="0" kern="1200" baseline="0" dirty="0" err="1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n</a:t>
          </a:r>
          <a:r>
            <a:rPr lang="en-US" sz="2400" b="0" i="0" kern="1200" baseline="30000" dirty="0" err="1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k</a:t>
          </a:r>
          <a:r>
            <a:rPr lang="en-US" sz="2400" b="0" i="0" kern="1200" baseline="0" dirty="0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 )</a:t>
          </a:r>
          <a:r>
            <a:rPr lang="en-US" sz="2400" b="0" i="0" kern="1200" baseline="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 </a:t>
          </a:r>
          <a:r>
            <a:rPr lang="en-US" sz="2400" b="0" i="0" kern="1200" baseline="0" dirty="0">
              <a:latin typeface="Aparajita" panose="02020603050405020304" pitchFamily="18" charset="0"/>
              <a:cs typeface="Aparajita" panose="02020603050405020304" pitchFamily="18" charset="0"/>
            </a:rPr>
            <a:t>for any constant k.</a:t>
          </a:r>
          <a:endParaRPr lang="en-US" sz="2400" kern="1200" dirty="0"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103136" y="2887007"/>
        <a:ext cx="7673604" cy="1179642"/>
      </dsp:txXfrm>
    </dsp:sp>
    <dsp:sp modelId="{C8FC7110-3C19-4481-B794-CE0990C337AF}">
      <dsp:nvSpPr>
        <dsp:cNvPr id="0" name=""/>
        <dsp:cNvSpPr/>
      </dsp:nvSpPr>
      <dsp:spPr>
        <a:xfrm>
          <a:off x="0" y="4199585"/>
          <a:ext cx="7879878" cy="1295189"/>
        </a:xfrm>
        <a:prstGeom prst="roundRect">
          <a:avLst/>
        </a:prstGeom>
        <a:solidFill>
          <a:schemeClr val="accent5">
            <a:hueOff val="-4599535"/>
            <a:satOff val="-1429"/>
            <a:lumOff val="5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arajita" panose="02020603050405020304" pitchFamily="18" charset="0"/>
              <a:cs typeface="Aparajita" panose="02020603050405020304" pitchFamily="18" charset="0"/>
            </a:rPr>
            <a:t>problems that require </a:t>
          </a:r>
          <a:r>
            <a:rPr lang="en-US" sz="2400" kern="1200" dirty="0" err="1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superpolynomial</a:t>
          </a:r>
          <a:r>
            <a:rPr lang="en-US" sz="2400" kern="1200" dirty="0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 time as being </a:t>
          </a:r>
          <a:r>
            <a:rPr lang="en-US" sz="2400" b="1" kern="1200" dirty="0">
              <a:solidFill>
                <a:srgbClr val="AD5C4D"/>
              </a:solidFill>
              <a:latin typeface="Aparajita" panose="02020603050405020304" pitchFamily="18" charset="0"/>
              <a:cs typeface="Aparajita" panose="02020603050405020304" pitchFamily="18" charset="0"/>
            </a:rPr>
            <a:t>intractable, or hard.</a:t>
          </a:r>
        </a:p>
      </dsp:txBody>
      <dsp:txXfrm>
        <a:off x="63226" y="4262811"/>
        <a:ext cx="7753426" cy="11687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2B787-42D6-4A62-8B55-2E9D37811B63}">
      <dsp:nvSpPr>
        <dsp:cNvPr id="0" name=""/>
        <dsp:cNvSpPr/>
      </dsp:nvSpPr>
      <dsp:spPr>
        <a:xfrm>
          <a:off x="290227" y="38068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E09DF-4085-496A-8158-0985E2D8ADA0}">
      <dsp:nvSpPr>
        <dsp:cNvPr id="0" name=""/>
        <dsp:cNvSpPr/>
      </dsp:nvSpPr>
      <dsp:spPr>
        <a:xfrm>
          <a:off x="290227" y="201928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Tractable-</a:t>
          </a:r>
        </a:p>
      </dsp:txBody>
      <dsp:txXfrm>
        <a:off x="290227" y="2019288"/>
        <a:ext cx="4320000" cy="648000"/>
      </dsp:txXfrm>
    </dsp:sp>
    <dsp:sp modelId="{8A45F4E2-81C3-4D9D-8C12-8518200BE650}">
      <dsp:nvSpPr>
        <dsp:cNvPr id="0" name=""/>
        <dsp:cNvSpPr/>
      </dsp:nvSpPr>
      <dsp:spPr>
        <a:xfrm>
          <a:off x="290227" y="2726172"/>
          <a:ext cx="4320000" cy="598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Problems solvable by </a:t>
          </a:r>
          <a:r>
            <a:rPr lang="en-US" sz="2000" b="1" kern="1200" dirty="0"/>
            <a:t>polynomial time algorithms</a:t>
          </a:r>
        </a:p>
      </dsp:txBody>
      <dsp:txXfrm>
        <a:off x="290227" y="2726172"/>
        <a:ext cx="4320000" cy="598701"/>
      </dsp:txXfrm>
    </dsp:sp>
    <dsp:sp modelId="{50FBD446-777E-4D7D-8A06-C121672F74CF}">
      <dsp:nvSpPr>
        <dsp:cNvPr id="0" name=""/>
        <dsp:cNvSpPr/>
      </dsp:nvSpPr>
      <dsp:spPr>
        <a:xfrm>
          <a:off x="5366227" y="38068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47E09-850B-4371-BAA3-CBCCBDF7879F}">
      <dsp:nvSpPr>
        <dsp:cNvPr id="0" name=""/>
        <dsp:cNvSpPr/>
      </dsp:nvSpPr>
      <dsp:spPr>
        <a:xfrm>
          <a:off x="5366227" y="201928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Intractable –</a:t>
          </a:r>
        </a:p>
      </dsp:txBody>
      <dsp:txXfrm>
        <a:off x="5366227" y="2019288"/>
        <a:ext cx="4320000" cy="648000"/>
      </dsp:txXfrm>
    </dsp:sp>
    <dsp:sp modelId="{33008FF4-65AC-4083-8E29-8918C2D22E92}">
      <dsp:nvSpPr>
        <dsp:cNvPr id="0" name=""/>
        <dsp:cNvSpPr/>
      </dsp:nvSpPr>
      <dsp:spPr>
        <a:xfrm>
          <a:off x="5366227" y="2726172"/>
          <a:ext cx="4320000" cy="598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Problems that require  </a:t>
          </a:r>
          <a:r>
            <a:rPr lang="en-US" sz="2000" b="1" kern="1200" dirty="0"/>
            <a:t>super polynomial time </a:t>
          </a:r>
        </a:p>
      </dsp:txBody>
      <dsp:txXfrm>
        <a:off x="5366227" y="2726172"/>
        <a:ext cx="4320000" cy="5987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02B90A-D28D-4380-9B9F-5EF08ECF3573}">
      <dsp:nvSpPr>
        <dsp:cNvPr id="0" name=""/>
        <dsp:cNvSpPr/>
      </dsp:nvSpPr>
      <dsp:spPr>
        <a:xfrm>
          <a:off x="0" y="0"/>
          <a:ext cx="3466703" cy="415766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78" tIns="330200" rIns="270278" bIns="33020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 machine which is capable of executing a nondeterministic algorithm is called nondeterministic machine .</a:t>
          </a:r>
        </a:p>
      </dsp:txBody>
      <dsp:txXfrm>
        <a:off x="0" y="1579912"/>
        <a:ext cx="3466703" cy="2494598"/>
      </dsp:txXfrm>
    </dsp:sp>
    <dsp:sp modelId="{E3AF0B88-9FA0-4CC2-8959-72EB80DEF7B9}">
      <dsp:nvSpPr>
        <dsp:cNvPr id="0" name=""/>
        <dsp:cNvSpPr/>
      </dsp:nvSpPr>
      <dsp:spPr>
        <a:xfrm>
          <a:off x="1109701" y="415766"/>
          <a:ext cx="1247299" cy="12472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244" tIns="12700" rIns="9724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92364" y="598429"/>
        <a:ext cx="881973" cy="881973"/>
      </dsp:txXfrm>
    </dsp:sp>
    <dsp:sp modelId="{8EAFD322-3338-4E59-99F9-A9A5A6A24768}">
      <dsp:nvSpPr>
        <dsp:cNvPr id="0" name=""/>
        <dsp:cNvSpPr/>
      </dsp:nvSpPr>
      <dsp:spPr>
        <a:xfrm>
          <a:off x="0" y="4157592"/>
          <a:ext cx="3466703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99E84-07FC-454D-ACBD-788963503AC7}">
      <dsp:nvSpPr>
        <dsp:cNvPr id="0" name=""/>
        <dsp:cNvSpPr/>
      </dsp:nvSpPr>
      <dsp:spPr>
        <a:xfrm>
          <a:off x="3813373" y="0"/>
          <a:ext cx="3466703" cy="415766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78" tIns="330200" rIns="270278" bIns="33020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machine  has the ability to select a “correct” element from the set of allowable choices. </a:t>
          </a:r>
        </a:p>
      </dsp:txBody>
      <dsp:txXfrm>
        <a:off x="3813373" y="1579912"/>
        <a:ext cx="3466703" cy="2494598"/>
      </dsp:txXfrm>
    </dsp:sp>
    <dsp:sp modelId="{889FB240-2B6C-4834-87D5-D022729AB7F1}">
      <dsp:nvSpPr>
        <dsp:cNvPr id="0" name=""/>
        <dsp:cNvSpPr/>
      </dsp:nvSpPr>
      <dsp:spPr>
        <a:xfrm>
          <a:off x="4923075" y="415766"/>
          <a:ext cx="1247299" cy="124729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244" tIns="12700" rIns="9724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105738" y="598429"/>
        <a:ext cx="881973" cy="881973"/>
      </dsp:txXfrm>
    </dsp:sp>
    <dsp:sp modelId="{6419D012-C42A-4905-9846-AA1C88C1BCD2}">
      <dsp:nvSpPr>
        <dsp:cNvPr id="0" name=""/>
        <dsp:cNvSpPr/>
      </dsp:nvSpPr>
      <dsp:spPr>
        <a:xfrm>
          <a:off x="3813373" y="4157592"/>
          <a:ext cx="3466703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EC368-7DE5-403B-9F44-03B62C7E7EB6}">
      <dsp:nvSpPr>
        <dsp:cNvPr id="0" name=""/>
        <dsp:cNvSpPr/>
      </dsp:nvSpPr>
      <dsp:spPr>
        <a:xfrm>
          <a:off x="7626746" y="0"/>
          <a:ext cx="3466703" cy="415766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78" tIns="330200" rIns="270278" bIns="33020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question of  “how “ is not relevant because such a machine is purely fictitious</a:t>
          </a:r>
        </a:p>
      </dsp:txBody>
      <dsp:txXfrm>
        <a:off x="7626746" y="1579912"/>
        <a:ext cx="3466703" cy="2494598"/>
      </dsp:txXfrm>
    </dsp:sp>
    <dsp:sp modelId="{1E4B7EAC-8329-4A61-937E-E98E599F6EA2}">
      <dsp:nvSpPr>
        <dsp:cNvPr id="0" name=""/>
        <dsp:cNvSpPr/>
      </dsp:nvSpPr>
      <dsp:spPr>
        <a:xfrm>
          <a:off x="8736448" y="415766"/>
          <a:ext cx="1247299" cy="124729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244" tIns="12700" rIns="9724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919111" y="598429"/>
        <a:ext cx="881973" cy="881973"/>
      </dsp:txXfrm>
    </dsp:sp>
    <dsp:sp modelId="{B87A8A7C-1492-4872-94C2-288DB8D776EF}">
      <dsp:nvSpPr>
        <dsp:cNvPr id="0" name=""/>
        <dsp:cNvSpPr/>
      </dsp:nvSpPr>
      <dsp:spPr>
        <a:xfrm>
          <a:off x="7626746" y="4157592"/>
          <a:ext cx="3466703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1F3B4-E233-430A-B289-F9C9B1ECFD1B}">
      <dsp:nvSpPr>
        <dsp:cNvPr id="0" name=""/>
        <dsp:cNvSpPr/>
      </dsp:nvSpPr>
      <dsp:spPr>
        <a:xfrm>
          <a:off x="0" y="52605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87EAE2-1EDD-4FA2-ABC2-31DC4DF1C074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AB4A3-0423-44E4-A0D5-6203619DBF5C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arajita" panose="02020603050405020304" pitchFamily="18" charset="0"/>
              <a:cs typeface="Aparajita" panose="02020603050405020304" pitchFamily="18" charset="0"/>
            </a:rPr>
            <a:t>Most of the algorithms we have looked at so far have been </a:t>
          </a:r>
          <a:r>
            <a:rPr lang="en-US" sz="220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polynomial-time algorithms  </a:t>
          </a:r>
          <a:r>
            <a:rPr lang="en-US" sz="2200" kern="120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.</a:t>
          </a:r>
        </a:p>
      </dsp:txBody>
      <dsp:txXfrm>
        <a:off x="1057183" y="1805"/>
        <a:ext cx="9458416" cy="915310"/>
      </dsp:txXfrm>
    </dsp:sp>
    <dsp:sp modelId="{DBBA86E0-EDC7-461D-BDA8-F700127B5983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45666-F77A-498B-A456-203E28469591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B180B-540E-41B0-8066-7C28887C6B62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arajita" panose="02020603050405020304" pitchFamily="18" charset="0"/>
              <a:cs typeface="Aparajita" panose="02020603050405020304" pitchFamily="18" charset="0"/>
            </a:rPr>
            <a:t>On inputs of size n, their </a:t>
          </a:r>
          <a:r>
            <a:rPr lang="en-US" sz="220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worst-case running time is O(</a:t>
          </a:r>
          <a:r>
            <a:rPr lang="en-US" sz="2200" kern="1200" dirty="0" err="1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n^k</a:t>
          </a:r>
          <a:r>
            <a:rPr lang="en-US" sz="220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) </a:t>
          </a:r>
          <a:r>
            <a:rPr lang="en-US" sz="2200" kern="1200" dirty="0">
              <a:latin typeface="Aparajita" panose="02020603050405020304" pitchFamily="18" charset="0"/>
              <a:cs typeface="Aparajita" panose="02020603050405020304" pitchFamily="18" charset="0"/>
            </a:rPr>
            <a:t>for some constant k</a:t>
          </a:r>
        </a:p>
      </dsp:txBody>
      <dsp:txXfrm>
        <a:off x="1057183" y="1145944"/>
        <a:ext cx="9458416" cy="915310"/>
      </dsp:txXfrm>
    </dsp:sp>
    <dsp:sp modelId="{A9A6AD2A-31B8-4270-BD60-3EC7623C4077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C24CE-6A80-4E3B-A286-0703AE28E903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2F5B1-5296-4E86-983D-FE1B29AA3FBE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These problems are called</a:t>
          </a:r>
          <a:r>
            <a:rPr lang="en-US" sz="2200" b="0" i="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 </a:t>
          </a:r>
          <a:r>
            <a:rPr lang="en-US" sz="2200" b="1" i="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tractable</a:t>
          </a:r>
          <a:r>
            <a:rPr lang="en-US" sz="2200" b="0" i="0" kern="120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,</a:t>
          </a:r>
          <a:endParaRPr lang="en-US" sz="2200" kern="1200" dirty="0">
            <a:solidFill>
              <a:srgbClr val="FFC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1057183" y="2290082"/>
        <a:ext cx="9458416" cy="915310"/>
      </dsp:txXfrm>
    </dsp:sp>
    <dsp:sp modelId="{AFCD5699-DFEB-45D1-ADD6-F6E7431BC67E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3A4F8-9BF7-464B-93F0-54CCFDEBFAB6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D611F-4212-4F52-B8A2-4E98AC9517E1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The general class of questions for which some algorithm can provide an </a:t>
          </a:r>
          <a:r>
            <a:rPr lang="en-US" sz="2200" b="0" i="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answer in polynomial time </a:t>
          </a:r>
          <a:r>
            <a:rPr lang="en-US" sz="22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is </a:t>
          </a:r>
          <a:r>
            <a:rPr lang="en-US" sz="2200" b="1" i="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called "class P" or just "</a:t>
          </a:r>
          <a:r>
            <a:rPr lang="en-US" sz="2200" b="1" i="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  <a:hlinkClick xmlns:r="http://schemas.openxmlformats.org/officeDocument/2006/relationships"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</a:t>
          </a:r>
          <a:r>
            <a:rPr lang="en-US" sz="2200" b="1" i="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”</a:t>
          </a:r>
          <a:endParaRPr lang="en-US" sz="2200" b="1" kern="1200" dirty="0">
            <a:solidFill>
              <a:srgbClr val="C0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1057183" y="3434221"/>
        <a:ext cx="9458416" cy="915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99C73-A7BB-4851-BB39-AB7C346DEB1C}">
      <dsp:nvSpPr>
        <dsp:cNvPr id="0" name=""/>
        <dsp:cNvSpPr/>
      </dsp:nvSpPr>
      <dsp:spPr>
        <a:xfrm>
          <a:off x="0" y="542257"/>
          <a:ext cx="5744684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5F6E8-B5B1-420D-B159-63EC3C0A74FA}">
      <dsp:nvSpPr>
        <dsp:cNvPr id="0" name=""/>
        <dsp:cNvSpPr/>
      </dsp:nvSpPr>
      <dsp:spPr>
        <a:xfrm>
          <a:off x="287234" y="10897"/>
          <a:ext cx="4021279" cy="1062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1995" tIns="0" rIns="151995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Fractional Knapsack</a:t>
          </a:r>
        </a:p>
      </dsp:txBody>
      <dsp:txXfrm>
        <a:off x="339112" y="62775"/>
        <a:ext cx="3917523" cy="958964"/>
      </dsp:txXfrm>
    </dsp:sp>
    <dsp:sp modelId="{AFE32462-DB8C-4660-82B8-1DDD1EC6DA2B}">
      <dsp:nvSpPr>
        <dsp:cNvPr id="0" name=""/>
        <dsp:cNvSpPr/>
      </dsp:nvSpPr>
      <dsp:spPr>
        <a:xfrm>
          <a:off x="0" y="2175218"/>
          <a:ext cx="5744684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A94A42-909C-40F7-A969-FEB4B2751C2F}">
      <dsp:nvSpPr>
        <dsp:cNvPr id="0" name=""/>
        <dsp:cNvSpPr/>
      </dsp:nvSpPr>
      <dsp:spPr>
        <a:xfrm>
          <a:off x="287234" y="1643858"/>
          <a:ext cx="4021279" cy="1062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1995" tIns="0" rIns="151995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MST </a:t>
          </a:r>
        </a:p>
      </dsp:txBody>
      <dsp:txXfrm>
        <a:off x="339112" y="1695736"/>
        <a:ext cx="3917523" cy="958964"/>
      </dsp:txXfrm>
    </dsp:sp>
    <dsp:sp modelId="{718110D4-C08C-4E6C-B408-391EC17C9335}">
      <dsp:nvSpPr>
        <dsp:cNvPr id="0" name=""/>
        <dsp:cNvSpPr/>
      </dsp:nvSpPr>
      <dsp:spPr>
        <a:xfrm>
          <a:off x="0" y="3808178"/>
          <a:ext cx="5744684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9D4CE-0E8A-4B40-8BAA-BEF297B55ECE}">
      <dsp:nvSpPr>
        <dsp:cNvPr id="0" name=""/>
        <dsp:cNvSpPr/>
      </dsp:nvSpPr>
      <dsp:spPr>
        <a:xfrm>
          <a:off x="287234" y="3276818"/>
          <a:ext cx="4021279" cy="10627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1995" tIns="0" rIns="151995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Sorting</a:t>
          </a:r>
        </a:p>
      </dsp:txBody>
      <dsp:txXfrm>
        <a:off x="339112" y="3328696"/>
        <a:ext cx="3917523" cy="9589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262DA-BEF5-44D4-84BF-2F134709F95D}">
      <dsp:nvSpPr>
        <dsp:cNvPr id="0" name=""/>
        <dsp:cNvSpPr/>
      </dsp:nvSpPr>
      <dsp:spPr>
        <a:xfrm>
          <a:off x="0" y="2603"/>
          <a:ext cx="7780332" cy="116067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arajita" panose="02020603050405020304" pitchFamily="18" charset="0"/>
              <a:cs typeface="Aparajita" panose="02020603050405020304" pitchFamily="18" charset="0"/>
            </a:rPr>
            <a:t>NP means </a:t>
          </a:r>
          <a:r>
            <a:rPr lang="en-US" sz="2400" b="1" kern="120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non-deterministic polynomial time   </a:t>
          </a:r>
          <a:r>
            <a:rPr lang="en-US" sz="2400" b="0" i="0" kern="1200" dirty="0">
              <a:solidFill>
                <a:srgbClr val="273239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rPr>
            <a:t>. It is the collection of decision problems that can be solved by a non-deterministic machine in polynomial time. </a:t>
          </a:r>
          <a:endParaRPr lang="en-US" sz="2400" b="1" kern="1200" dirty="0">
            <a:solidFill>
              <a:srgbClr val="C0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56660" y="59263"/>
        <a:ext cx="7667012" cy="1047356"/>
      </dsp:txXfrm>
    </dsp:sp>
    <dsp:sp modelId="{B56A5A72-3274-4D33-957D-DD0B0922C0DE}">
      <dsp:nvSpPr>
        <dsp:cNvPr id="0" name=""/>
        <dsp:cNvSpPr/>
      </dsp:nvSpPr>
      <dsp:spPr>
        <a:xfrm>
          <a:off x="0" y="1176034"/>
          <a:ext cx="7780332" cy="1160676"/>
        </a:xfrm>
        <a:prstGeom prst="roundRect">
          <a:avLst/>
        </a:prstGeom>
        <a:solidFill>
          <a:schemeClr val="accent5">
            <a:hueOff val="-1149884"/>
            <a:satOff val="-357"/>
            <a:lumOff val="129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The class NP consists of those problems that </a:t>
          </a:r>
          <a:r>
            <a:rPr lang="en-US" sz="2400" b="0" i="0" kern="120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are verifiable in polynomial time.</a:t>
          </a:r>
          <a:endParaRPr lang="en-US" sz="2400" kern="1200" dirty="0">
            <a:solidFill>
              <a:srgbClr val="FFC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56660" y="1232694"/>
        <a:ext cx="7667012" cy="1047356"/>
      </dsp:txXfrm>
    </dsp:sp>
    <dsp:sp modelId="{E866B257-A8F3-4129-9216-7B04D22E0F06}">
      <dsp:nvSpPr>
        <dsp:cNvPr id="0" name=""/>
        <dsp:cNvSpPr/>
      </dsp:nvSpPr>
      <dsp:spPr>
        <a:xfrm>
          <a:off x="0" y="2349466"/>
          <a:ext cx="7780332" cy="1160676"/>
        </a:xfrm>
        <a:prstGeom prst="roundRect">
          <a:avLst/>
        </a:prstGeom>
        <a:solidFill>
          <a:schemeClr val="accent5">
            <a:hueOff val="-2299768"/>
            <a:satOff val="-715"/>
            <a:lumOff val="25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NP is the </a:t>
          </a:r>
          <a:r>
            <a:rPr lang="en-US" sz="2400" b="0" i="0" kern="1200" dirty="0">
              <a:solidFill>
                <a:srgbClr val="FFC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class of decision problems for which it is easy to check the correctness </a:t>
          </a:r>
          <a:r>
            <a:rPr lang="en-US" sz="24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of a claimed answer, with the aid of a little extra information. </a:t>
          </a:r>
          <a:endParaRPr lang="en-US" sz="2400" kern="1200" dirty="0"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56660" y="2406126"/>
        <a:ext cx="7667012" cy="1047356"/>
      </dsp:txXfrm>
    </dsp:sp>
    <dsp:sp modelId="{9D55FA5A-BF9F-403F-B0FB-FA312FF07661}">
      <dsp:nvSpPr>
        <dsp:cNvPr id="0" name=""/>
        <dsp:cNvSpPr/>
      </dsp:nvSpPr>
      <dsp:spPr>
        <a:xfrm>
          <a:off x="0" y="3522897"/>
          <a:ext cx="7780332" cy="1160676"/>
        </a:xfrm>
        <a:prstGeom prst="roundRect">
          <a:avLst/>
        </a:prstGeom>
        <a:solidFill>
          <a:schemeClr val="accent5">
            <a:hueOff val="-3449651"/>
            <a:satOff val="-1072"/>
            <a:lumOff val="389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Hence, we aren’t asking for a way to find a solution, but only to verify that an alleged solution really is correct.</a:t>
          </a:r>
          <a:endParaRPr lang="en-US" sz="2400" kern="1200" dirty="0"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56660" y="3579557"/>
        <a:ext cx="7667012" cy="1047356"/>
      </dsp:txXfrm>
    </dsp:sp>
    <dsp:sp modelId="{32D17E54-BF51-48E4-B610-3D1A7EFABF73}">
      <dsp:nvSpPr>
        <dsp:cNvPr id="0" name=""/>
        <dsp:cNvSpPr/>
      </dsp:nvSpPr>
      <dsp:spPr>
        <a:xfrm>
          <a:off x="0" y="4696328"/>
          <a:ext cx="7780332" cy="1160676"/>
        </a:xfrm>
        <a:prstGeom prst="roundRect">
          <a:avLst/>
        </a:prstGeom>
        <a:solidFill>
          <a:schemeClr val="accent5">
            <a:hueOff val="-4599535"/>
            <a:satOff val="-1429"/>
            <a:lumOff val="5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Every problem in this class can be solved in </a:t>
          </a:r>
          <a:r>
            <a:rPr lang="en-US" sz="2400" b="1" i="0" kern="1200" dirty="0">
              <a:solidFill>
                <a:srgbClr val="C0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exponential time using exhaustive search.</a:t>
          </a:r>
          <a:endParaRPr lang="en-US" sz="2400" b="1" kern="1200" dirty="0">
            <a:solidFill>
              <a:srgbClr val="C0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56660" y="4752988"/>
        <a:ext cx="7667012" cy="10473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F3353-28C7-4723-BD21-E926BBEF5FCD}">
      <dsp:nvSpPr>
        <dsp:cNvPr id="0" name=""/>
        <dsp:cNvSpPr/>
      </dsp:nvSpPr>
      <dsp:spPr>
        <a:xfrm>
          <a:off x="0" y="372719"/>
          <a:ext cx="6492875" cy="1389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Does there exist x in set  {1,2,…,1000} such that </a:t>
          </a:r>
          <a:r>
            <a:rPr lang="en-US" sz="3300" b="0" i="0" kern="1200" dirty="0" err="1">
              <a:latin typeface="Aparajita" panose="02020603050405020304" pitchFamily="18" charset="0"/>
              <a:cs typeface="Aparajita" panose="02020603050405020304" pitchFamily="18" charset="0"/>
            </a:rPr>
            <a:t>x∗x</a:t>
          </a:r>
          <a:r>
            <a:rPr lang="en-US" sz="33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=300 ?</a:t>
          </a:r>
          <a:endParaRPr lang="en-US" sz="3300" kern="1200" dirty="0"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67852" y="440571"/>
        <a:ext cx="6357171" cy="1254256"/>
      </dsp:txXfrm>
    </dsp:sp>
    <dsp:sp modelId="{2FD409B7-7EF3-43E0-90CA-F1C5F351FF26}">
      <dsp:nvSpPr>
        <dsp:cNvPr id="0" name=""/>
        <dsp:cNvSpPr/>
      </dsp:nvSpPr>
      <dsp:spPr>
        <a:xfrm>
          <a:off x="0" y="1857720"/>
          <a:ext cx="6492875" cy="1389960"/>
        </a:xfrm>
        <a:prstGeom prst="roundRect">
          <a:avLst/>
        </a:prstGeom>
        <a:solidFill>
          <a:schemeClr val="accent5">
            <a:hueOff val="-2299768"/>
            <a:satOff val="-715"/>
            <a:lumOff val="25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Do there exist   </a:t>
          </a:r>
          <a:r>
            <a:rPr lang="en-US" sz="3300" b="0" i="0" kern="1200" dirty="0" err="1">
              <a:latin typeface="Aparajita" panose="02020603050405020304" pitchFamily="18" charset="0"/>
              <a:cs typeface="Aparajita" panose="02020603050405020304" pitchFamily="18" charset="0"/>
            </a:rPr>
            <a:t>x,y,z</a:t>
          </a:r>
          <a:r>
            <a:rPr lang="en-US" sz="33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 in set {1,2,…,10} such that  x∗y∗z+x∗y^3∗z+17∗x∗y∗z^2=4564 ?</a:t>
          </a:r>
          <a:endParaRPr lang="en-US" sz="3300" kern="1200" dirty="0"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67852" y="1925572"/>
        <a:ext cx="6357171" cy="1254256"/>
      </dsp:txXfrm>
    </dsp:sp>
    <dsp:sp modelId="{FA8EA94D-9BF5-461B-A063-1E479B9AC317}">
      <dsp:nvSpPr>
        <dsp:cNvPr id="0" name=""/>
        <dsp:cNvSpPr/>
      </dsp:nvSpPr>
      <dsp:spPr>
        <a:xfrm>
          <a:off x="0" y="3342720"/>
          <a:ext cx="6492875" cy="1389960"/>
        </a:xfrm>
        <a:prstGeom prst="roundRect">
          <a:avLst/>
        </a:prstGeom>
        <a:solidFill>
          <a:schemeClr val="accent5">
            <a:hueOff val="-4599535"/>
            <a:satOff val="-1429"/>
            <a:lumOff val="5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Do there exist </a:t>
          </a:r>
          <a:r>
            <a:rPr lang="en-US" sz="3300" b="0" i="0" kern="1200" dirty="0" err="1">
              <a:latin typeface="Aparajita" panose="02020603050405020304" pitchFamily="18" charset="0"/>
              <a:cs typeface="Aparajita" panose="02020603050405020304" pitchFamily="18" charset="0"/>
            </a:rPr>
            <a:t>a,b,c</a:t>
          </a:r>
          <a:r>
            <a:rPr lang="en-US" sz="33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 in set {1,2,…,10} such that 17∗a∗b∗c^2+a∗b∗c+a∗b^3∗c=4564? </a:t>
          </a:r>
          <a:endParaRPr lang="en-US" sz="3300" kern="1200" dirty="0"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67852" y="3410572"/>
        <a:ext cx="6357171" cy="12542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FBA0B-16AC-4FA4-A06B-7B8188708C4E}">
      <dsp:nvSpPr>
        <dsp:cNvPr id="0" name=""/>
        <dsp:cNvSpPr/>
      </dsp:nvSpPr>
      <dsp:spPr>
        <a:xfrm>
          <a:off x="0" y="20238"/>
          <a:ext cx="11232470" cy="38365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2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NP-hardness</a:t>
          </a:r>
          <a:r>
            <a: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(</a:t>
          </a:r>
          <a:r>
            <a:rPr lang="en-US" sz="20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</a:t>
          </a:r>
          <a:r>
            <a: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on-deterministic </a:t>
          </a:r>
          <a:r>
            <a:rPr lang="en-US" sz="20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</a:t>
          </a:r>
          <a:r>
            <a: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olynomial-time</a:t>
          </a:r>
          <a:r>
            <a: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hardness), in </a:t>
          </a:r>
          <a:r>
            <a: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computational complexity theory</a:t>
          </a:r>
          <a:endParaRPr lang="en-US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just" defTabSz="7112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is the defining property of a class of problems that are, informally, "</a:t>
          </a: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at least as hard as the hardest problems in </a:t>
          </a: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NP</a:t>
          </a: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".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just" defTabSz="7112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More precisely, a problem </a:t>
          </a:r>
          <a:r>
            <a:rPr lang="en-US" sz="16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is NP-hard when every problem </a:t>
          </a:r>
          <a:r>
            <a:rPr lang="en-US" sz="16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in 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NP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can be 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reduced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in 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polynomial time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to </a:t>
          </a:r>
          <a:r>
            <a:rPr lang="en-US" sz="16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; that is, assuming a solution for </a:t>
          </a:r>
          <a:r>
            <a:rPr lang="en-US" sz="16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takes 1 unit time, we can use </a:t>
          </a:r>
          <a:r>
            <a:rPr lang="en-US" sz="16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‎'s solution to solve </a:t>
          </a:r>
          <a:r>
            <a:rPr lang="en-US" sz="16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</a:t>
          </a:r>
          <a:r>
            <a:rPr 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 in polynomial time</a:t>
          </a:r>
        </a:p>
      </dsp:txBody>
      <dsp:txXfrm>
        <a:off x="112370" y="132608"/>
        <a:ext cx="11007730" cy="36118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35:36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1 24575,'-10'38'0,"1"0"0,-4 56 0,0-8 0,-2 13 0,3 1 0,3 143 0,9-240 0,1 9 0,-1 0 0,-1 0 0,-3 21 0,3-28 0,-1-1 0,1 0 0,-1 0 0,0 1 0,0-1 0,0 0 0,-1-1 0,1 1 0,-1 0 0,0-1 0,0 1 0,0-1 0,-6 5 0,6-6 0,-11 8 0,0 1 0,0 1 0,1 0 0,0 1 0,1 0 0,1 1 0,0 0 0,-10 19 0,24-29 0,10-5 0,27-8 0,-14 3 0,12 3 0,-1 1 0,45 4 0,-48-1 0,0 0 0,-1-3 0,41-5 0,65-36-1365,-110 39-5461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35:38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0 140 24575,'26'-13'0,"182"-80"0,-187 85 0,1 2 0,0 0 0,0 1 0,0 1 0,0 2 0,1 0 0,44 2 0,-64 1 0,0-1 0,-1 0 0,1 1 0,0 0 0,0 0 0,0 0 0,0 0 0,-1 0 0,1 0 0,0 1 0,-1-1 0,0 1 0,1 0 0,-1 0 0,0 0 0,0 0 0,0 0 0,0 0 0,0 1 0,0-1 0,0 0 0,-1 1 0,0 0 0,1-1 0,-1 1 0,0 0 0,0 0 0,0-1 0,0 7 0,1 7 0,-1-1 0,0 1 0,-1 0 0,-3 25 0,0-7 0,3-24 0,0 0 0,-1 1 0,0-1 0,-1 0 0,0 0 0,-1 0 0,0 0 0,0-1 0,-1 1 0,0-1 0,-1 0 0,0 0 0,0 0 0,-1 0 0,0-1 0,0 0 0,-10 8 0,-161 161 0,167-166 0,1 0 0,0 1 0,-14 24 0,20-31 0,1 0 0,-1 0 0,1 0 0,0 1 0,0-1 0,0 1 0,1-1 0,0 1 0,0 0 0,0 0 0,1-1 0,0 10 0,1-13 0,0 0 0,-1 0 0,1 0 0,0 0 0,1 0 0,-1 0 0,0 0 0,0-1 0,1 1 0,-1 0 0,1-1 0,-1 1 0,1-1 0,0 0 0,0 1 0,0-1 0,0 0 0,0 0 0,0 0 0,0 0 0,0-1 0,0 1 0,0 0 0,0-1 0,0 0 0,0 1 0,1-1 0,3 0 0,7 0 0,1 1 0,0-2 0,16-2 0,-30 3 0,252-48 0,-184 34-341,-1 4 0,1 3-1,138 2 1,-184 5-6485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35:40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 24575,'-2'18'0,"0"1"0,-2-1 0,0 0 0,-1 0 0,-11 28 0,0-1 0,8-20 0,-68 245 0,65-219 0,2-1 0,3 1 0,0 76 0,6-87 0,3 58 0,-2-95 0,-1-1 0,1 1 0,0 0 0,-1-1 0,1 1 0,0-1 0,1 1 0,-1-1 0,0 0 0,1 1 0,-1-1 0,1 0 0,0 0 0,0 0 0,0 0 0,0 0 0,0 0 0,0-1 0,0 1 0,1-1 0,-1 1 0,1-1 0,-1 0 0,1 0 0,-1 0 0,1 0 0,-1-1 0,1 1 0,0-1 0,3 1 0,10 1 0,1-1 0,0-1 0,32-3 0,-20 1 0,275-1-1365,-275 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35:41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24575,'0'732'-1365,"0"-709"-5461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04:59.8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56 24575,'0'5'0,"0"6"0,5 1 0,6-1 0,5-3 0,5-2 0,-1-8 0,-4-7 0,-5-7 0,-4-6 0,-8 2 0,-8 3 0,-8 5 0,-5 5 0,2 3-8191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05:01.9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65 0 24575,'-5'7'0,"0"1"0,1 0 0,-1 0 0,2 1 0,-1-1 0,1 1 0,0-1 0,1 1 0,0 0 0,-1 15 0,2-20 0,-7 59 0,3 1 0,6 101 0,-3 41 0,-3-175 0,3-24 0,1 0 0,0 1 0,0-1 0,1 1 0,0 12 0,1-18 0,-1 0 0,1 0 0,-1-1 0,1 1 0,-1 0 0,1-1 0,0 1 0,0 0 0,0-1 0,0 1 0,0-1 0,0 1 0,0-1 0,0 0 0,1 1 0,-1-1 0,1 0 0,-1 0 0,1 0 0,-1 0 0,1 0 0,-1 0 0,1-1 0,0 1 0,-1-1 0,1 1 0,0-1 0,2 1 0,20 2 0,-1-1 0,0-1 0,1-1 0,29-4 0,18-1 0,-58 5 0,-4 1 0,0-1 0,0 0 0,0-1 0,0 1 0,0-2 0,0 1 0,-1-1 0,1-1 0,-1 0 0,1 0 0,-1-1 0,9-4 0,53-47-1365,-53 41-5461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05:03.2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24575,'0'582'-1365,"0"-553"-5461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05:06.3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83 131 24575,'1'-16'0,"-1"3"0,0-1 0,0 1 0,-4-23 0,4 34 0,-1 0 0,1 1 0,0-1 0,-1 0 0,1 1 0,-1-1 0,1 1 0,-1-1 0,1 0 0,-1 1 0,0-1 0,0 1 0,0 0 0,0-1 0,0 1 0,0 0 0,-1-1 0,1 1 0,0 0 0,-1 0 0,1 0 0,0 0 0,-1 0 0,1 1 0,-1-1 0,0 0 0,1 1 0,-1-1 0,1 1 0,-1-1 0,0 1 0,1 0 0,-1 0 0,0 0 0,0 0 0,-2 0 0,2 1 0,0 0 0,0-1 0,0 1 0,0 0 0,1 1 0,-1-1 0,0 0 0,1 0 0,-1 1 0,1-1 0,-1 1 0,1-1 0,-1 1 0,1 0 0,0-1 0,0 1 0,0 0 0,0 0 0,0 0 0,1 0 0,-1 0 0,0 0 0,1 0 0,-1 0 0,1 0 0,0 0 0,0 4 0,-1-2 0,1-1 0,0 1 0,0 0 0,0 0 0,0-1 0,1 1 0,-1 0 0,1-1 0,0 1 0,0-1 0,0 1 0,1-1 0,-1 1 0,1-1 0,2 4 0,-3-6 4,-1 0 0,1 0-1,0 0 1,0 0-1,0 0 1,0 0 0,0-1-1,0 1 1,0 0 0,0 0-1,1-1 1,-1 1-1,0-1 1,0 1 0,1-1-1,-1 1 1,0-1 0,1 0-1,-1 0 1,0 1-1,1-1 1,-1 0 0,0 0-1,1 0 1,-1-1 0,0 1-1,1 0 1,-1 0-1,0-1 1,0 1 0,1-1-1,0 0 1,0-1-97,1 1 0,-1-1 1,-1 0-1,1 0 0,0 0 0,0 0 0,-1 0 0,1 0 1,-1-1-1,1 1 0,-1 0 0,0-1 0,0 1 1,0-1-1,0-3 0,4-15-6733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05:07.5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24575,'0'4'0,"0"16"0,0 18 0,0 11 0,0 7 0,0-1 0,0-1 0,0-5 0,0-7 0,0-5 0,0-5 0,0-3 0,0-2 0,0-5-8191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05:08.8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24575,'0'9'0,"0"13"0,0 6 0,0 13 0,0 8 0,0 1 0,0-3 0,0-6 0,0-5 0,0-4 0,0-3 0,0-1 0,0-2 0,0 0 0,0 0 0,0 0 0,0 1 0,0-5-8191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05:10.7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24575,'0'5'0,"5"5"0,10 2 0,8-1 0,4 1 0,7 0 0,2-3 0,0 2 0,-2-1 0,-2-2 0,-2-3 0,3-1 0,1-3 0,-1 0 0,-6-1-8191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07:21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24575,'1435'0'0,"-1244"14"130,-59-2-1625,-106-11-5331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08T13:48:26.37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4212 86,'-148'-2,"-164"4,53 25,-44 1,-673-28,432-1,528 3,0 0,0 1,0 1,0 1,0 0,1 1,-25 14,-5 1,-2-2,1 3,1 2,1 2,-56 44,80-52,2 0,-22 28,22-24,-36 32,50-50,-68 59,-96 63,122-94,33-21,-2-1,1-1,-2 0,-29 13,16-13,1 2,1 1,0 1,0 2,-33 24,-59 39,117-76,-1 1,1 0,-1-1,1 1,0 0,0 1,1-1,-1 0,0 0,1 1,0-1,0 1,-1 5,-3 54,2-19,-6 13,-2 84,10-118,-2-1,0 1,-2-1,-10 31,7-29,2 0,1 1,-4 36,8-35,1-6,-1 1,-1-1,0 0,-2 0,0-1,-9 23,4-14,1 1,1 0,-3 39,4-29,-10 40,-3-12,-15 106,8-14,21-140,-14 32,12-35,1-1,1 1,-4 20,3 24,3 1,5 81,1-28,-3 1498,1-1593,1 0,1 0,0 0,2-1,0 1,1-1,1-1,0 1,17 27,29 86,-40-100,-2 2,9 39,-10-33,18 44,11 9,60 101,-91-181,0-1,1 0,1 0,0-1,14 11,-15-14,0 1,-1 0,0 0,0 1,-1-1,0 2,0-1,-1 1,8 17,5 17,3-1,1-1,48 65,-11-18,69 87,-111-153,28 41,-34-43,2-2,1 0,0 0,35 31,-33-35,-1 0,-1 1,0 1,12 20,-10-14,33 35,-38-48,1 0,0-1,0-1,1 0,18 8,-14-8,-1 1,0 1,17 13,119 86,-84-66,141 61,-143-81,1-4,136 21,-48-11,-112-20,-7-2,0 2,68 25,-1 10,2-5,191 44,-203-67,-61-12,-1 1,0 2,0 1,0 2,40 17,-67-24,134 61,-120-57,1-1,-1-1,1 0,0-2,32 2,141 10,20 12,-122-18,1-4,94-7,-47 0,1394 2,-1484-2,53-10,22-1,-102 13,0-1,-1-2,1 0,-1-1,21-7,79-21,-8 2,29-28,-23 7,-97 43,20-7,56-14,-89 25,0 1,0-1,0-1,-1 0,0 0,0 0,0-1,-1 0,11-11,21-16,242-133,-224 135,43-19,-48 25,78-50,-106 58,2 1,0 1,47-18,-55 26,0 1,1 2,0-1,0 2,0 1,34 0,-39 2,3 1,-1-1,1 0,0-2,0 0,-1 0,17-6,17-9,-22 6,2 1,-1 2,1 0,61-5,-81 12,1 0,-1-1,1 0,-1-1,0 0,0-1,0 0,0 0,-1-1,0 0,0-1,0 0,-1-1,0 1,0-2,8-8,4-8,-1 0,-1-2,-1 0,17-36,-16 32,26-35,-30 47,-1 0,-1 0,-1-2,-1 1,0-1,8-25,-12 14,-1 0,-2-1,0 1,-3-1,-2-34,2-65,2 112,2 0,0 0,1 1,1-1,12-23,9-30,-22 57,2 1,0-1,0 2,1-1,15-18,-14 21,-1-1,0 0,0 0,-2 0,0-1,0 0,6-22,-8 14,2 1,0-1,1 1,0 1,17-29,-13 25,-1 0,-1 0,-1-1,-1 0,-1 0,4-41,-4 36,13-44,-12 52,-1 0,0-1,3-42,-7-368,-4 211,2-916,-3 1095,-12-73,5 51,-25-135,13 81,1-71,16 119,3 58,-1 0,0 0,0 0,-1 1,-8-16,-8-26,9 21,-1 0,-1 0,-33-54,41 76,0 0,1 0,0 0,1 0,0-1,1 1,-2-15,1-7,3-36,-1-13,-1 66,-1-1,-1 1,0 0,-10-23,8 22,1 0,0 0,-4-27,2-48,5 50,-8-47,6 63,-1 1,-2 0,0 0,-2 0,0 1,-14-25,11 27,9 14,-1 1,0-1,0 1,0-1,-1 1,0 1,0-1,-11-9,-3 0,-28-31,34 32,-1 1,0 0,0 1,-23-13,-5-1,0-2,2-1,1-3,2 0,-53-61,-65-69,84 96,-9-11,53 45,20 22,0 1,-1 1,-16-15,20 20,-1 0,1 0,-1 1,0-1,0 1,0 1,0-1,0 0,0 1,0 0,-10 0,-106 1,88 2,-1-2,1-1,-42-7,-147-26,182 29,0 2,-55 3,-32-2,42-12,57 8,-50-3,-474 8,266 3,-915-2,1182 1,0 1,1 1,-1 1,1 1,-23 8,22-6,-1-1,0-1,-42 5,49-9,1 1,-1 0,1 1,-1 0,1 1,0 1,0 0,0 0,1 1,0 0,0 1,1 1,-1 0,-10 11,14-13,0 0,0-1,0 0,0 0,-1 0,0-1,0 0,0-1,-1 0,1 0,-1-1,-12 3,-1 0,5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8T13:55:00.8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24575,'18'7'0,"0"-1"0,1-1 0,-1-1 0,1 0 0,27 1 0,-10 0 0,45 9 0,-2 4 0,0 3 0,143 59 0,217 80 0,-390-145 0,0-3 0,1-2 0,0-2 0,1-2 0,86-1 0,441-7 0,-529 5 0,0 2 0,67 14 0,9 3 0,-36-7 0,128 41 0,-123-29 0,98 15 0,286 13 0,-303-54 0,-109-3 0,0 3 0,73 11 0,-22 0 0,9 1 0,-110-10 0,0 0 0,0 1 0,-1 1 0,1 0 0,22 13 0,-11-3 0,2 0 0,0-2 0,40 13 0,-32-15 0,71 33 0,-96-40 0,0 0 0,0-1 0,0 0 0,0 0 0,0-1 0,22 0 0,-20-1 0,-1 0 0,0 0 0,1 2 0,-1-1 0,16 7 0,22 10 0,-32-13 0,0 1 0,0 1 0,-1 1 0,32 20 0,-37-20 0,2-1 0,-1 0 0,1-2 0,1 1 0,24 6 0,-18-6 0,35 16 0,-38-12-1365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8T13:55:03.1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290 0 24575,'10'13'0,"-1"0"0,0 0 0,-2 1 0,1 0 0,-1 0 0,-1 1 0,6 25 0,9 15 0,54 91 0,0 0 0,-67-127 0,-1 0 0,-1 1 0,0 0 0,-2 0 0,0 1 0,0 21 0,-5 46 0,-1-69 0,1-1 0,1 0 0,1 0 0,0 1 0,1-1 0,1 0 0,1 0 0,10 30 0,-2-19 0,-1 0 0,-1 1 0,-1 0 0,5 41 0,-5-30 0,-6-31 0,0 1 0,-1 0 0,-1 0 0,1 0 0,-1 16 0,-2-24 0,1 0 0,-1 0 0,1 0 0,-1 0 0,0 0 0,0 0 0,0-1 0,-1 1 0,1 0 0,0-1 0,-1 1 0,0-1 0,0 1 0,0-1 0,0 0 0,0 0 0,0 0 0,0 0 0,-1 0 0,1 0 0,-1-1 0,1 1 0,-1-1 0,-5 2 0,-35 15 0,17-8 0,-1 1 0,2 2 0,0 0 0,0 1 0,-33 27 0,33-20 0,11-7 0,-1-1 0,0-1 0,-1-1 0,-1 0 0,-24 12 0,28-17 0,0 2 0,0-1 0,-22 19 0,23-16 0,0-1 0,-1 0 0,-26 13 0,-58 10-1365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1:13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1:14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1:15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1:16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1:16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2:16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2:55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2:55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2:56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2:5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3:00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24575,'1'55'0,"0"-19"0,-1 1 0,-2-1 0,-9 54 0,-4-4 0,12-61 0,-1-1 0,-1 1 0,-2-1 0,-14 39 0,7-22-1365,10-21-5461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3:03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0 120 24575,'1'-2'0,"0"-1"0,0 1 0,0 0 0,0 1 0,0-1 0,1 0 0,-1 0 0,0 0 0,1 1 0,-1-1 0,1 1 0,0-1 0,0 1 0,-1 0 0,1-1 0,3 0 0,1-3 0,12-6 0,1 0 0,0 1 0,1 0 0,0 2 0,0 0 0,0 2 0,1 0 0,0 1 0,1 1 0,-1 1 0,0 1 0,1 1 0,0 1 0,31 4 0,-49-4 0,0 1 0,-1-1 0,1 1 0,0 0 0,0 1 0,-1-1 0,1 1 0,-1-1 0,1 1 0,-1 0 0,0 0 0,1 1 0,-1-1 0,0 1 0,0-1 0,-1 1 0,1 0 0,-1 0 0,1 0 0,-1 1 0,0-1 0,0 0 0,-1 1 0,1-1 0,-1 1 0,1 0 0,-1 0 0,0-1 0,0 6 0,2 12 0,-1 0 0,-1 0 0,-1 0 0,-4 30 0,1-6 0,3-41 0,0 21 0,-2-1 0,-5 33 0,4-48 0,1-1 0,-1 1 0,0 0 0,-1-1 0,0 0 0,0 0 0,-1 0 0,0-1 0,-10 13 0,9-13 0,-1 0 0,0-1 0,0 0 0,0 0 0,-1 0 0,0-1 0,0 0 0,0 0 0,-1-1 0,1 0 0,-1-1 0,-12 4 0,0-3 0,0-1 0,0-1 0,0-1 0,-31-1 0,1-2 0,192 1 0,-39-1 0,296 2-1365,-372 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3:06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 24575,'-3'3'0,"1"0"0,-1 1 0,1-1 0,0 1 0,0-1 0,0 1 0,0 0 0,1 0 0,-1 0 0,1 0 0,-1 7 0,-4 52 0,1-10 0,-5-14 0,-3 0 0,-1-1 0,-30 56 0,36-76 0,-8 5 0,14-21 0,-1 1 0,1 0 0,0-1 0,0 1 0,0 0 0,0 0 0,0 0 0,1 0 0,0 1 0,-1-1 0,1 0 0,0 1 0,1-1 0,-2 6 0,3-7 0,0-1 0,-1 0 0,1 0 0,0 0 0,0-1 0,0 1 0,0 0 0,0 0 0,0 0 0,0-1 0,0 1 0,1 0 0,-1-1 0,0 1 0,0-1 0,0 0 0,1 1 0,-1-1 0,0 0 0,0 0 0,1 0 0,1 0 0,35 1 0,-30-1 0,30 0 0,101-5 0,-132 4 0,-1 0 0,1-1 0,-1 0 0,0 0 0,0 0 0,0-1 0,0 0 0,0 0 0,-1-1 0,1 1 0,-1-1 0,0 0 0,0-1 0,0 1 0,-1-1 0,6-7 0,-5 6 0,0-1 0,0-1 0,-1 1 0,0-1 0,0 1 0,-1-1 0,0 0 0,-1 0 0,1-1 0,-1 1 0,-1 0 0,1-9 0,-4-85 0,2 265 0,-2-56 0,2-8-1365,0-68-5461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3:08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1 166 24575,'0'-4'0,"1"1"0,-1 0 0,1 0 0,0 0 0,0 0 0,1 0 0,-1 0 0,1 0 0,-1 0 0,1 0 0,0 0 0,0 1 0,0-1 0,1 1 0,-1 0 0,0-1 0,1 1 0,4-2 0,7-6 0,1 0 0,18-8 0,-25 14 0,11-6 0,70-33 0,-81 40 0,-1 1 0,1-1 0,0 1 0,0 0 0,0 1 0,0 0 0,0 0 0,1 0 0,11 2 0,-18 0 0,0-1 0,1 1 0,-1 0 0,0 0 0,0 0 0,0 0 0,0 1 0,0-1 0,0 0 0,0 1 0,-1-1 0,1 1 0,0 0 0,-1 0 0,1 0 0,-1-1 0,0 1 0,1 0 0,-1 1 0,0-1 0,0 0 0,-1 0 0,1 0 0,0 1 0,-1-1 0,1 0 0,-1 1 0,0-1 0,0 3 0,2 12 0,-2-1 0,0 0 0,-3 21 0,1-16 0,1-8 0,-1-1 0,0 0 0,-1-1 0,0 1 0,0 0 0,-2-1 0,1 1 0,-1-1 0,-1-1 0,0 1 0,0-1 0,-12 14 0,4-9 0,0 0 0,0-1 0,-1-1 0,-1-1 0,0 0 0,-31 17 0,43-27 0,1 0 0,0 0 0,-1 0 0,1 0 0,1 1 0,-1-1 0,0 1 0,-4 5 0,7-8 0,0 0 0,-1 0 0,1 1 0,0-1 0,0 0 0,0 1 0,0-1 0,0 0 0,0 1 0,0-1 0,-1 1 0,1-1 0,0 0 0,0 1 0,0-1 0,1 0 0,-1 1 0,0-1 0,0 0 0,0 1 0,0-1 0,0 0 0,0 1 0,0-1 0,1 0 0,-1 1 0,0-1 0,0 0 0,0 0 0,1 1 0,-1-1 0,0 0 0,1 1 0,22 5 0,3-5 0,35-3 0,-34 0 0,-1 2 0,31 2 0,-51-1 0,1 0 0,-1 0 0,1 0 0,-1 1 0,0 0 0,1 1 0,-1-1 0,0 1 0,0 0 0,-1 1 0,1-1 0,-1 1 0,7 6 0,-8-6 0,-1 0 0,0 0 0,0 1 0,0-1 0,-1 1 0,1-1 0,-1 1 0,0 0 0,-1 0 0,1 0 0,-1 0 0,0 0 0,1 5 0,-1 10 0,0-1 0,-2 23 0,0-25 0,1-8 0,-1 0 0,0-1 0,-1 1 0,0-1 0,0 0 0,-1 0 0,0 0 0,0 0 0,-1 0 0,0-1 0,-1 1 0,1-1 0,-1 0 0,-1 0 0,1-1 0,-1 0 0,0 0 0,-1 0 0,1 0 0,-1-1 0,0 0 0,-13 6 0,3-3 0,-1 0 0,1-1 0,-1-1 0,0-1 0,-1-1 0,1 0 0,-1-1 0,0-1 0,-25 0 0,-13-3-1365,33 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7T10:53:11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460 1 24575,'-45'0'0,"0"3"0,-62 11 0,74-10 0,-59 1 0,18-2 0,71-2 0,0-1 0,0 1 0,1-1 0,-1 1 0,0 0 0,1 0 0,-1 0 0,0 0 0,1 1 0,0-1 0,-1 1 0,1-1 0,0 1 0,-1 0 0,1 0 0,0 0 0,0 0 0,1 0 0,-1 0 0,0 1 0,1-1 0,0 1 0,-1-1 0,1 1 0,0-1 0,0 1 0,0 0 0,1 0 0,-1-1 0,0 6 0,-1 9 0,1-1 0,0 1 0,2 0 0,2 19 0,-1-5 0,-2 51 0,3 35 0,-3-115 0,0 0 0,0 0 0,0 0 0,0-1 0,1 1 0,-1 0 0,1 0 0,-1-1 0,1 1 0,-1 0 0,1 0 0,0-1 0,0 1 0,0-1 0,0 1 0,0-1 0,0 1 0,0-1 0,0 0 0,1 1 0,-1-1 0,0 0 0,1 0 0,1 1 0,0-1 0,-1-1 0,0 0 0,0 0 0,0 0 0,0 0 0,0 0 0,0-1 0,0 1 0,1-1 0,-1 1 0,0-1 0,0 0 0,0 1 0,-1-1 0,1 0 0,0-1 0,0 1 0,0 0 0,2-3 0,11-6 0,0 0 0,0 1 0,1 0 0,0 1 0,1 1 0,0 1 0,30-8 0,-16 9 0,0 1 0,0 1 0,52 2 0,-73 1 0,-1 0 0,-1 0 0,0 1 0,0 0 0,0 0 0,16 4 0,-22-4 0,0 0 0,1 1 0,-1-1 0,0 0 0,0 1 0,0-1 0,0 1 0,0 0 0,0 0 0,-1 0 0,1 0 0,0 0 0,-1 0 0,0 0 0,1 0 0,-1 0 0,0 1 0,0-1 0,0 1 0,0-1 0,-1 0 0,1 1 0,0 3 0,2 26 0,-2 1 0,0-1 0,-8 57 0,6-82 0,1 0 0,-1-1 0,-1 1 0,1 0 0,-1-1 0,0 1 0,-1-1 0,0 0 0,0 0 0,0 0 0,0 0 0,-1 0 0,0-1 0,0 0 0,-1 1 0,1-1 0,-1-1 0,0 1 0,-1-1 0,1 0 0,-1 0 0,0-1 0,0 1 0,-10 3 0,8-3 0,0 1 0,0 0 0,0 0 0,0 1 0,-12 12 0,-14 11 0,28-26 14,0 1-1,0-1 0,0 0 0,-1 0 1,1-1-1,-1 0 0,1 0 1,-12 2-1,-55 1-1498,46-5-5341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5:34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24575,'0'8'0,"1"1"0,1-1 0,-1 1 0,2-1 0,-1 0 0,1 1 0,7 14 0,35 55 0,-31-56 0,-11-17 0,0 0 0,1 0 0,-1-1 0,1 0 0,0 0 0,0 0 0,1 0 0,-1 0 0,1-1 0,-1 0 0,1 0 0,0 0 0,8 2 0,-11-4 0,0-1 0,0 1 0,0-1 0,0 0 0,0 1 0,0-1 0,0 0 0,0 0 0,0-1 0,0 1 0,0 0 0,1-1 0,-1 1 0,0-1 0,-1 0 0,1 1 0,0-1 0,0 0 0,0 0 0,0 0 0,-1-1 0,1 1 0,0 0 0,-1-1 0,1 1 0,-1-1 0,0 1 0,1-1 0,-1 0 0,0 1 0,0-1 0,0 0 0,0 0 0,0 0 0,-1 0 0,1 0 0,0 0 0,0-3 0,0 0 0,1 0 0,0-1 0,-1 1 0,0-1 0,-1 0 0,1 1 0,-1-1 0,0 0 0,0 1 0,-3-12 0,3 14 0,-1 1 0,0-1 0,0 1 0,0-1 0,-1 1 0,1-1 0,-1 1 0,1 0 0,-1 0 0,0 0 0,1 0 0,-1 0 0,0 0 0,-1 0 0,1 1 0,0-1 0,0 1 0,-1-1 0,1 1 0,0 0 0,-1 0 0,0 0 0,1 0 0,-6 0 0,-6-2-341,0 2 0,0 0-1,-23 1 1,12 1-6485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5:35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24575,'0'4'0,"0"16"0,0 8 0,0 14 0,0 9 0,0 0 0,0 1 0,0-4 0,0 3 0,0-1 0,0-6 0,0-5 0,0-5 0,0-3 0,0 1 0,0 1 0,0-1 0,0-5-8191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5:36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24575,'0'643'-1365,"0"-616"-5461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5:37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 24575,'0'-5'0,"9"-1"0,12-5 0,7-4 0,-1-5 0,9 1 0,7 4 0,1 5 0,-2 3 0,-4 4 0,-4 2 0,-7 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5:40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219 267 24575,'0'-2'0,"0"1"0,-1 0 0,0 0 0,1 0 0,-1 0 0,0-1 0,1 1 0,-1 0 0,0 0 0,0 0 0,0 1 0,0-1 0,0 0 0,0 0 0,0 0 0,0 1 0,0-1 0,0 0 0,-1 1 0,1-1 0,0 1 0,0 0 0,0-1 0,-1 1 0,1 0 0,0 0 0,-3 0 0,-40-5 0,39 4 0,-5 0 0,0 1 0,0 0 0,-1 1 0,1-1 0,0 2 0,0 0 0,-11 3 0,18-4 0,0 0 0,0 0 0,1 1 0,-1-1 0,0 1 0,1-1 0,-1 1 0,1 0 0,0 0 0,0 0 0,-1 1 0,1-1 0,1 0 0,-1 1 0,0-1 0,1 1 0,-1 0 0,1-1 0,0 1 0,-1 0 0,2 0 0,-1 0 0,0 0 0,0 0 0,1 0 0,0 0 0,-1 6 0,2-7 0,-1 0 0,0 1 0,0-1 0,1 0 0,-1 1 0,1-1 0,0 0 0,0 0 0,0 1 0,0-1 0,0 0 0,0 0 0,0 0 0,1 0 0,-1 0 0,1-1 0,0 1 0,-1 0 0,1-1 0,0 1 0,0-1 0,0 1 0,0-1 0,0 0 0,0 0 0,0 0 0,1 0 0,2 0 0,-3 0 0,0 0 0,0-1 0,0 0 0,0 1 0,0-1 0,0 0 0,0 0 0,0 0 0,1 0 0,-1 0 0,0-1 0,0 1 0,0-1 0,0 1 0,0-1 0,0 0 0,0 0 0,0 0 0,0 0 0,0 0 0,-1 0 0,1 0 0,0-1 0,-1 1 0,1-1 0,-1 1 0,1-1 0,-1 0 0,0 1 0,0-1 0,2-3 0,57-142 0,-51 121 0,7-42 0,-14 63 0,-1-1 0,0 0 0,-1 0 0,1 1 0,-1-1 0,0 0 0,-1 0 0,1 0 0,-1 0 0,0 1 0,-1-1 0,0 0 0,1 1 0,-4-6 0,-6 0-1365,0 9-5461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5:42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24575,'0'518'0,"-2"-498"0,2-16 0,-1 1 0,1-1 0,0 0 0,0 0 0,0 1 0,2 6 0,-1-9 0,-1-1 0,1 0 0,0 0 0,-1 1 0,1-1 0,0 0 0,0 0 0,0 0 0,0 0 0,0 0 0,0 0 0,0 0 0,0 0 0,0 0 0,0 0 0,0-1 0,1 1 0,-1 0 0,0-1 0,1 1 0,-1-1 0,0 0 0,1 1 0,-1-1 0,2 0 0,22 3 0,0-1 0,0-2 0,38-3 0,4-1 0,156-18 0,-217 22 0,38-5-682,52 2-1,-68 3-6143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01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01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04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24575,'240'18'0,"-153"-8"0,128 13 0,375 89 0,-462-70 0,176 84 0,-97-37 0,500 227 0,-673-297 0,-1 1 0,-2 1 0,40 36 0,17 12 0,-35-32 0,-2 2 0,-1 3 0,-3 2 0,-1 2 0,-3 2 0,-2 1 0,41 65 0,-22-15 0,-3 3 0,41 109 0,-67-144 0,2-2 0,53 76 0,15 27 0,-30-42 0,38 74 0,-33-42 0,57 129 0,-116-242 0,-2 1 0,-2 0 0,-2 1 0,8 74 0,-15 174 38,-6-165-1441,2-103-5423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05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0 473 24575,'78'51'0,"-3"3"0,135 126 0,-205-175 0,-1 1 0,0 0 0,0 0 0,0 0 0,-1 0 0,0 1 0,0-1 0,0 1 0,-1 0 0,0 0 0,-1 0 0,1 0 0,-1 0 0,0 9 0,10 41 0,-10-55 0,-1 1 0,1-1 0,0 0 0,0 0 0,0 0 0,0 0 0,0 0 0,0 0 0,0-1 0,1 1 0,-1 0 0,1 0 0,-1-1 0,1 1 0,0-1 0,0 0 0,0 1 0,0-1 0,-1 0 0,2 0 0,-1 0 0,0 0 0,0-1 0,0 1 0,0 0 0,0-1 0,1 0 0,-1 1 0,0-1 0,5 0 0,-2-1 0,0 0 0,0 0 0,0 0 0,-1 0 0,1-1 0,0 0 0,0 0 0,-1 0 0,0-1 0,1 1 0,-1-1 0,6-6 0,96-100 0,-44 41 0,30-34 0,149-219 0,-205 268 0,-11 12 0,2 2 0,1 1 0,2 2 0,46-44 0,-53 58-1365,-4-1-5461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06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18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24575,'2'169'0,"-4"189"0,-11-218 0,-1 13 0,14-149 0,-1 0 0,1 0 0,0 0 0,1-1 0,-1 1 0,1 0 0,-1 0 0,1 0 0,1-1 0,-1 1 0,0 0 0,1-1 0,0 1 0,-1-1 0,2 0 0,-1 1 0,0-1 0,0 0 0,1 0 0,0-1 0,0 1 0,0 0 0,0-1 0,0 0 0,0 0 0,0 0 0,1 0 0,-1 0 0,1-1 0,-1 1 0,1-1 0,0 0 0,0 0 0,6 1 0,37 3 0,1-2 0,-1-2 0,57-6 0,8 0 0,99 5-1365,-188 0-5461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19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1643 1 24575,'-61'24'0,"2"4"0,1 1 0,-78 54 0,90-54 0,-67 41 0,-111 91 0,174-118 0,-2-2 0,-2-3 0,-74 40 0,85-54 0,2 1 0,-67 56 0,66-47 0,-89 53 0,94-68 0,6-3 0,0 1 0,1 1 0,1 2 0,-50 43 0,20-15 0,59-48 0,0 0 0,0 0 0,0 0 0,0 0 0,0 0 0,0 1 0,0-1 0,-1 0 0,1 0 0,0 0 0,0 0 0,0 0 0,0 1 0,0-1 0,0 0 0,0 0 0,0 0 0,0 0 0,1 0 0,-1 1 0,0-1 0,0 0 0,0 0 0,0 0 0,0 0 0,0 0 0,0 0 0,0 1 0,0-1 0,0 0 0,0 0 0,0 0 0,1 0 0,-1 0 0,0 0 0,0 0 0,0 0 0,0 0 0,0 1 0,0-1 0,1 0 0,-1 0 0,0 0 0,0 0 0,0 0 0,0 0 0,0 0 0,0 0 0,1 0 0,-1 0 0,14 3 0,15-2 0,1166-6 0,-1159 5 0,0 2 0,-1 2 0,1 1 0,-1 1 0,0 2 0,0 2 0,47 20 0,-57-21-151,0 0-1,0-1 0,1-2 0,0-1 1,0-1-1,0-1 0,1-1 1,35-2-1,-33-1-6674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21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134 350 24575,'-17'464'0,"10"-328"0,3 26 0,4-160 0,-1 0 0,1 1 0,0-1 0,0 0 0,-1 0 0,0 0 0,1 1 0,-1-1 0,0 0 0,0 0 0,0 0 0,0 0 0,0-1 0,-1 1 0,1 0 0,-1 0 0,1-1 0,-1 1 0,1-1 0,-1 1 0,-2 1 0,3-3 0,-1 0 0,1 1 0,-1-1 0,1 0 0,0 0 0,-1 0 0,1 0 0,-1 0 0,1 0 0,0 0 0,-1-1 0,1 1 0,0 0 0,-1-1 0,1 1 0,0-1 0,-1 1 0,1-1 0,0 0 0,0 0 0,0 1 0,0-1 0,0 0 0,0 0 0,0 0 0,0 0 0,0 0 0,0 0 0,0-1 0,0 1 0,1 0 0,-1 0 0,1-1 0,-2 0 0,-3-10 0,-1 0 0,2 1 0,0-1 0,0-1 0,1 1 0,-3-25 0,-2-83 0,7 82 0,1-509 0,2 534 0,-1 0 0,2 0 0,-1 1 0,2-1 0,0 1 0,0 0 0,1 0 0,1 0 0,0 1 0,11-16 0,0 3 0,1 2 0,2 0 0,31-28 0,-44 44 0,1 0 0,-1 0 0,1 1 0,0 0 0,1 1 0,-1 0 0,1 0 0,18-5 0,-25 8 0,1 0 0,-1 1 0,0-1 0,1 1 0,-1 0 0,1 0 0,-1 0 0,1 0 0,-1 0 0,1 0 0,-1 0 0,0 1 0,1-1 0,-1 1 0,0 0 0,1 0 0,-1 0 0,0 0 0,0 0 0,1 0 0,-1 1 0,0-1 0,-1 0 0,1 1 0,0 0 0,0 0 0,-1-1 0,1 1 0,-1 0 0,1 0 0,-1 0 0,0 1 0,0-1 0,0 0 0,0 0 0,0 1 0,0-1 0,0 4 0,2 13 0,0-1 0,-2 1 0,0-1 0,-1 1 0,-1-1 0,-1 1 0,-4 18 0,5-33 6,0 0-1,0 0 1,-1 0-1,1 0 0,-1 0 1,0 0-1,0-1 1,0 1-1,-1-1 1,1 1-1,-1-1 1,0 0-1,0 0 0,0 0 1,0 0-1,-1-1 1,1 1-1,-1-1 1,1 0-1,-1 0 1,-7 3-1,0-2-217,0 0 0,0-1 0,0 0-1,0 0 1,-1-1 0,-19-1 0,7-1-6614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22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24575,'0'1397'-1365,"0"-1369"-5461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24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24575,'6'22'0,"-1"1"0,-1-1 0,-1 1 0,-1 0 0,-1 27 0,0-3 0,6 596-42,-8-409-1281,1-205-5503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25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24575,'5'0'0,"15"0"0,18 0 0,16 0 0,8 0 0,-1 0 0,2 0 0,-5 0 0,-3 0 0,-2 0 0,-5 0 0,-2 0 0,-3 0 0,-6 0 0,-3 0 0,-4 0 0,-2 0 0,-5 0-8191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28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0 795 24575,'2'27'0,"2"-1"0,0 0 0,2 0 0,14 40 0,-13-42 0,32 81 0,-28-81 0,-1 1 0,-2 0 0,0 1 0,-1 0 0,-2 0 0,4 42 0,-9-59 0,0-1 0,0 1 0,1-1 0,1 1 0,-1-1 0,2 0 0,-1 0 0,1 0 0,5 11 0,-6-16 0,-1-1 0,1 1 0,0-1 0,0 1 0,1-1 0,-1 0 0,0 0 0,1 0 0,-1 0 0,1 0 0,0 0 0,0-1 0,-1 0 0,1 1 0,0-1 0,0 0 0,0 0 0,0-1 0,1 1 0,-1-1 0,0 1 0,0-1 0,0 0 0,0 0 0,1 0 0,-1-1 0,5-1 0,2 0 0,-1 0 0,0-1 0,1 0 0,-2-1 0,1 1 0,0-2 0,-1 0 0,0 0 0,0 0 0,0-1 0,0 0 0,-1 0 0,7-9 0,8-11 0,0-2 0,23-38 0,-40 58 0,314-566 0,-12 17 0,-298 543-157,2 1 0,0 1 0,0-1 0,1 2 0,1 0 0,18-13 0,-27 21-109,11-9-6560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6:30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0 879 24575,'0'894'0,"0"-887"0,0 0 0,1-1 0,0 1 0,0 0 0,3 11 0,-3-17 0,-1 0 0,0 0 0,1 0 0,-1 0 0,1 0 0,-1 0 0,1 0 0,-1-1 0,1 1 0,0 0 0,-1 0 0,1 0 0,0-1 0,0 1 0,-1 0 0,1-1 0,0 1 0,0 0 0,0-1 0,0 1 0,0-1 0,0 0 0,0 1 0,0-1 0,0 0 0,0 1 0,0-1 0,0 0 0,0 0 0,1 0 0,-1 0 0,0 0 0,0 0 0,0-1 0,0 1 0,0 0 0,0 0 0,0-1 0,0 1 0,0-1 0,0 1 0,0-1 0,0 1 0,0-1 0,0 1 0,1-2 0,11-8 0,0 0 0,0-2 0,-1 1 0,0-1 0,-1-1 0,19-27 0,-11 14 0,81-111 0,53-66 0,171-128 0,-128 139 0,-82 79 0,122-137 0,126-159 0,-312 359-1365,-35 33-5461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31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674 1 24575,'-8'0'0,"1"1"0,-1 1 0,1-1 0,-1 1 0,1 1 0,0-1 0,0 1 0,0 0 0,0 1 0,0 0 0,-8 6 0,-9 8 0,-32 30 0,51-43 0,-2 1 0,1 1 0,0 0 0,0 0 0,1 0 0,0 1 0,0 0 0,0 0 0,1 0 0,1 1 0,-1-1 0,-2 12 0,3-6 0,1 0 0,0 0 0,1 0 0,0 0 0,1 0 0,4 23 0,-4-33 0,1-1 0,-1 1 0,1-1 0,0 0 0,0 1 0,1-1 0,-1 0 0,1 0 0,-1 0 0,1 0 0,0 0 0,0 0 0,0 0 0,1-1 0,-1 1 0,1-1 0,-1 1 0,1-1 0,0 0 0,0 0 0,0 0 0,0-1 0,0 1 0,5 1 0,6 1 0,0 0 0,1-1 0,0 0 0,23 0 0,4 2 0,224 34 0,-263-38 0,0-1 0,0 1 0,1 0 0,-1 0 0,0 0 0,0 0 0,0 1 0,0 0 0,0-1 0,-1 1 0,1 0 0,0 0 0,-1 0 0,0 0 0,1 1 0,-1-1 0,0 1 0,0 0 0,0-1 0,0 1 0,-1 0 0,1 0 0,-1 0 0,0 0 0,0 0 0,0 0 0,0 0 0,0 1 0,-1-1 0,1 4 0,0 10 0,0 1 0,-1 0 0,-1-1 0,-3 24 0,4-40 0,-2 9 0,-1-1 0,0 1 0,0-1 0,0 0 0,-1 0 0,-1 0 0,1-1 0,-2 1 0,1-1 0,-1 0 0,0-1 0,-1 1 0,-11 9 0,-11 8 0,0-1 0,-36 21 0,8-11 0,-74 32 0,38-20 0,66-33 0,0-2 0,-1 0 0,-1-2 0,0-1 0,0-1 0,0-2 0,-1-1 0,0-1 0,1-1 0,-53-5 0,69 3-273,1 0 0,0 1 0,-1 1 0,-15 3 0,6 0-6553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32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24575,'5'0'0,"14"0"0,10 0 0,17 0 0,11 0 0,5 0 0,0 0 0,5 0 0,-6 0 0,-8 0 0,-8 0 0,-8 0 0,-10 0-8191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33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24575,'4'0'0,"16"0"0,18 0 0,12 0 0,6 0 0,-1 0 0,-6 0 0,-7 0 0,-5 0 0,-5 0 0,-3 0 0,-2 0 0,-1 0 0,-5 0-8191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35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0 24575,'-8'2'0,"-1"0"0,1 0 0,0 0 0,0 1 0,-1 1 0,2-1 0,-1 1 0,-12 9 0,-14 5 0,7-6 0,0 1 0,1 1 0,1 1 0,-43 34 0,59-42 0,2 0 0,-1 1 0,1 0 0,0 1 0,1-1 0,0 1 0,0 0 0,1 1 0,0-1 0,0 1 0,1 0 0,1 0 0,0 1 0,0-1 0,1 1 0,-2 18 0,4-24 0,-1 1 0,1 0 0,0 0 0,0 0 0,1 0 0,0 0 0,0 0 0,0 0 0,1 0 0,0-1 0,0 1 0,0-1 0,1 1 0,-1-1 0,2 0 0,-1 0 0,0 0 0,1 0 0,0-1 0,0 0 0,0 1 0,1-1 0,-1-1 0,1 1 0,0-1 0,0 0 0,0 0 0,0 0 0,1-1 0,-1 1 0,1-1 0,8 1 0,50 12 0,-24-6 0,1 1 0,76 32 0,-114-41 0,0 1 0,-1 0 0,1 0 0,0 0 0,-1 0 0,1 0 0,-1 0 0,0 1 0,0-1 0,0 1 0,0-1 0,0 1 0,0 0 0,-1 0 0,3 4 0,-2 0 0,0 0 0,0 0 0,-1 0 0,0 0 0,0 0 0,0 0 0,-1 7 0,0-2 0,-1 1 0,-1-1 0,0 0 0,0 0 0,-2 0 0,1 0 0,-1-1 0,-7 14 0,-14 13 0,19-30 0,0 1 0,0 0 0,-6 15 0,10-20 0,1-1 0,0 1 0,0-1 0,1 1 0,-1 0 0,1-1 0,-1 1 0,1 0 0,1 0 0,-1-1 0,0 1 0,1 0 0,0-1 0,1 5 0,6 24 0,-1 1 0,-2 0 0,-1 0 0,-1 1 0,-2-1 0,-6 57 0,2-74 0,0-1 0,-1 1 0,-1 0 0,-1-1 0,0 0 0,-1 0 0,-13 21 0,12-23 0,0 1 0,1 1 0,0-1 0,2 1 0,-1 0 0,2 0 0,0 1 0,-3 22 0,6-22 0,1 0 0,0 0 0,2-1 0,-1 1 0,6 19 0,-7-31 0,1-1 0,1 1 0,-1 0 0,0 0 0,1 0 0,0-1 0,0 1 0,0-1 0,1 1 0,-1-1 0,1 0 0,-1 0 0,1 0 0,0 0 0,0 0 0,1-1 0,-1 0 0,0 1 0,1-1 0,-1 0 0,1-1 0,0 1 0,0 0 0,0-1 0,5 1 0,43 1-1365,-28-3-5461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36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24575,'0'1060'-1365,"0"-1038"-5461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37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37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39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24575,'6'-3'0,"-1"1"0,0-1 0,1 1 0,0 0 0,-1 0 0,1 0 0,0 1 0,0 0 0,0 0 0,0 1 0,10 0 0,-1-1 0,14-3 0,0 2 0,1 2 0,-1 0 0,54 8 0,-76-6 0,0-1 0,0 1 0,0 0 0,-1 0 0,1 0 0,-1 1 0,0 0 0,0 1 0,0-1 0,0 1 0,0 0 0,-1 1 0,1-1 0,-1 1 0,-1 0 0,1 1 0,-1-1 0,0 1 0,0-1 0,0 1 0,-1 1 0,0-1 0,0 0 0,0 1 0,-1-1 0,3 13 0,-2 6 0,0-1 0,-2 1 0,-1 0 0,0-1 0,-2 1 0,-1-1 0,-1 1 0,-8 28 0,-4-1 0,-2-1 0,-40 81 0,45-108 0,-1-2 0,-1 0 0,-28 31 0,25-32 0,0 1 0,-27 46 0,44-65 0,-1 0 0,0 0 0,1 0 0,-1 0 0,1 1 0,0-1 0,0 0 0,1 1 0,-1-1 0,0 1 0,1-1 0,0 1 0,0-1 0,0 1 0,0-1 0,2 6 0,-1-7 0,0 0 0,1 0 0,-1 1 0,1-1 0,0-1 0,-1 1 0,1 0 0,0 0 0,0-1 0,0 1 0,0-1 0,0 1 0,1-1 0,-1 0 0,0 0 0,1 0 0,-1 0 0,1 0 0,-1-1 0,1 1 0,-1-1 0,1 1 0,3-1 0,42 4 0,0-2 0,67-7 0,-12 1 0,216 4-1365,-292 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40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 24575,'88'-1'0,"95"3"0,-180-1 0,-1-1 0,1 1 0,0-1 0,0 1 0,-1 0 0,1 0 0,0 0 0,-1 0 0,1 1 0,-1-1 0,0 1 0,1-1 0,-1 1 0,0 0 0,0 0 0,0 0 0,0 0 0,0 0 0,0 1 0,-1-1 0,1 0 0,-1 1 0,0 0 0,0-1 0,0 1 0,0-1 0,0 1 0,0 0 0,-1 0 0,1 0 0,-1 2 0,2 10 0,-2-1 0,1 1 0,-2-1 0,-3 25 0,2-30 0,0 0 0,-1-1 0,0 1 0,0-1 0,-1 0 0,-8 13 0,-34 46 0,30-44 0,-35 41 0,-2-1 0,-63 55 0,116-117 0,-1-1 0,0 1 0,0-1 0,0 1 0,1 0 0,-1 0 0,0-1 0,1 1 0,-1 0 0,1 0 0,-1 0 0,1 0 0,-1 0 0,1 0 0,-1-1 0,1 1 0,0 0 0,0 0 0,0 0 0,-1 0 0,1 0 0,0 0 0,0 0 0,0 2 0,1-3 0,0 1 0,-1 0 0,1 0 0,0-1 0,0 1 0,0 0 0,-1-1 0,1 1 0,0-1 0,0 1 0,0-1 0,0 1 0,0-1 0,0 0 0,0 1 0,0-1 0,0 0 0,0 0 0,1 0 0,12 2 0,0-2 0,26-2 0,-26 1 0,15 0 0,-16-1 0,0 1 0,1 1 0,-1 1 0,19 2 0,-29-3 0,-1 1 0,1-1 0,0 1 0,-1 0 0,1 0 0,-1 0 0,1 0 0,-1 1 0,1-1 0,-1 1 0,0-1 0,0 1 0,0 0 0,0 0 0,0 0 0,0 0 0,-1 0 0,1 0 0,0 0 0,-1 1 0,0-1 0,1 0 0,-1 1 0,0-1 0,-1 1 0,2 5 0,1 13 0,-1 1 0,-2 0 0,0-1 0,-4 25 0,1 13 0,3-54 0,0 0 0,-1 0 0,1 0 0,-1 0 0,0 0 0,0 0 0,0 0 0,-1 0 0,0 0 0,0 0 0,0-1 0,0 1 0,-6 7 0,4-9 0,1 0 0,-1 0 0,0 0 0,0 0 0,0 0 0,0-1 0,0 0 0,0 0 0,-1 0 0,1-1 0,-1 1 0,1-1 0,-1 0 0,0 0 0,-5 0 0,-28 2 16,0-2 0,-45-4 1,11 0-1431,49 2-5412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43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24575,'-22'390'0,"14"-207"0,8-180 0,0-1 0,-1 1 0,1-1 0,-1 0 0,0 1 0,0-1 0,0 0 0,0 0 0,0 1 0,0-1 0,-1 0 0,1 0 0,-1 0 0,-1 1 0,2-2 0,1-1 0,-1 1 0,1-1 0,-1 0 0,1 0 0,-1 1 0,1-1 0,-1 0 0,1 0 0,-1 1 0,1-1 0,-1 0 0,1 0 0,-1 0 0,0 0 0,1 0 0,-1 0 0,1 0 0,-1 0 0,1 0 0,-1 0 0,0 0 0,0 0 0,0-1 0,0 0 0,0 0 0,0 1 0,0-1 0,0 0 0,0 0 0,1 0 0,-1 0 0,0 0 0,0 0 0,1 0 0,-1 0 0,1 0 0,-1 0 0,1 0 0,-1-2 0,-3-9 0,1 0 0,1 0 0,0-1 0,0 0 0,1 1 0,1-1 0,0 1 0,1-1 0,0 0 0,1 1 0,0-1 0,1 1 0,1 0 0,0 0 0,6-13 0,-6 19 0,0 0 0,0 0 0,1 0 0,0 0 0,0 1 0,1 0 0,-1 0 0,1 1 0,0-1 0,1 1 0,-1 0 0,1 1 0,-1 0 0,1 0 0,0 0 0,0 1 0,12-3 0,7 2 0,0 0 0,0 1 0,44 4 0,-30-1 0,-36-1 0,0 0 0,-1 0 0,1 0 0,0 1 0,0-1 0,0 1 0,0 0 0,-1 0 0,1 0 0,0 1 0,-1-1 0,1 1 0,-1 0 0,0 0 0,5 4 0,-5-3 0,-1 0 0,1 1 0,-1-1 0,0 1 0,-1-1 0,1 1 0,0 0 0,-1-1 0,0 1 0,0 0 0,0 0 0,-1 0 0,1 0 0,-1 0 0,0 5 0,-2 155 124,-1-58-1613,3-83-5337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2:44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0 24575,'11'0'0,"0"1"0,0 1 0,0-1 0,-1 2 0,1 0 0,-1 0 0,1 0 0,-1 2 0,0-1 0,0 1 0,-1 1 0,1-1 0,-1 2 0,-1-1 0,1 1 0,-1 1 0,0-1 0,-1 1 0,1 1 0,-2-1 0,1 1 0,-1 1 0,-1-1 0,0 1 0,0 0 0,-1 0 0,0 0 0,0 1 0,-2-1 0,1 1 0,-1 0 0,-1 0 0,0-1 0,0 1 0,-1 0 0,0 0 0,-4 20 0,-2-8 0,0 0 0,-2 0 0,-1-1 0,-1 0 0,0 0 0,-2-1 0,0-1 0,-2 0 0,0-1 0,-30 31 0,-33 48 0,-1 0 0,71-90 0,-8 7 0,0 2 0,1-1 0,-19 32 0,30-43 0,1 0 0,-1 1 0,1-1 0,0 1 0,0-1 0,0 1 0,1 0 0,0-1 0,0 1 0,0 0 0,1 0 0,0 0 0,0 0 0,0 0 0,1-1 0,0 1 0,0 0 0,4 10 0,0-5 0,1 0 0,1-1 0,-1 0 0,1 0 0,1 0 0,0-1 0,0 0 0,1-1 0,0 0 0,1 0 0,11 7 0,-2-1 0,-16-10 0,1 0 0,-1-1 0,0 1 0,0 1 0,0-1 0,0 0 0,-1 1 0,0-1 0,0 1 0,0 0 0,0 0 0,-1-1 0,0 1 0,0 0 0,0 0 0,0 1 0,-1-1 0,0 0 0,0 0 0,-2 9 0,1-5 0,0 0 0,-1-1 0,0 1 0,0-1 0,-1 0 0,0 0 0,0 0 0,-1 0 0,0 0 0,-1-1 0,-7 10 0,3-6 0,2 0 0,-1 0 0,1 0 0,1 1 0,0 0 0,1 1 0,0-1 0,0 1 0,2 0 0,-4 17 0,3-4 0,2 0 0,0 0 0,2 1 0,3 32 0,-1-49 0,0 1 0,1 0 0,0-1 0,1 1 0,0-1 0,1 0 0,0-1 0,7 10 0,-6-8 0,0-1 0,0 1 0,-1 1 0,-1-1 0,7 23 0,-8-16 0,0 1 0,-1 0 0,-1 0 0,-1 0 0,-1-1 0,0 1 0,-7 30 0,6-42 0,1 0 0,-2-1 0,1 1 0,-1-1 0,0 1 0,0-1 0,0 0 0,-1 0 0,0-1 0,0 1 0,-1-1 0,0 0 0,0 0 0,0 0 0,0-1 0,-1 0 0,1 0 0,-1 0 0,0-1 0,0 1 0,-1-2 0,1 1 0,-11 2 0,-15 2-1365,4-4-5461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3:00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0 24575,'2'137'0,"0"-2"0,-17 151 0,10-245 0,-2 0 0,-1 0 0,-2-1 0,-2 0 0,-2-1 0,-1-1 0,-2 0 0,-23 36 0,21-44 0,-1 2 0,-23 48 0,37-67 0,1 0 0,1 0 0,0 0 0,1 0 0,0 1 0,1 0 0,0 21 0,4 9 0,-3-54 0,1 1 0,0-1 0,1 0 0,0 1 0,1-1 0,0 1 0,0 0 0,1 0 0,0 0 0,0 0 0,1 0 0,1 0 0,-1 1 0,1 0 0,1 0 0,-1 0 0,1 1 0,1 0 0,0 0 0,14-11 0,18-13 0,42-42 0,-75 67 0,1 1 0,0 0 0,0 0 0,1 0 0,-1 1 0,1 0 0,0 0 0,0 1 0,0 0 0,1 1 0,-1 0 0,16-2 0,5 1 0,1 2 0,44 5 0,-53-2 0,1-1 0,-1-1 0,1 0 0,-1-2 0,40-7 0,-58 8 0,1 0 0,-1 0 0,0-1 0,1 1 0,-1-1 0,0 0 0,0 0 0,0 0 0,0 0 0,-1 0 0,1 0 0,0-1 0,-1 0 0,0 1 0,1-1 0,-1 0 0,0 0 0,-1 0 0,1 0 0,-1-1 0,1 1 0,-1 0 0,0-1 0,0 1 0,0-1 0,0 1 0,-1-1 0,0 1 0,1-1 0,-1 1 0,-1-7 0,0 2 0,0 0 0,-1 0 0,0 0 0,0 0 0,-1 0 0,0 1 0,0-1 0,-1 1 0,0 0 0,0 0 0,-1 0 0,-9-11 0,-4-2 0,-16-16 0,34 36 0,0 0 0,0 0 0,0 0 0,-1-1 0,1 1 0,0 0 0,0 0 0,-1 0 0,1-1 0,0 1 0,-1 0 0,1 0 0,0 0 0,-1 0 0,1 0 0,0 0 0,0 0 0,-1 0 0,1 0 0,0 0 0,-1 0 0,1 0 0,0 0 0,-1 0 0,1 0 0,0 0 0,-1 0 0,1 0 0,0 0 0,-1 1 0,1-1 0,0 0 0,0 0 0,-1 0 0,1 0 0,0 1 0,0-1 0,-1 0 0,1 0 0,0 1 0,0-1 0,0 0 0,-1 0 0,1 1 0,0-1 0,0 0 0,0 0 0,0 1 0,0-1 0,0 0 0,0 1 0,0-1 0,-1 1 0,-1 19 0,2-18 0,-2 73 0,-4 63 0,-9-1 0,-15 260 0,32-225-1365,-2-150-5461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3:19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24575,'2694'0'0,"-2330"28"0,-16-1 0,-317-27 0,45 1 0,110 14 0,-117-4 0,-6 0 0,124 6 0,694-18 0,-799-3 0,118-21 0,-115 12 0,97-2 0,-59 16-1365,-100-1-5461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3:48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3:49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 24575,'-1'8'0,"-1"1"0,0-1 0,-1 0 0,0 0 0,0 0 0,-1 0 0,0 0 0,-8 12 0,-7 14 0,7-7 0,-61 154 0,66-160 0,1 1 0,1-1 0,1 1 0,1 0 0,1 0 0,2 38 0,1-54 0,0 0 0,0 0 0,1 0 0,0-1 0,0 1 0,0-1 0,1 0 0,0 1 0,0-1 0,0 0 0,1-1 0,-1 1 0,1 0 0,1-1 0,-1 0 0,0 0 0,1 0 0,0-1 0,6 4 0,12 6 0,0 0 0,0-2 0,26 8 0,-39-15 0,156 51 0,50 22 0,-206-73 0,-1 1 0,0 0 0,-1 1 0,1-1 0,-1 2 0,0-1 0,0 1 0,-1 0 0,0 1 0,0 0 0,-1 0 0,0 0 0,0 1 0,5 12 0,-9-16 0,0 1 0,0-1 0,0 1 0,-1 0 0,1-1 0,-1 1 0,-1 0 0,1 0 0,-1 0 0,0-1 0,-1 1 0,1 0 0,-1 0 0,0 0 0,-1-1 0,1 1 0,-1 0 0,0-1 0,-1 0 0,1 1 0,-1-1 0,0 0 0,0 0 0,-1 0 0,1-1 0,-6 5 0,-222 214 0,215-210 0,-30 28 0,44-39 0,0 0 0,1 0 0,-1 0 0,0 0 0,1 1 0,0-1 0,-1 0 0,1 1 0,0-1 0,0 1 0,0 0 0,1-1 0,-1 1 0,1 0 0,-1-1 0,1 1 0,0 0 0,0 3 0,1-4 0,-1-1 0,1 0 0,-1 1 0,1-1 0,0 1 0,-1-1 0,1 0 0,0 1 0,0-1 0,0 0 0,0 0 0,0 0 0,0 0 0,0 0 0,1 0 0,-1 0 0,0 0 0,0 0 0,1-1 0,-1 1 0,1 0 0,-1-1 0,2 1 0,42 8 0,-23-6 0,-13 0 0,1 0 0,-1 1 0,0 0 0,-1 1 0,1 0 0,-1 0 0,0 1 0,0 0 0,10 11 0,-9-8 0,0-1 0,-2 1 0,1 1 0,-1 0 0,0 0 0,-1 0 0,8 17 0,-9-6 0,0 0 0,-1 1 0,-1 0 0,-1 0 0,-2-1 0,-2 44 0,0-21 0,-16 316 0,3 204 0,16-554 0,0-1 0,0 0 0,1 1 0,0-1 0,1 0 0,0 0 0,1 0 0,-1-1 0,1 1 0,1-1 0,0 0 0,0 0 0,9 10 0,-4-8 0,0 0 0,0-1 0,1 0 0,0-1 0,1 0 0,0-1 0,0 0 0,18 7 0,-12-7-273,0 0 0,1-2 0,0 0 0,28 4 0,-17-6-6553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3:51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0 24575,'-4'60'0,"-2"0"0,-3-1 0,-22 79 0,11-53 0,9-30 0,-36 144 0,35-161 0,-1 0 0,-1-1 0,-21 37 0,29-65 0,-5 9 0,1 1 0,1-1 0,1 1 0,0 1 0,1 0 0,1 0 0,-5 29 0,6-29 0,5-20 0,0 1 0,0-1 0,0 0 0,0 0 0,0 0 0,0 0 0,0 0 0,-1 0 0,1 0 0,0 0 0,0 1 0,0-1 0,0 0 0,0 0 0,0 0 0,0 0 0,-1 0 0,1 0 0,0 0 0,0 0 0,0 0 0,0 0 0,0 0 0,-1 0 0,1 0 0,0 0 0,0 0 0,0 0 0,0 0 0,0 0 0,0 0 0,-1 0 0,1 0 0,0 0 0,0 0 0,0 0 0,0 0 0,0 0 0,0 0 0,-1-1 0,1 1 0,0 0 0,0 0 0,0 0 0,0 0 0,0 0 0,0 0 0,0 0 0,0 0 0,0-1 0,0 1 0,-1 0 0,1 0 0,0 0 0,0 0 0,0 0 0,0-1 0,-1-1 0,1-1 0,-1 1 0,1-1 0,-1 0 0,1 1 0,0-1 0,0 0 0,0 1 0,0-1 0,1 1 0,-1-1 0,1 0 0,0-2 0,4-7 0,0-1 0,1 1 0,0 1 0,1-1 0,0 1 0,1 0 0,0 1 0,1 0 0,18-16 0,12-9 0,48-31 0,-81 62 0,20-15 0,2 2 0,0 1 0,1 1 0,0 1 0,1 1 0,0 2 0,41-9 0,-46 15 0,0 0 0,0 3 0,1 0 0,-1 1 0,1 1 0,-1 2 0,1 0 0,-1 2 0,43 12 0,-37-7 0,-14-3 0,0 0 0,0-2 0,0 0 0,1 0 0,0-2 0,0 0 0,20-1 0,-37-1 0,-1-1 0,0 1 0,0 0 0,0 0 0,0 0 0,0 0 0,1 0 0,-1 0 0,0 0 0,0-1 0,0 1 0,0 0 0,0 0 0,0 0 0,0 0 0,0-1 0,0 1 0,0 0 0,1 0 0,-1 0 0,0 0 0,0-1 0,0 1 0,0 0 0,0 0 0,0 0 0,0 0 0,0-1 0,0 1 0,0 0 0,-1 0 0,1 0 0,0 0 0,0-1 0,0 1 0,0 0 0,0 0 0,0 0 0,0 0 0,0 0 0,0-1 0,0 1 0,-1 0 0,1 0 0,0 0 0,0 0 0,0 0 0,0 0 0,0-1 0,-1 1 0,1 0 0,0 0 0,0 0 0,0 0 0,0 0 0,-1 0 0,1 0 0,0 0 0,0 0 0,0 0 0,0 0 0,-1 0 0,-15-11 0,13 8 0,-13-8 0,0-1 0,1-1 0,1 0 0,0-1 0,-21-27 0,22 27 0,12 14 0,1 0 0,0 0 0,0 0 0,-1 0 0,1 0 0,0 0 0,0 0 0,-1 0 0,1 0 0,0 0 0,0 0 0,-1 0 0,1 1 0,0-1 0,0 0 0,0 0 0,-1 0 0,1 0 0,0 0 0,0 1 0,0-1 0,-1 0 0,1 0 0,0 0 0,0 0 0,0 1 0,0-1 0,0 0 0,-1 0 0,1 1 0,0-1 0,0 0 0,0 0 0,0 1 0,0-1 0,0 0 0,-3 37 0,3-33 0,0 110 0,-16 324 0,9-379-120,-7 55-502,0 128-1,15-220-6203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3:52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0 24575,'0'14'0,"0"18"0,-4 31 0,-7 19 0,-5 0 0,-1-14-8191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3:54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24575,'38'-9'0,"0"1"0,0 3 0,1 1 0,0 1 0,51 4 0,-37-1 0,-18-1 0,-17 0 0,0 1 0,0 0 0,1 1 0,25 6 0,-39-6 0,-1 0 0,0 0 0,0 1 0,0-1 0,0 1 0,0 0 0,0 0 0,-1 1 0,1-1 0,-1 1 0,1 0 0,-1-1 0,0 2 0,0-1 0,0 0 0,-1 0 0,1 1 0,-1 0 0,0-1 0,0 1 0,0 0 0,0 0 0,2 8 0,0 12 0,-1 1 0,-1-1 0,-1 0 0,-1 1 0,-6 45 0,5-60 0,-1-1 0,-1 0 0,1 0 0,-2 0 0,1 0 0,-1 0 0,0-1 0,-1 1 0,0-1 0,-10 12 0,-7 6 0,-43 38 0,24-25 0,-119 106 0,-24 24 0,183-169 0,0 1 0,0 0 0,0 0 0,0 0 0,0 0 0,0 0 0,0 0 0,0 1 0,0-1 0,0 0 0,1 0 0,-1 1 0,1-1 0,-1 0 0,1 1 0,-1-1 0,1 0 0,0 1 0,-1-1 0,1 1 0,0-1 0,0 1 0,0-1 0,0 0 0,1 3 0,0-2 0,1-1 0,-1 0 0,1 0 0,0 1 0,-1-1 0,1 0 0,0-1 0,0 1 0,0 0 0,0 0 0,-1-1 0,1 1 0,0-1 0,0 1 0,0-1 0,0 0 0,0 0 0,4 0 0,85 1 0,-53-1 0,69 7 0,-95-5 0,1 1 0,-1 0 0,0 0 0,0 1 0,-1 1 0,1 0 0,-1 1 0,0 0 0,17 12 0,-23-13 0,0 0 0,-1 1 0,1-1 0,-1 1 0,0 0 0,-1 0 0,1 0 0,-1 1 0,0-1 0,-1 1 0,0-1 0,0 1 0,0 0 0,-1 0 0,0 0 0,0 0 0,0 11 0,-1-8 0,0 0 0,-1 0 0,1 0 0,-2 0 0,0 0 0,0 0 0,-1 0 0,0-1 0,0 1 0,-1-1 0,-9 16 0,-18 14 0,-1-1 0,-71 64 0,22-23 0,56-54-1365,2-5-5461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09:53:56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27 24575,'36'-9'0,"1"2"0,0 2 0,0 1 0,1 2 0,43 3 0,-67-1 0,0 1 0,-1 1 0,1 0 0,-1 0 0,1 1 0,-1 1 0,0 1 0,0-1 0,16 10 0,-23-11 0,-1 0 0,0 1 0,0 0 0,0-1 0,0 2 0,-1-1 0,1 0 0,-1 1 0,0 0 0,-1 0 0,1 0 0,-1 0 0,0 1 0,0-1 0,-1 1 0,0 0 0,0 0 0,0-1 0,0 2 0,-1-1 0,0 0 0,0 10 0,-1-2 0,-1 1 0,-1-1 0,0 1 0,-1-1 0,-1 1 0,0-1 0,-1-1 0,0 1 0,-11 18 0,-7 9 0,-45 59 0,35-60 0,27-34 0,0 0 0,1 0 0,0 1 0,0-1 0,0 1 0,1 0 0,0 0 0,0 1 0,1-1 0,0 1 0,0 0 0,1 0 0,0 0 0,-2 14 0,6 225 0,1-96 0,-3-122 0,1-1 0,2 1 0,8 41 0,-7-55 0,1-1 0,0 1 0,0-1 0,2 0 0,-1-1 0,2 1 0,0-1 0,11 13 0,-13-18 0,1 1 0,-2-1 0,1 1 0,-1 0 0,-1 1 0,1-1 0,-2 1 0,4 11 0,-4-5 0,0 0 0,-2 1 0,0-1 0,-1 24 0,-1-20 0,-1 0 0,0 1 0,-2-1 0,0 0 0,-1-1 0,-1 1 0,-1-1 0,-1 0 0,-17 30 0,-114 174 0,-39 70 0,172-280 0,0 1 0,1 0 0,0 0 0,1 1 0,1-1 0,0 1 0,1 0 0,1-1 0,0 1 0,1 0 0,1 0 0,0 0 0,1 0 0,0 0 0,2-1 0,-1 1 0,2-1 0,0 0 0,10 20 0,5 8 0,-9-16 0,1-1 0,1 0 0,2-1 0,0 0 0,33 38 0,-37-51 0,-1 0 0,-1 0 0,1 1 0,12 24 0,-18-28 0,0 0 0,-1 1 0,0 0 0,-1-1 0,0 1 0,0 0 0,-1 0 0,0 1 0,0 10 0,-1 18 0,1-16 0,-1 0 0,0 1 0,-2-1 0,-8 38 0,4-46 0,0 0 0,-1 0 0,-1-1 0,-1-1 0,1 1 0,-2-1 0,0-1 0,-15 14 0,21-21 10,-1 0 0,1 0 0,-1-1 0,0 0 0,0 0 0,-1 0 0,1-1 0,0 0 0,-1 0 0,1 0 0,-10 1 0,0-1-381,-1 0-1,1-2 1,-18 0 0,10-1-6455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0:41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1494 1 24575,'-20'21'0,"-33"47"0,13-16 0,-136 167 0,-208 340 0,318-447 0,5 3 0,5 2 0,-64 194 0,60-105 0,-138 419 0,127-444 0,24-67 0,5 2 0,-30 137 0,61-186 0,-6 135 0,20 71 0,1-105 0,-5 71 0,4 163 0,-2-384 0,1 0 0,1-1 0,1 1 0,0-1 0,1 0 0,9 20 0,51 90 0,-40-83 0,60 130 0,-51-100 0,59 97 0,-56-117 0,2 0 0,49 51 0,-47-62 0,14 17 0,75 63 0,181 98 0,-68-53 0,-179-120 0,2-3 0,2-3 0,1-3 0,3-3 0,133 47 0,-131-63 0,82 10 0,-71-15 0,193 47 0,117 20 0,-158-29 0,-177-36 0,1-2 0,0-4 0,95 7 0,307-18 0,-186-3 0,379 3-1365,-632 0-5461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0:44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2294 0 24575,'17'1'0,"0"1"0,0 0 0,1 2 0,-2 0 0,1 0 0,0 2 0,26 12 0,106 65 0,-119-64 0,37 22 0,-2 4 0,116 103 0,-147-115 0,-2 1 0,-1 2 0,-2 1 0,-1 1 0,-2 2 0,27 57 0,68 210 0,-25 12 0,-37-114 0,-17-49 0,10 32 0,-19-85 0,-4 2 0,-5 0 0,11 117 0,-7 349 0,-27-332 0,-4 209 0,-10-241 0,9-178 0,-1 0 0,-2 0 0,-1-1 0,-1 0 0,-14 29 0,-189 481 0,172-431 0,-21 69 0,33-87 0,-3-2 0,-71 141 0,-4-6 0,-51 99 0,132-281 0,-1 0 0,-3-2 0,-33 36 0,-106 96 0,134-141 0,0 0 0,-2-3 0,-69 40 0,-128 49 0,121-62 0,3 3 0,55-26 0,-2-3 0,-108 38 0,134-59 0,0-2 0,-1-1 0,1-1 0,-1-1 0,-43-5 0,-10 0 0,-1228 4-1365,1289 0-5461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0:48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1:17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755 1 24575,'-66'-1'0,"-76"3"0,137-2 0,0 0 0,-1 1 0,1 0 0,0 0 0,0 0 0,0 1 0,1 0 0,-1-1 0,0 2 0,1-1 0,-1 1 0,1-1 0,0 1 0,0 0 0,0 1 0,0-1 0,0 1 0,-6 7 0,6-4 0,1 0 0,-1 0 0,1 0 0,0 0 0,1 1 0,-1-1 0,1 1 0,1 0 0,0-1 0,0 1 0,0 12 0,3 225 0,1-70 0,-4-171 0,1 0 0,0-1 0,0 1 0,1 0 0,-1-1 0,1 1 0,0-1 0,0 1 0,0-1 0,0 1 0,1-1 0,-1 0 0,1 1 0,0-1 0,0 0 0,3 4 0,-2-4 0,1-1 0,-1 0 0,1 0 0,-1 0 0,1 0 0,0 0 0,0-1 0,-1 0 0,1 0 0,0 0 0,0 0 0,0 0 0,0-1 0,8 0 0,151-3 0,29 2 0,-187 1 0,-1 1 0,1-1 0,0 1 0,-1 0 0,1 0 0,-1 1 0,1-1 0,-1 1 0,1 0 0,-1 0 0,0 1 0,0-1 0,0 1 0,0 0 0,-1 0 0,1 0 0,5 7 0,-5-4 0,-1 0 0,0 0 0,0 0 0,0 0 0,-1 0 0,0 0 0,0 1 0,-1-1 0,1 1 0,-1-1 0,-1 1 0,1 9 0,-8 155 0,6-162 0,0-1 0,-1 0 0,-1 0 0,1 0 0,-1 0 0,-1 0 0,0 0 0,0-1 0,0 0 0,-6 7 0,-3 3 0,0-1 0,-30 27 0,37-38 0,-1 0 0,0-1 0,0 1 0,-1-2 0,1 1 0,-1-1 0,0 0 0,1 0 0,-1-1 0,-1 0 0,-13 1 0,-11 0 0,-53-2 0,52-1 0,-548-4-1365,558 4-5461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1:18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24575,'19'0'0,"28"0"0,21 0 0,12 0 0,-3 0 0,0 0 0,-9 0 0,-12 0 0,-10 0 0,-9 0 0,-11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1:19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24575,'18'0'0,"39"0"0,23 0 0,11 0 0,10 0 0,-9 0 0,-15 0 0,-16 0 0,-14 0 0,-5 0 0,-11 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1:21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1 24575,'-77'139'0,"47"-88"0,2 0 0,2 2 0,-25 72 0,46-109 0,1 0 0,0 0 0,1 0 0,1 1 0,1 0 0,0-1 0,1 1 0,1 0 0,0-1 0,1 1 0,1-1 0,1 1 0,0-1 0,1 0 0,0-1 0,10 18 0,-1-8 0,0-1 0,2-1 0,0 0 0,2-1 0,1-1 0,41 37 0,-26-30 0,2-2 0,1-1 0,65 32 0,-81-46 0,0-2 0,0 2 0,-1 1 0,23 17 0,-38-25 0,0 0 0,0 1 0,-1-1 0,0 1 0,0 0 0,0 0 0,0 0 0,-1 1 0,0-1 0,0 1 0,0-1 0,-1 1 0,0 0 0,0 0 0,0 1 0,1 9 0,-2 24 0,-5 69 0,-1-14 0,3 57 0,6 219 0,-4-364-65,2 0 0,-1 0 0,1 0 0,0 0 0,0-1 0,1 1 0,0-1 0,0 1 0,1-1 0,-1 0 0,1 0 0,1 0 0,-1-1 0,1 1 0,0-1 0,0 0 0,1-1 0,-1 1 0,1-1 0,7 4 0,24 16-6761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1:22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24575,'0'1147'-1365,"0"-1119"-5461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1:23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0 24575,'14'1'0,"-1"0"0,0 1 0,0 1 0,0 0 0,0 1 0,13 5 0,73 36 0,-87-39 0,-3-2 0,0 1 0,0 0 0,-1 0 0,1 1 0,-1 1 0,-1-1 0,1 1 0,6 8 0,-9-9 0,-2 0 0,1 0 0,-1 0 0,1 0 0,-2 0 0,1 1 0,-1-1 0,0 1 0,0 0 0,-1-1 0,0 1 0,1 11 0,0 28 0,-1 0 0,-3 0 0,-1 0 0,-3-1 0,-16 68 0,16-96 0,0-1 0,-1 0 0,-1 0 0,0-1 0,-19 26 0,-60 64 0,34-45 0,-69 70 0,13-15 0,77-85 0,25-25 0,0 1 0,1 0 0,0 1 0,-6 6 0,12-12 0,-1 0 0,1-1 0,-1 1 0,1 0 0,-1 0 0,1-1 0,0 1 0,-1 0 0,1 0 0,0 0 0,-1 0 0,1-1 0,0 1 0,0 0 0,0 0 0,0 0 0,0 0 0,0 0 0,0-1 0,0 1 0,0 0 0,1 0 0,-1 0 0,0 0 0,0-1 0,1 1 0,-1 0 0,0 0 0,1 0 0,-1-1 0,1 1 0,-1 0 0,1-1 0,0 1 0,-1 0 0,1-1 0,0 1 0,-1-1 0,1 1 0,0-1 0,-1 1 0,2-1 0,2 2 0,1 0 0,-1 0 0,0-1 0,1 1 0,-1-1 0,9 1 0,5-1 0,-1-1 0,1 0 0,-1-1 0,1-1 0,32-8 0,88-33 0,-78 23 0,0 3-195,1 3 0,0 3 0,0 3 0,1 2 0,0 2 0,73 7 0,-112-2-6631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1:25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 24575,'46'-13'0,"-1"2"0,2 1 0,71-4 0,141 6 0,-247 8 0,3 0 0,0 0 0,0 1 0,0 1 0,0 0 0,0 1 0,16 5 0,-28-7 0,1 0 0,0 1 0,-1 0 0,0 0 0,1 0 0,-1 0 0,0 0 0,0 0 0,0 1 0,0 0 0,-1-1 0,1 1 0,-1 0 0,1 0 0,-1 1 0,0-1 0,-1 0 0,1 1 0,0-1 0,-1 1 0,0-1 0,0 1 0,0 0 0,0 0 0,0-1 0,-1 1 0,0 0 0,0 6 0,-1 1 0,-2 1 0,1-1 0,-1 0 0,-1-1 0,0 1 0,0-1 0,-1 1 0,-1-1 0,-9 14 0,-15 30 0,13-15 0,-31 51 0,38-75 0,0-1 0,0 0 0,-2-1 0,0 0 0,0-1 0,-19 14 0,3-4 0,1 2 0,-32 34 0,49-47 0,-1 0 0,-1-1 0,1 0 0,-2-1 0,-20 13 0,32-22 0,1 0 0,-1 0 0,1 0 0,-1 0 0,1 1 0,-1-1 0,1 0 0,0 0 0,-1 0 0,1 1 0,-1-1 0,1 0 0,-1 1 0,1-1 0,0 0 0,-1 1 0,1-1 0,0 0 0,-1 1 0,1-1 0,0 1 0,0-1 0,0 1 0,-1-1 0,1 0 0,0 1 0,0-1 0,0 1 0,0 0 0,14 4 0,39-5 0,-43-1 0,34-1 0,-14 0 0,-1 1 0,40 5 0,-62-4 0,-1 1 0,1 0 0,-1 1 0,0-1 0,0 1 0,0 0 0,0 1 0,0 0 0,0 0 0,-1 0 0,1 0 0,-1 1 0,0 0 0,0 0 0,0 0 0,6 8 0,-8-7 0,0 0 0,0 0 0,0 0 0,-1 1 0,1 0 0,-1-1 0,-1 1 0,1 0 0,-1 0 0,0 0 0,0 0 0,-1 0 0,1 0 0,-2 0 0,1 0 0,-1 0 0,1 1 0,-2-2 0,1 1 0,-1 0 0,-3 8 0,1-2 0,-2-1 0,1 0 0,-2 0 0,1 0 0,-2-1 0,1 0 0,-1 0 0,-1-1 0,-13 12 0,-19 10 0,-1-2 0,-1-1 0,-2-3 0,-92 38 0,117-55-195,0-1 0,-1-1 0,1-1 0,-1-1 0,-1-1 0,-38 1 0,36-4-6631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1:26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0 24575,'-4'47'0,"-1"0"0,-2-1 0,-17 59 0,10-48 0,-51 158 0,12-45 0,47-147 0,0 1 0,2-1 0,1 1 0,1-1 0,1 35 0,2-64 0,0 0 0,0 0 0,1 0 0,0 0 0,0 1 0,1-1 0,5-10 0,31-46 0,-31 52 0,1 0 0,0 1 0,0-1 0,1 2 0,0-1 0,0 2 0,1-1 0,0 1 0,1 1 0,22-10 0,-14 10 0,-1 0 0,1 1 0,0 1 0,1 1 0,-1 1 0,26 1 0,-24 1 0,0 1 0,0 1 0,0 1 0,-1 1 0,22 7 0,-29-7 0,-1 1 0,0 0 0,0 1 0,-1 0 0,0 1 0,0 1 0,-1 0 0,1 1 0,9 9 0,-13-9 0,1-1 0,0 0 0,0-1 0,1 0 0,15 9 0,-24-15 0,1-1 0,0 1 0,-1 0 0,1 0 0,0-1 0,0 1 0,0-1 0,-1 1 0,1-1 0,0 0 0,0 0 0,0 0 0,0 0 0,0 0 0,0 0 0,0 0 0,-1-1 0,1 1 0,0-1 0,0 1 0,0-1 0,-1 0 0,1 1 0,0-1 0,-1 0 0,1 0 0,-1-1 0,1 1 0,-1 0 0,1 0 0,-1-1 0,0 1 0,1-1 0,-1 1 0,0-1 0,0 1 0,0-1 0,-1 0 0,1 1 0,0-1 0,0 0 0,0-2 0,3-8 0,-1 0 0,0 0 0,-1 0 0,0 0 0,-1 0 0,0 0 0,-1 0 0,0-1 0,-1 1 0,-1 0 0,0 0 0,0 0 0,-1 0 0,-1 0 0,0 1 0,0 0 0,-1-1 0,-1 1 0,-8-13 0,13 22 0,0 1 0,0-1 0,-1 1 0,1-1 0,0 1 0,-1 0 0,1 0 0,0 0 0,-1-1 0,1 1 0,-1 1 0,0-1 0,1 0 0,-1 0 0,0 0 0,0 1 0,1-1 0,-1 1 0,0 0 0,0-1 0,-2 1 0,3 1 0,-1-1 0,1 1 0,-1-1 0,1 1 0,0 0 0,-1 0 0,1 0 0,0 0 0,0 0 0,0 0 0,-1 0 0,1 0 0,0 0 0,0 1 0,1-1 0,-1 0 0,0 1 0,0-1 0,1 1 0,-1-1 0,1 1 0,-1-1 0,1 1 0,-1-1 0,1 2 0,-6 28 0,2 0 0,1 0 0,2 0 0,4 58 0,-1-26 0,0 409-1365,-2-449-5461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1:28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24575,'35'-10'0,"1"3"0,0 1 0,0 1 0,37 1 0,-25 1 0,84-7 0,203 12 0,-324-2 0,0 1 0,0 1 0,0 0 0,-1 0 0,1 1 0,16 7 0,-24-8 0,0-1 0,-1 1 0,1-1 0,-1 1 0,0 0 0,0 0 0,1 0 0,-1 1 0,-1-1 0,1 0 0,0 1 0,0-1 0,-1 1 0,0 0 0,1-1 0,-1 1 0,0 0 0,0 0 0,0 0 0,-1 0 0,1 0 0,-1 0 0,0 0 0,0 0 0,0 0 0,0 0 0,-1 5 0,-2 28 0,-3 1 0,0-1 0,-3-1 0,-20 56 0,21-71 0,-2 1 0,0-1 0,-1-1 0,-2 0 0,0-1 0,0 0 0,-2-1 0,-28 27 0,-162 156 0,187-181 0,13-14 0,1 1 0,-1-1 0,1 1 0,0 1 0,1-1 0,-1 1 0,1-1 0,0 1 0,1 0 0,0 0 0,-3 13 0,3-6 0,1 1 0,0-1 0,1 1 0,4 27 0,-4-39 0,0 0 0,1-1 0,0 1 0,-1-1 0,1 1 0,0-1 0,0 1 0,0-1 0,1 0 0,-1 1 0,1-1 0,-1 0 0,1 0 0,0 0 0,0 0 0,-1 0 0,1 0 0,1-1 0,-1 1 0,0-1 0,0 1 0,1-1 0,-1 0 0,0 0 0,1 0 0,-1 0 0,5 0 0,7 2 0,-1-1 0,1-1 0,0 0 0,19-1 0,-20-1 0,-1 1 0,0 0 0,17 4 0,-26-4 0,-1 1 0,0-1 0,0 1 0,1 0 0,-1 0 0,0 0 0,0 0 0,0 0 0,0 0 0,0 0 0,0 1 0,0-1 0,-1 1 0,1-1 0,0 1 0,-1 0 0,1 0 0,-1 0 0,0 0 0,0 0 0,0 0 0,0 0 0,0 0 0,0 0 0,0 0 0,0 1 0,-1-1 0,1 0 0,-1 0 0,0 1 0,0-1 0,0 0 0,0 1 0,0 2 0,-2 2 0,1 0 0,-1 1 0,0-1 0,0 0 0,-1 0 0,0-1 0,0 1 0,-1 0 0,-7 8 0,-113 184 0,71-111 0,47-79 0,1 1 0,0 0 0,0 0 0,1 0 0,0 0 0,1 0 0,0 1 0,1 0 0,0 0 0,0-1 0,1 1 0,1 0 0,0 0 0,0 0 0,1 0 0,1 0 0,0 0 0,0 0 0,1-1 0,0 1 0,1-1 0,0 0 0,10 18 0,12 8 0,-20-29 0,0 1 0,-1-1 0,0 1 0,0 0 0,-1 1 0,0-1 0,0 1 0,-1 0 0,0-1 0,3 18 0,-4-8 0,-1 0 0,0 0 0,-2 0 0,0 0 0,-5 27 0,3-35 0,0 1 0,0-1 0,-1 0 0,0 0 0,-1 0 0,0-1 0,0 0 0,-1 0 0,0 0 0,-14 14 0,6-8 24,0-1 0,-2-1 0,1 0 0,-28 17 0,33-25-159,0 0 0,0-1 0,0 0 0,0 0 0,0-1 0,-1-1 0,1 1 0,-1-2 0,0 1 0,-13-1 0,0-2-6691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1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1 400 24575,'2'0'0,"1"1"0,-1-1 0,1 1 0,-1-1 0,1 1 0,-1 0 0,0 0 0,1 0 0,-1 0 0,0 1 0,0-1 0,0 1 0,0-1 0,0 1 0,0 0 0,1 2 0,29 36 0,-23-26 0,53 69 0,-19-28 0,-3 2 0,52 96 0,39 107 0,-123-242 0,-1 0 0,0 1 0,-1 0 0,-1 0 0,-1 0 0,-1 1 0,-1-1 0,0 33 0,-2-49 0,1 0 0,-1 1 0,0-1 0,1 0 0,0 0 0,0 0 0,0 0 0,0 0 0,0 0 0,1 0 0,1 4 0,-2-7 0,0 1 0,0 0 0,0 0 0,-1-1 0,1 1 0,0 0 0,0-1 0,0 1 0,0-1 0,0 1 0,0-1 0,0 0 0,0 1 0,1-1 0,-1 0 0,0 0 0,0 0 0,0 0 0,0 0 0,0 0 0,0 0 0,0 0 0,0 0 0,0-1 0,1 1 0,-1 0 0,0-1 0,0 1 0,0 0 0,0-1 0,0 0 0,0 1 0,-1-1 0,1 1 0,0-1 0,0 0 0,1-1 0,12-9 0,-1-1 0,0 0 0,0-1 0,-1-1 0,13-18 0,48-84 0,-58 91 0,96-178 0,134-341 0,-234 521 0,1 1 0,1 0 0,1 1 0,1 1 0,0 0 0,2 1 0,18-18 0,-19 21 0,-8 7-136,0-1-1,0 1 1,-1-2-1,0 1 1,-1-1-1,0 0 1,-1 0-1,0 0 0,3-14 1,-2-1-6690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4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1 134 24575,'0'842'0,"1"-825"0,0 0 0,1-1 0,1 0 0,0 1 0,1-1 0,1 0 0,1-1 0,0 1 0,1-1 0,1 0 0,0-1 0,1 0 0,0 0 0,12 12 0,-18-22 0,1-1 0,-1 0 0,1 0 0,-1 0 0,1 0 0,0-1 0,0 1 0,1-1 0,-1 0 0,0 0 0,1-1 0,-1 1 0,1-1 0,-1 0 0,1 0 0,0-1 0,6 1 0,-5-2 0,0 0 0,-1 0 0,1 0 0,0-1 0,-1 0 0,1 0 0,-1-1 0,0 1 0,0-1 0,0 0 0,0-1 0,-1 1 0,1-1 0,4-4 0,14-16 0,-1-1 0,0-1 0,-2 0 0,-1-2 0,-2 0 0,17-36 0,73-189 0,-107 252 0,62-176 0,-34 88 0,5 1 0,47-90 0,-69 161 10,0-1-1,16-15 0,-20 24-148,1 0 0,-1 0-1,0-1 1,-1 0 0,0 0-1,-1 0 1,0-1 0,-1 0-1,6-19 1,-7 8-6687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5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24575,'14'0'0,"23"0"0,19 0 0,14 5 0,3 1 0,-5 0 0,-10-1 0,-10-1 0,-9-2 0,-10-1-8191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6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24575,'9'0'0,"17"0"0,13 0 0,9 0 0,2 0 0,-4 0 0,-5 0 0,-5 0 0,-8 5 0,-10 5 0,-7 2-8191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7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1 24575,'-26'15'0,"0"2"0,1 1 0,1 0 0,-30 31 0,38-35 0,-9 9 0,1 0 0,1 2 0,1 1 0,2 0 0,0 2 0,2 0 0,1 1 0,1 1 0,2 0 0,0 1 0,3 1 0,0 0 0,2 0 0,2 1 0,1 0 0,-2 39 0,6-53 0,2 0 0,0 0 0,1 1 0,4 19 0,-3-33 0,0 1 0,0 0 0,0-1 0,1 0 0,0 0 0,0 1 0,1-2 0,0 1 0,0 0 0,0-1 0,0 0 0,1 0 0,0 0 0,0 0 0,7 4 0,68 41 0,-58-38 0,-1 1 0,0 0 0,37 34 0,-53-42 0,-2 0 0,1 0 0,0 1 0,-1-1 0,0 1 0,0 0 0,-1 0 0,0 0 0,0 0 0,0 0 0,-1 0 0,0 1 0,1 7 0,0 12 0,-4 51 0,1-47 0,0-10 0,-1 0 0,-1 0 0,-1-1 0,-1 1 0,0-1 0,-1 0 0,-2-1 0,-12 25 0,14-30 0,0-1 0,1 1 0,1 1 0,0-1 0,0 1 0,2-1 0,-3 22 0,5-28 0,0 0 0,0-1 0,1 1 0,0 0 0,0-1 0,0 1 0,1-1 0,0 1 0,1-1 0,-1 0 0,1 0 0,0 0 0,0 0 0,1 0 0,0-1 0,0 1 0,7 6 0,-3-3 0,-1-1 0,0 1 0,-1 1 0,0-1 0,-1 1 0,0 0 0,0 0 0,-1 1 0,0-1 0,-1 1 0,0 0 0,-1 0 0,1 13 0,1 19 0,-3 1 0,-3 48 0,0-28 0,-1 2 0,1-28 0,1 1 0,9 73 0,-6-105 7,0 0 0,1 1 0,0-1 0,0 0 0,0 0 1,1-1-1,0 1 0,0-1 0,1 0 0,0 0 0,0 0 0,0-1 0,1 0 0,0 0 0,0 0 0,10 6 0,3 1-304,1-1 0,0-1 0,1-1 0,28 8 0,-12-6-6529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8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24575,'0'1268'-1365,"0"-1243"-5461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01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0 24575,'-14'34'0,"1"1"0,-15 61 0,5-15 0,-45 115 0,52-158 0,-2 0 0,-45 68 0,54-93 0,0 1 0,1 0 0,0 0 0,1 1 0,-9 29 0,-8 6 0,15-38 0,15-36 0,2 5 0,0 1 0,2 1 0,0-1 0,1 2 0,1-1 0,0 2 0,2 0 0,-1 0 0,2 1 0,0 1 0,0 0 0,23-13 0,-30 21 0,-1 2 0,1-1 0,0 1 0,0 0 0,0 1 0,0 0 0,0 0 0,1 1 0,12-1 0,12 2 0,37 4 0,-10-1 0,-31-2 0,-16 1 0,-1-2 0,1 0 0,-1 0 0,21-4 0,-30 3 0,0 1 0,-1-1 0,1 0 0,-1 0 0,1 0 0,-1 0 0,0 0 0,1-1 0,-1 1 0,0-1 0,0 1 0,0-1 0,0 0 0,0 0 0,0 0 0,0 0 0,-1 0 0,1 0 0,-1-1 0,0 1 0,1 0 0,-1-1 0,0 1 0,0-1 0,-1 1 0,2-6 0,0-8 0,-1 0 0,0 0 0,-1 0 0,-3-16 0,0 193 0,4-66 0,-2 91 0,-2-149 0,-1 0 0,-1-1 0,-11 37 0,4-30 0,-39 154 0,44-156 0,1 0 0,-1 81 0,8-65-1365,-1-33-5461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03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24575,'6'-2'0,"0"1"0,0-1 0,0 0 0,0 0 0,0-1 0,0 1 0,-1-2 0,1 1 0,8-7 0,14-7 0,-14 11 0,1 0 0,0 0 0,0 2 0,1 0 0,-1 1 0,1 0 0,0 1 0,0 1 0,0 0 0,0 2 0,-1-1 0,25 6 0,-29-4 0,-1 0 0,0 1 0,1 0 0,-1 1 0,-1 0 0,1 0 0,0 1 0,-1 1 0,0 0 0,0 0 0,-1 0 0,0 1 0,0 1 0,-1-1 0,1 1 0,-2 0 0,1 1 0,-1 0 0,8 14 0,-10-12 0,0-1 0,-1 1 0,0 0 0,0 0 0,-1 0 0,-1 1 0,1 14 0,-6 85 0,2-75 0,-4 20 0,-1-1 0,-3 0 0,-3-1 0,-2 0 0,-2-1 0,-3-1 0,-1-1 0,-3-1 0,-2-1 0,-50 70 0,41-78 0,25-30 0,0 0 0,-13 21 0,20-28 0,1-1 0,0 1 0,1 0 0,-1 0 0,1 0 0,0 0 0,0 0 0,0 0 0,0 0 0,1 0 0,-1 0 0,1 1 0,0-1 0,1 4 0,0-5 0,-1 0 0,1-1 0,0 1 0,1 0 0,-1-1 0,0 1 0,1-1 0,0 0 0,-1 0 0,1 1 0,0-1 0,0 0 0,0 0 0,0-1 0,1 1 0,-1 0 0,0-1 0,1 1 0,-1-1 0,1 0 0,-1 0 0,1 0 0,0 0 0,0 0 0,-1-1 0,6 1 0,7 2 0,1-1 0,-1-1 0,22 0 0,-20-2 0,-1-1 0,0 0 0,1-1 0,-1-1 0,28-10 0,76-40 0,-84 36 0,0 1 0,47-14 0,-40 23-204,0 0 0,1 3 0,0 2 0,0 2 0,52 5 0,-91-4 63,22 1-6685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05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27 24575,'52'-9'0,"0"1"0,1 3 0,64 2 0,-62 2 0,-38 1 0,61 0 0,-71 1 0,0-1 0,0 1 0,0 1 0,-1-1 0,1 1 0,0 1 0,-1-1 0,11 6 0,-14-5 0,-1-1 0,1 0 0,-1 1 0,0 0 0,1-1 0,-1 1 0,-1 0 0,1 0 0,0 0 0,-1 0 0,1 0 0,-1 1 0,0-1 0,0 0 0,0 1 0,-1-1 0,1 0 0,-1 1 0,0-1 0,0 1 0,0-1 0,0 1 0,-2 4 0,0 8 0,-1 0 0,0-1 0,-10 24 0,-14 29 0,-51 90 0,38-83 0,25-50 0,-1 0 0,-1-2 0,-2 0 0,0-1 0,-1 0 0,-26 19 0,-8 12 0,48-47 0,1 1 0,0 0 0,0 1 0,1-1 0,0 1 0,0 0 0,0 0 0,1 0 0,1 1 0,-1-1 0,1 1 0,1 0 0,0-1 0,0 1 0,0 0 0,1 0 0,1-1 0,-1 1 0,2 0 0,-1-1 0,1 1 0,3 8 0,-4-13 0,1-1 0,-1-1 0,1 1 0,0 0 0,0 0 0,0-1 0,0 1 0,1-1 0,-1 1 0,1-1 0,-1 0 0,1 0 0,0 0 0,0 0 0,0-1 0,3 2 0,4 1 0,0-1 0,1-1 0,17 3 0,20 5 0,-44-8 0,-2 0 0,1-1 0,0 1 0,0 1 0,-1-1 0,1 0 0,-1 1 0,1-1 0,-1 1 0,0 0 0,0-1 0,0 1 0,-1 0 0,1 0 0,-1 1 0,1-1 0,-1 0 0,0 0 0,0 1 0,-1-1 0,1 0 0,-1 1 0,1-1 0,-1 1 0,-1 6 0,1-1 0,0 0 0,-1 0 0,0 0 0,0-1 0,-1 1 0,0 0 0,-1 0 0,-6 15 0,-2-6 0,-1-1 0,-27 32 0,29-38 0,0 0 0,1 1 0,0 0 0,0 1 0,2 0 0,0 0 0,-9 22 0,12-20 0,0 1 0,0 0 0,2 1 0,0-1 0,1 0 0,0 1 0,3 23 0,0-29 0,-1 0 0,1 0 0,1-1 0,0 1 0,1-1 0,0 0 0,0 0 0,1 0 0,0-1 0,1 1 0,0-1 0,8 9 0,37 31 0,-38-39 0,-1 1 0,-1 1 0,15 18 0,-22-25 0,-1 1 0,0-1 0,0 0 0,0 1 0,-1 0 0,0 0 0,0-1 0,-1 1 0,1 0 0,-1 1 0,-1-1 0,1 0 0,-1 7 0,0-8 0,-1 1 0,0 0 0,0 0 0,0 0 0,-1-1 0,0 1 0,0-1 0,0 1 0,-1-1 0,1 0 0,-1 0 0,-1 0 0,-5 7 0,-4 3 0,-2-1 0,-25 21 0,-13 12 0,48-41 0,-1-1 0,0 1 0,-1-1 0,1 0 0,-1-1 0,0 0 0,0 0 0,-1 0 0,1-1 0,-1 0 0,1-1 0,-14 4 0,-3-3 0,1-1 0,-1-1 0,-25-2 0,48 1 0,-73-2-1365,44 1-5461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08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24575,'-14'229'0,"2"-40"0,10 260 63,3-233-1491,-1-193-5398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19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24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24575,'1549'0'-1365,"-1519"0"-5461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25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24575,'0'9'0,"0"13"0,0 20 0,0 13 0,0 1 0,0 1 0,0-5 0,0-3 0,0-4 0,0-6 0,0-4 0,0-4 0,0-3 0,0-1 0,0-5-8191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29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0 165 24575,'27'-11'0,"1"1"0,-1 2 0,31-6 0,-25 6 0,39-6 0,87-6 0,-90 13 0,105-24 0,-132 20-273,0 1 0,1 2 0,0 2 0,64-1 0,-85 8-6553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34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809 0 24575,'-271'273'0,"210"-203"0,-14 15 0,65-75 0,1 0 0,0 1 0,0 0 0,1 1 0,1 0 0,0 0 0,1 0 0,0 1 0,-7 21 0,8-21 0,-2 0 0,0 0 0,0-1 0,-1 0 0,-1-1 0,0 1 0,0-2 0,-1 1 0,-18 14 0,-26 30 0,7-5-62,31-33-155,0 0 0,1 0 0,1 2-1,0 0 1,-19 36 0,24-31-6609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53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2 670 24575,'-1'116'0,"3"127"0,-2-240 0,0 0 0,0 0 0,0-1 0,1 1 0,-1 0 0,1 0 0,0-1 0,0 1 0,0 0 0,0-1 0,0 1 0,1-1 0,-1 1 0,1-1 0,-1 0 0,1 1 0,0-1 0,3 2 0,-3-2 0,1-1 0,0 0 0,0 0 0,0 0 0,0 0 0,0 0 0,0 0 0,0-1 0,0 0 0,1 1 0,-1-1 0,0-1 0,0 1 0,0 0 0,0-1 0,6-1 0,20-5 0,0-2 0,0-1 0,-1-1 0,-1-1 0,0-2 0,43-28 0,144-123 0,-135 100 0,780-537 0,-825 579 0,-22 14 0,1 1 0,0 0 0,0 1 0,1 0 0,22-7 0,-27 11 22,0-1 0,0 0 0,0-1 0,0 0 0,12-9-1,24-13-1517,-20 17-5330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1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1 400 24575,'2'0'0,"1"1"0,-1-1 0,1 1 0,-1-1 0,1 1 0,-1 0 0,0 0 0,1 0 0,-1 0 0,0 1 0,0-1 0,0 1 0,0-1 0,0 1 0,0 0 0,1 2 0,29 36 0,-23-26 0,53 69 0,-19-28 0,-3 2 0,52 96 0,39 107 0,-123-242 0,-1 0 0,0 1 0,-1 0 0,-1 0 0,-1 0 0,-1 1 0,-1-1 0,0 33 0,-2-49 0,1 0 0,-1 1 0,0-1 0,1 0 0,0 0 0,0 0 0,0 0 0,0 0 0,0 0 0,1 0 0,1 4 0,-2-7 0,0 1 0,0 0 0,0 0 0,-1-1 0,1 1 0,0 0 0,0-1 0,0 1 0,0-1 0,0 1 0,0-1 0,0 0 0,0 1 0,1-1 0,-1 0 0,0 0 0,0 0 0,0 0 0,0 0 0,0 0 0,0 0 0,0 0 0,0 0 0,0-1 0,1 1 0,-1 0 0,0-1 0,0 1 0,0 0 0,0-1 0,0 0 0,0 1 0,-1-1 0,1 1 0,0-1 0,0 0 0,1-1 0,12-9 0,-1-1 0,0 0 0,0-1 0,-1-1 0,13-18 0,48-84 0,-58 91 0,96-178 0,134-341 0,-234 521 0,1 1 0,1 0 0,1 1 0,1 1 0,0 0 0,2 1 0,18-18 0,-19 21 0,-8 7-136,0-1-1,0 1 1,-1-2-1,0 1 1,-1-1-1,0 0 1,-1 0-1,0 0 0,3-14 1,-2-1-6690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4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1 134 24575,'0'842'0,"1"-825"0,0 0 0,1-1 0,1 0 0,0 1 0,1-1 0,1 0 0,1-1 0,0 1 0,1-1 0,1 0 0,0-1 0,1 0 0,0 0 0,12 12 0,-18-22 0,1-1 0,-1 0 0,1 0 0,-1 0 0,1 0 0,0-1 0,0 1 0,1-1 0,-1 0 0,0 0 0,1-1 0,-1 1 0,1-1 0,-1 0 0,1 0 0,0-1 0,6 1 0,-5-2 0,0 0 0,-1 0 0,1 0 0,0-1 0,-1 0 0,1 0 0,-1-1 0,0 1 0,0-1 0,0 0 0,0-1 0,-1 1 0,1-1 0,4-4 0,14-16 0,-1-1 0,0-1 0,-2 0 0,-1-2 0,-2 0 0,17-36 0,73-189 0,-107 252 0,62-176 0,-34 88 0,5 1 0,47-90 0,-69 161 10,0-1-1,16-15 0,-20 24-148,1 0 0,-1 0-1,0-1 1,-1 0 0,0 0-1,-1 0 1,0-1 0,-1 0-1,6-19 1,-7 8-6687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5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24575,'14'0'0,"23"0"0,19 0 0,14 5 0,3 1 0,-5 0 0,-10-1 0,-10-1 0,-9-2 0,-10-1-8191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6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24575,'9'0'0,"17"0"0,13 0 0,9 0 0,2 0 0,-4 0 0,-5 0 0,-5 0 0,-8 5 0,-10 5 0,-7 2-8191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7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1 24575,'-26'15'0,"0"2"0,1 1 0,1 0 0,-30 31 0,38-35 0,-9 9 0,1 0 0,1 2 0,1 1 0,2 0 0,0 2 0,2 0 0,1 1 0,1 1 0,2 0 0,0 1 0,3 1 0,0 0 0,2 0 0,2 1 0,1 0 0,-2 39 0,6-53 0,2 0 0,0 0 0,1 1 0,4 19 0,-3-33 0,0 1 0,0 0 0,0-1 0,1 0 0,0 0 0,0 1 0,1-2 0,0 1 0,0 0 0,0-1 0,0 0 0,1 0 0,0 0 0,0 0 0,7 4 0,68 41 0,-58-38 0,-1 1 0,0 0 0,37 34 0,-53-42 0,-2 0 0,1 0 0,0 1 0,-1-1 0,0 1 0,0 0 0,-1 0 0,0 0 0,0 0 0,0 0 0,-1 0 0,0 1 0,1 7 0,0 12 0,-4 51 0,1-47 0,0-10 0,-1 0 0,-1 0 0,-1-1 0,-1 1 0,0-1 0,-1 0 0,-2-1 0,-12 25 0,14-30 0,0-1 0,1 1 0,1 1 0,0-1 0,0 1 0,2-1 0,-3 22 0,5-28 0,0 0 0,0-1 0,1 1 0,0 0 0,0-1 0,0 1 0,1-1 0,0 1 0,1-1 0,-1 0 0,1 0 0,0 0 0,0 0 0,1 0 0,0-1 0,0 1 0,7 6 0,-3-3 0,-1-1 0,0 1 0,-1 1 0,0-1 0,-1 1 0,0 0 0,0 0 0,-1 1 0,0-1 0,-1 1 0,0 0 0,-1 0 0,1 13 0,1 19 0,-3 1 0,-3 48 0,0-28 0,-1 2 0,1-28 0,1 1 0,9 73 0,-6-105 7,0 0 0,1 1 0,0-1 0,0 0 0,0 0 1,1-1-1,0 1 0,0-1 0,1 0 0,0 0 0,0 0 0,0-1 0,1 0 0,0 0 0,0 0 0,10 6 0,3 1-304,1-1 0,0-1 0,1-1 0,28 8 0,-12-6-6529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8:58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24575,'0'1268'-1365,"0"-1243"-5461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01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0 24575,'-14'34'0,"1"1"0,-15 61 0,5-15 0,-45 115 0,52-158 0,-2 0 0,-45 68 0,54-93 0,0 1 0,1 0 0,0 0 0,1 1 0,-9 29 0,-8 6 0,15-38 0,15-36 0,2 5 0,0 1 0,2 1 0,0-1 0,1 2 0,1-1 0,0 2 0,2 0 0,-1 0 0,2 1 0,0 1 0,0 0 0,23-13 0,-30 21 0,-1 2 0,1-1 0,0 1 0,0 0 0,0 1 0,0 0 0,0 0 0,1 1 0,12-1 0,12 2 0,37 4 0,-10-1 0,-31-2 0,-16 1 0,-1-2 0,1 0 0,-1 0 0,21-4 0,-30 3 0,0 1 0,-1-1 0,1 0 0,-1 0 0,1 0 0,-1 0 0,0 0 0,1-1 0,-1 1 0,0-1 0,0 1 0,0-1 0,0 0 0,0 0 0,0 0 0,0 0 0,-1 0 0,1 0 0,-1-1 0,0 1 0,1 0 0,-1-1 0,0 1 0,0-1 0,-1 1 0,2-6 0,0-8 0,-1 0 0,0 0 0,-1 0 0,-3-16 0,0 193 0,4-66 0,-2 91 0,-2-149 0,-1 0 0,-1-1 0,-11 37 0,4-30 0,-39 154 0,44-156 0,1 0 0,-1 81 0,8-65-1365,-1-33-5461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03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24575,'6'-2'0,"0"1"0,0-1 0,0 0 0,0 0 0,0-1 0,0 1 0,-1-2 0,1 1 0,8-7 0,14-7 0,-14 11 0,1 0 0,0 0 0,0 2 0,1 0 0,-1 1 0,1 0 0,0 1 0,0 1 0,0 0 0,0 2 0,-1-1 0,25 6 0,-29-4 0,-1 0 0,0 1 0,1 0 0,-1 1 0,-1 0 0,1 0 0,0 1 0,-1 1 0,0 0 0,0 0 0,-1 0 0,0 1 0,0 1 0,-1-1 0,1 1 0,-2 0 0,1 1 0,-1 0 0,8 14 0,-10-12 0,0-1 0,-1 1 0,0 0 0,0 0 0,-1 0 0,-1 1 0,1 14 0,-6 85 0,2-75 0,-4 20 0,-1-1 0,-3 0 0,-3-1 0,-2 0 0,-2-1 0,-3-1 0,-1-1 0,-3-1 0,-2-1 0,-50 70 0,41-78 0,25-30 0,0 0 0,-13 21 0,20-28 0,1-1 0,0 1 0,1 0 0,-1 0 0,1 0 0,0 0 0,0 0 0,0 0 0,0 0 0,1 0 0,-1 0 0,1 1 0,0-1 0,1 4 0,0-5 0,-1 0 0,1-1 0,0 1 0,1 0 0,-1-1 0,0 1 0,1-1 0,0 0 0,-1 0 0,1 1 0,0-1 0,0 0 0,0 0 0,0-1 0,1 1 0,-1 0 0,0-1 0,1 1 0,-1-1 0,1 0 0,-1 0 0,1 0 0,0 0 0,0 0 0,-1-1 0,6 1 0,7 2 0,1-1 0,-1-1 0,22 0 0,-20-2 0,-1-1 0,0 0 0,1-1 0,-1-1 0,28-10 0,76-40 0,-84 36 0,0 1 0,47-14 0,-40 23-204,0 0 0,1 3 0,0 2 0,0 2 0,52 5 0,-91-4 63,22 1-6685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05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27 24575,'52'-9'0,"0"1"0,1 3 0,64 2 0,-62 2 0,-38 1 0,61 0 0,-71 1 0,0-1 0,0 1 0,0 1 0,-1-1 0,1 1 0,0 1 0,-1-1 0,11 6 0,-14-5 0,-1-1 0,1 0 0,-1 1 0,0 0 0,1-1 0,-1 1 0,-1 0 0,1 0 0,0 0 0,-1 0 0,1 0 0,-1 1 0,0-1 0,0 0 0,0 1 0,-1-1 0,1 0 0,-1 1 0,0-1 0,0 1 0,0-1 0,0 1 0,-2 4 0,0 8 0,-1 0 0,0-1 0,-10 24 0,-14 29 0,-51 90 0,38-83 0,25-50 0,-1 0 0,-1-2 0,-2 0 0,0-1 0,-1 0 0,-26 19 0,-8 12 0,48-47 0,1 1 0,0 0 0,0 1 0,1-1 0,0 1 0,0 0 0,0 0 0,1 0 0,1 1 0,-1-1 0,1 1 0,1 0 0,0-1 0,0 1 0,0 0 0,1 0 0,1-1 0,-1 1 0,2 0 0,-1-1 0,1 1 0,3 8 0,-4-13 0,1-1 0,-1-1 0,1 1 0,0 0 0,0 0 0,0-1 0,0 1 0,1-1 0,-1 1 0,1-1 0,-1 0 0,1 0 0,0 0 0,0 0 0,0-1 0,3 2 0,4 1 0,0-1 0,1-1 0,17 3 0,20 5 0,-44-8 0,-2 0 0,1-1 0,0 1 0,0 1 0,-1-1 0,1 0 0,-1 1 0,1-1 0,-1 1 0,0 0 0,0-1 0,0 1 0,-1 0 0,1 0 0,-1 1 0,1-1 0,-1 0 0,0 0 0,0 1 0,-1-1 0,1 0 0,-1 1 0,1-1 0,-1 1 0,-1 6 0,1-1 0,0 0 0,-1 0 0,0 0 0,0-1 0,-1 1 0,0 0 0,-1 0 0,-6 15 0,-2-6 0,-1-1 0,-27 32 0,29-38 0,0 0 0,1 1 0,0 0 0,0 1 0,2 0 0,0 0 0,-9 22 0,12-20 0,0 1 0,0 0 0,2 1 0,0-1 0,1 0 0,0 1 0,3 23 0,0-29 0,-1 0 0,1 0 0,1-1 0,0 1 0,1-1 0,0 0 0,0 0 0,1 0 0,0-1 0,1 1 0,0-1 0,8 9 0,37 31 0,-38-39 0,-1 1 0,-1 1 0,15 18 0,-22-25 0,-1 1 0,0-1 0,0 0 0,0 1 0,-1 0 0,0 0 0,0-1 0,-1 1 0,1 0 0,-1 1 0,-1-1 0,1 0 0,-1 7 0,0-8 0,-1 1 0,0 0 0,0 0 0,0 0 0,-1-1 0,0 1 0,0-1 0,0 1 0,-1-1 0,1 0 0,-1 0 0,-1 0 0,-5 7 0,-4 3 0,-2-1 0,-25 21 0,-13 12 0,48-41 0,-1-1 0,0 1 0,-1-1 0,1 0 0,-1-1 0,0 0 0,0 0 0,-1 0 0,1-1 0,-1 0 0,1-1 0,-14 4 0,-3-3 0,1-1 0,-1-1 0,-25-2 0,48 1 0,-73-2-1365,44 1-5461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08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24575,'-14'229'0,"2"-40"0,10 260 63,3-233-1491,-1-193-5398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19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24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24575,'1549'0'-1365,"-1519"0"-5461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25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24575,'0'9'0,"0"13"0,0 20 0,0 13 0,0 1 0,0 1 0,0-5 0,0-3 0,0-4 0,0-6 0,0-4 0,0-4 0,0-3 0,0-1 0,0-5-8191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29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0 165 24575,'27'-11'0,"1"1"0,-1 2 0,31-6 0,-25 6 0,39-6 0,87-6 0,-90 13 0,105-24 0,-132 20-273,0 1 0,1 2 0,0 2 0,64-1 0,-85 8-6553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34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809 0 24575,'-271'273'0,"210"-203"0,-14 15 0,65-75 0,1 0 0,0 1 0,0 0 0,1 1 0,1 0 0,0 0 0,1 0 0,0 1 0,-7 21 0,8-21 0,-2 0 0,0 0 0,0-1 0,-1 0 0,-1-1 0,0 1 0,0-2 0,-1 1 0,-18 14 0,-26 30 0,7-5-62,31-33-155,0 0 0,1 0 0,1 2-1,0 0 1,-19 36 0,24-31-6609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0T10:09:53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2 670 24575,'-1'116'0,"3"127"0,-2-240 0,0 0 0,0 0 0,0-1 0,1 1 0,-1 0 0,1 0 0,0-1 0,0 1 0,0 0 0,0-1 0,0 1 0,1-1 0,-1 1 0,1-1 0,-1 0 0,1 1 0,0-1 0,3 2 0,-3-2 0,1-1 0,0 0 0,0 0 0,0 0 0,0 0 0,0 0 0,0 0 0,0-1 0,0 0 0,1 1 0,-1-1 0,0-1 0,0 1 0,0 0 0,0-1 0,6-1 0,20-5 0,0-2 0,0-1 0,-1-1 0,-1-1 0,0-2 0,43-28 0,144-123 0,-135 100 0,780-537 0,-825 579 0,-22 14 0,1 1 0,0 0 0,0 1 0,1 0 0,22-7 0,-27 11 22,0-1 0,0 0 0,0-1 0,0 0 0,12-9-1,24-13-1517,-20 17-5330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9T15:25:44.3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916 1 24575,'-11'1'0,"0"2"0,0 0 0,0 0 0,1 1 0,-1 0 0,1 1 0,0 0 0,-18 13 0,8-6 0,-7 4 0,1 1 0,1 1 0,1 1 0,0 2 0,-29 33 0,-43 42 0,-17 21 0,93-93 0,-2-1 0,-44 38 0,57-53 0,-1-1 0,0 0 0,-1-1 0,0 0 0,0 0 0,0-1 0,0-1 0,-1 0 0,0-1 0,-16 3 0,1-3 0,-35 5 0,57-7 0,0 0 0,1 0 0,-1 1 0,1-1 0,-1 1 0,1 0 0,0 0 0,0 1 0,-8 5 0,11-8 0,1 1 0,-1-1 0,0 1 0,1-1 0,-1 1 0,1-1 0,-1 1 0,1 0 0,-1-1 0,1 1 0,-1 0 0,1-1 0,0 1 0,-1 0 0,1 0 0,0-1 0,-1 1 0,1 0 0,0 0 0,0 0 0,0-1 0,0 1 0,0 0 0,0 0 0,0 0 0,0-1 0,0 1 0,0 0 0,1 0 0,-1 1 0,1-1 0,1 1 0,-1-1 0,0 0 0,1 1 0,-1-1 0,1 0 0,-1 0 0,1 0 0,-1 0 0,1 0 0,0 0 0,3 0 0,5 3 0,1-1 0,0-1 0,16 2 0,37 0 0,72-6 0,31 1 0,-142 4 0,0 2 0,0 0 0,-1 1 0,44 19 0,-43-15 0,1-1 0,0-1 0,54 8 0,-18-8-1365,-37-1-5461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9T15:25:45.8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24575,'6'5'0,"1"0"0,-1 0 0,1 0 0,0-1 0,0 0 0,0-1 0,1 0 0,11 4 0,66 14 0,-64-17 0,59 7 0,0-2 0,1-5 0,87-6 0,-79 1 0,-74 2 32,0 0 0,0 1 0,25 8 1,18 2-1527,-36-10-5332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9T15:25:47.1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1 24575,'-1'204'0,"3"228"0,12-269 0,1 12 0,-11-111 0,3 1 0,3-1 0,27 96 0,-26-111-273,-2 1 0,-3-1 0,-1 1 0,-5 92 0,-1-117-6553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9T15:25:49.2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24575,'74'-1'0,"84"3"0,-155-1 0,0-1 0,0 1 0,0-1 0,0 1 0,-1 0 0,1 0 0,0 0 0,0 0 0,-1 1 0,1-1 0,-1 1 0,1 0 0,-1-1 0,0 1 0,0 0 0,0 1 0,0-1 0,0 0 0,0 0 0,0 1 0,-1-1 0,1 1 0,-1 0 0,0-1 0,0 1 0,0 0 0,0 0 0,0 0 0,0 5 0,2 8 0,-2 0 0,0 0 0,-1 0 0,-3 22 0,2-10 0,0 21 0,1-24 0,0 1 0,-2-2 0,-1 1 0,0 0 0,-9 27 0,10-46 0,0 1 0,-1-1 0,0 0 0,0 0 0,-1 0 0,1-1 0,-1 1 0,-1-1 0,1 0 0,-1 0 0,1 0 0,-1-1 0,-1 1 0,1-1 0,-1-1 0,1 1 0,-1-1 0,0 0 0,-1 0 0,1 0 0,0-1 0,-1 0 0,-12 2 0,-41 1-1365,34-5-5461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9T15:25:51.0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9T15:25:51.3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11/17/2023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29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3085DE-5E52-B648-A281-DF8CCE3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9615-1A3D-9542-BD4E-6B671D7AA4B8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3606E-4BC3-E741-9F90-B8B06A27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E0CE8-FA21-0341-80BF-CF30133E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6FB6-66E4-7348-87CD-C870E8EE1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21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218365" y="2367093"/>
            <a:ext cx="13818435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23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E702-613E-E541-8D44-94520883D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13AFB-5308-844A-AAEB-1BB91240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F9615-1A3D-9542-BD4E-6B671D7AA4B8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A3009-1FBC-E144-9367-CEA8A0A4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523C9-E678-2448-BED6-182DC88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6FB6-66E4-7348-87CD-C870E8EE1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  <p:sldLayoutId id="2147483668" r:id="rId19"/>
    <p:sldLayoutId id="2147483669" r:id="rId20"/>
    <p:sldLayoutId id="2147483670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3.jpe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4.xml"/><Relationship Id="rId3" Type="http://schemas.openxmlformats.org/officeDocument/2006/relationships/diagramLayout" Target="../diagrams/layout9.xml"/><Relationship Id="rId7" Type="http://schemas.openxmlformats.org/officeDocument/2006/relationships/customXml" Target="../ink/ink1.xml"/><Relationship Id="rId12" Type="http://schemas.openxmlformats.org/officeDocument/2006/relationships/image" Target="../media/image2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9.xml"/><Relationship Id="rId11" Type="http://schemas.openxmlformats.org/officeDocument/2006/relationships/customXml" Target="../ink/ink3.xml"/><Relationship Id="rId5" Type="http://schemas.openxmlformats.org/officeDocument/2006/relationships/diagramColors" Target="../diagrams/colors9.xml"/><Relationship Id="rId10" Type="http://schemas.openxmlformats.org/officeDocument/2006/relationships/image" Target="../media/image27.png"/><Relationship Id="rId4" Type="http://schemas.openxmlformats.org/officeDocument/2006/relationships/diagramQuickStyle" Target="../diagrams/quickStyle9.xml"/><Relationship Id="rId9" Type="http://schemas.openxmlformats.org/officeDocument/2006/relationships/customXml" Target="../ink/ink2.xml"/><Relationship Id="rId1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43.png"/><Relationship Id="rId3" Type="http://schemas.openxmlformats.org/officeDocument/2006/relationships/image" Target="../media/image38.png"/><Relationship Id="rId76" Type="http://schemas.openxmlformats.org/officeDocument/2006/relationships/image" Target="../media/image74.png"/><Relationship Id="rId7" Type="http://schemas.openxmlformats.org/officeDocument/2006/relationships/image" Target="../media/image40.png"/><Relationship Id="rId12" Type="http://schemas.openxmlformats.org/officeDocument/2006/relationships/customXml" Target="../ink/ink10.xml"/><Relationship Id="rId2" Type="http://schemas.openxmlformats.org/officeDocument/2006/relationships/customXml" Target="../ink/ink5.xml"/><Relationship Id="rId16" Type="http://schemas.openxmlformats.org/officeDocument/2006/relationships/customXml" Target="../ink/ink12.xml"/><Relationship Id="rId1" Type="http://schemas.openxmlformats.org/officeDocument/2006/relationships/slideLayout" Target="../slideLayouts/slideLayout19.xml"/><Relationship Id="rId6" Type="http://schemas.openxmlformats.org/officeDocument/2006/relationships/customXml" Target="../ink/ink7.xml"/><Relationship Id="rId11" Type="http://schemas.openxmlformats.org/officeDocument/2006/relationships/image" Target="../media/image42.png"/><Relationship Id="rId5" Type="http://schemas.openxmlformats.org/officeDocument/2006/relationships/image" Target="../media/image39.png"/><Relationship Id="rId15" Type="http://schemas.openxmlformats.org/officeDocument/2006/relationships/image" Target="../media/image44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41.png"/><Relationship Id="rId14" Type="http://schemas.openxmlformats.org/officeDocument/2006/relationships/customXml" Target="../ink/ink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m.wikipedia.org/wiki/Reduction_(complexity)" TargetMode="External"/><Relationship Id="rId2" Type="http://schemas.openxmlformats.org/officeDocument/2006/relationships/hyperlink" Target="https://en.m.wikipedia.org/wiki/NP_(complexity)" TargetMode="Externa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en.m.wikipedia.org/wiki/Polynomial_time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customXml" Target="../ink/ink19.xml"/><Relationship Id="rId18" Type="http://schemas.openxmlformats.org/officeDocument/2006/relationships/customXml" Target="../ink/ink24.xml"/><Relationship Id="rId26" Type="http://schemas.openxmlformats.org/officeDocument/2006/relationships/customXml" Target="../ink/ink29.xml"/><Relationship Id="rId3" Type="http://schemas.openxmlformats.org/officeDocument/2006/relationships/image" Target="../media/image280.png"/><Relationship Id="rId21" Type="http://schemas.openxmlformats.org/officeDocument/2006/relationships/image" Target="../media/image330.png"/><Relationship Id="rId7" Type="http://schemas.openxmlformats.org/officeDocument/2006/relationships/image" Target="../media/image300.png"/><Relationship Id="rId12" Type="http://schemas.openxmlformats.org/officeDocument/2006/relationships/customXml" Target="../ink/ink18.xml"/><Relationship Id="rId17" Type="http://schemas.openxmlformats.org/officeDocument/2006/relationships/customXml" Target="../ink/ink23.xml"/><Relationship Id="rId25" Type="http://schemas.openxmlformats.org/officeDocument/2006/relationships/image" Target="../media/image351.png"/><Relationship Id="rId2" Type="http://schemas.openxmlformats.org/officeDocument/2006/relationships/customXml" Target="../ink/ink13.xml"/><Relationship Id="rId16" Type="http://schemas.openxmlformats.org/officeDocument/2006/relationships/customXml" Target="../ink/ink22.xml"/><Relationship Id="rId20" Type="http://schemas.openxmlformats.org/officeDocument/2006/relationships/customXml" Target="../ink/ink26.xml"/><Relationship Id="rId29" Type="http://schemas.openxmlformats.org/officeDocument/2006/relationships/image" Target="../media/image371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5.xml"/><Relationship Id="rId11" Type="http://schemas.openxmlformats.org/officeDocument/2006/relationships/image" Target="../media/image320.png"/><Relationship Id="rId24" Type="http://schemas.openxmlformats.org/officeDocument/2006/relationships/customXml" Target="../ink/ink28.xml"/><Relationship Id="rId5" Type="http://schemas.openxmlformats.org/officeDocument/2006/relationships/image" Target="../media/image290.png"/><Relationship Id="rId15" Type="http://schemas.openxmlformats.org/officeDocument/2006/relationships/customXml" Target="../ink/ink21.xml"/><Relationship Id="rId23" Type="http://schemas.openxmlformats.org/officeDocument/2006/relationships/image" Target="../media/image340.png"/><Relationship Id="rId28" Type="http://schemas.openxmlformats.org/officeDocument/2006/relationships/customXml" Target="../ink/ink30.xml"/><Relationship Id="rId10" Type="http://schemas.openxmlformats.org/officeDocument/2006/relationships/customXml" Target="../ink/ink17.xml"/><Relationship Id="rId19" Type="http://schemas.openxmlformats.org/officeDocument/2006/relationships/customXml" Target="../ink/ink25.xml"/><Relationship Id="rId4" Type="http://schemas.openxmlformats.org/officeDocument/2006/relationships/customXml" Target="../ink/ink14.xml"/><Relationship Id="rId9" Type="http://schemas.openxmlformats.org/officeDocument/2006/relationships/image" Target="../media/image310.png"/><Relationship Id="rId14" Type="http://schemas.openxmlformats.org/officeDocument/2006/relationships/customXml" Target="../ink/ink20.xml"/><Relationship Id="rId22" Type="http://schemas.openxmlformats.org/officeDocument/2006/relationships/customXml" Target="../ink/ink27.xml"/><Relationship Id="rId27" Type="http://schemas.openxmlformats.org/officeDocument/2006/relationships/image" Target="../media/image36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.xml"/><Relationship Id="rId18" Type="http://schemas.openxmlformats.org/officeDocument/2006/relationships/customXml" Target="../ink/ink40.xml"/><Relationship Id="rId26" Type="http://schemas.openxmlformats.org/officeDocument/2006/relationships/image" Target="../media/image85.png"/><Relationship Id="rId3" Type="http://schemas.openxmlformats.org/officeDocument/2006/relationships/image" Target="../media/image76.png"/><Relationship Id="rId21" Type="http://schemas.openxmlformats.org/officeDocument/2006/relationships/customXml" Target="../ink/ink42.xml"/><Relationship Id="rId34" Type="http://schemas.openxmlformats.org/officeDocument/2006/relationships/image" Target="../media/image89.png"/><Relationship Id="rId7" Type="http://schemas.openxmlformats.org/officeDocument/2006/relationships/customXml" Target="../ink/ink34.xml"/><Relationship Id="rId12" Type="http://schemas.openxmlformats.org/officeDocument/2006/relationships/image" Target="../media/image80.png"/><Relationship Id="rId17" Type="http://schemas.openxmlformats.org/officeDocument/2006/relationships/image" Target="../media/image81.png"/><Relationship Id="rId25" Type="http://schemas.openxmlformats.org/officeDocument/2006/relationships/customXml" Target="../ink/ink44.xml"/><Relationship Id="rId33" Type="http://schemas.openxmlformats.org/officeDocument/2006/relationships/customXml" Target="../ink/ink48.xml"/><Relationship Id="rId2" Type="http://schemas.openxmlformats.org/officeDocument/2006/relationships/customXml" Target="../ink/ink31.xml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29" Type="http://schemas.openxmlformats.org/officeDocument/2006/relationships/customXml" Target="../ink/ink46.xml"/><Relationship Id="rId1" Type="http://schemas.openxmlformats.org/officeDocument/2006/relationships/slideLayout" Target="../slideLayouts/slideLayout19.xml"/><Relationship Id="rId6" Type="http://schemas.openxmlformats.org/officeDocument/2006/relationships/customXml" Target="../ink/ink33.xml"/><Relationship Id="rId11" Type="http://schemas.openxmlformats.org/officeDocument/2006/relationships/customXml" Target="../ink/ink36.xml"/><Relationship Id="rId24" Type="http://schemas.openxmlformats.org/officeDocument/2006/relationships/image" Target="../media/image84.png"/><Relationship Id="rId32" Type="http://schemas.openxmlformats.org/officeDocument/2006/relationships/image" Target="../media/image88.png"/><Relationship Id="rId5" Type="http://schemas.openxmlformats.org/officeDocument/2006/relationships/image" Target="../media/image77.png"/><Relationship Id="rId15" Type="http://schemas.openxmlformats.org/officeDocument/2006/relationships/customXml" Target="../ink/ink38.xml"/><Relationship Id="rId23" Type="http://schemas.openxmlformats.org/officeDocument/2006/relationships/customXml" Target="../ink/ink43.xml"/><Relationship Id="rId28" Type="http://schemas.openxmlformats.org/officeDocument/2006/relationships/image" Target="../media/image86.png"/><Relationship Id="rId36" Type="http://schemas.openxmlformats.org/officeDocument/2006/relationships/image" Target="../media/image90.png"/><Relationship Id="rId10" Type="http://schemas.openxmlformats.org/officeDocument/2006/relationships/image" Target="../media/image79.png"/><Relationship Id="rId19" Type="http://schemas.openxmlformats.org/officeDocument/2006/relationships/image" Target="../media/image82.png"/><Relationship Id="rId31" Type="http://schemas.openxmlformats.org/officeDocument/2006/relationships/customXml" Target="../ink/ink47.xml"/><Relationship Id="rId4" Type="http://schemas.openxmlformats.org/officeDocument/2006/relationships/customXml" Target="../ink/ink32.xml"/><Relationship Id="rId9" Type="http://schemas.openxmlformats.org/officeDocument/2006/relationships/customXml" Target="../ink/ink35.xml"/><Relationship Id="rId14" Type="http://schemas.openxmlformats.org/officeDocument/2006/relationships/image" Target="../media/image45.png"/><Relationship Id="rId22" Type="http://schemas.openxmlformats.org/officeDocument/2006/relationships/image" Target="../media/image83.png"/><Relationship Id="rId27" Type="http://schemas.openxmlformats.org/officeDocument/2006/relationships/customXml" Target="../ink/ink45.xml"/><Relationship Id="rId30" Type="http://schemas.openxmlformats.org/officeDocument/2006/relationships/image" Target="../media/image87.png"/><Relationship Id="rId35" Type="http://schemas.openxmlformats.org/officeDocument/2006/relationships/customXml" Target="../ink/ink49.xml"/><Relationship Id="rId8" Type="http://schemas.openxmlformats.org/officeDocument/2006/relationships/image" Target="../media/image7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image" Target="../media/image97.png"/><Relationship Id="rId26" Type="http://schemas.openxmlformats.org/officeDocument/2006/relationships/image" Target="../media/image101.png"/><Relationship Id="rId21" Type="http://schemas.openxmlformats.org/officeDocument/2006/relationships/customXml" Target="../ink/ink60.xml"/><Relationship Id="rId34" Type="http://schemas.openxmlformats.org/officeDocument/2006/relationships/customXml" Target="../ink/ink67.xml"/><Relationship Id="rId7" Type="http://schemas.openxmlformats.org/officeDocument/2006/relationships/image" Target="../media/image93.png"/><Relationship Id="rId12" Type="http://schemas.openxmlformats.org/officeDocument/2006/relationships/customXml" Target="../ink/ink55.xml"/><Relationship Id="rId17" Type="http://schemas.openxmlformats.org/officeDocument/2006/relationships/customXml" Target="../ink/ink58.xml"/><Relationship Id="rId25" Type="http://schemas.openxmlformats.org/officeDocument/2006/relationships/customXml" Target="../ink/ink62.xml"/><Relationship Id="rId33" Type="http://schemas.openxmlformats.org/officeDocument/2006/relationships/image" Target="../media/image104.png"/><Relationship Id="rId2" Type="http://schemas.openxmlformats.org/officeDocument/2006/relationships/customXml" Target="../ink/ink50.xml"/><Relationship Id="rId16" Type="http://schemas.openxmlformats.org/officeDocument/2006/relationships/image" Target="../media/image96.png"/><Relationship Id="rId20" Type="http://schemas.openxmlformats.org/officeDocument/2006/relationships/image" Target="../media/image98.png"/><Relationship Id="rId29" Type="http://schemas.openxmlformats.org/officeDocument/2006/relationships/image" Target="../media/image102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52.xml"/><Relationship Id="rId11" Type="http://schemas.openxmlformats.org/officeDocument/2006/relationships/image" Target="../media/image95.png"/><Relationship Id="rId24" Type="http://schemas.openxmlformats.org/officeDocument/2006/relationships/image" Target="../media/image100.png"/><Relationship Id="rId32" Type="http://schemas.openxmlformats.org/officeDocument/2006/relationships/customXml" Target="../ink/ink66.xml"/><Relationship Id="rId37" Type="http://schemas.openxmlformats.org/officeDocument/2006/relationships/image" Target="../media/image106.png"/><Relationship Id="rId5" Type="http://schemas.openxmlformats.org/officeDocument/2006/relationships/image" Target="../media/image92.png"/><Relationship Id="rId15" Type="http://schemas.openxmlformats.org/officeDocument/2006/relationships/customXml" Target="../ink/ink57.xml"/><Relationship Id="rId23" Type="http://schemas.openxmlformats.org/officeDocument/2006/relationships/customXml" Target="../ink/ink61.xml"/><Relationship Id="rId28" Type="http://schemas.openxmlformats.org/officeDocument/2006/relationships/customXml" Target="../ink/ink64.xml"/><Relationship Id="rId36" Type="http://schemas.openxmlformats.org/officeDocument/2006/relationships/customXml" Target="../ink/ink68.xml"/><Relationship Id="rId10" Type="http://schemas.openxmlformats.org/officeDocument/2006/relationships/customXml" Target="../ink/ink54.xml"/><Relationship Id="rId19" Type="http://schemas.openxmlformats.org/officeDocument/2006/relationships/customXml" Target="../ink/ink59.xml"/><Relationship Id="rId31" Type="http://schemas.openxmlformats.org/officeDocument/2006/relationships/image" Target="../media/image103.png"/><Relationship Id="rId4" Type="http://schemas.openxmlformats.org/officeDocument/2006/relationships/customXml" Target="../ink/ink51.xml"/><Relationship Id="rId9" Type="http://schemas.openxmlformats.org/officeDocument/2006/relationships/image" Target="../media/image94.png"/><Relationship Id="rId14" Type="http://schemas.openxmlformats.org/officeDocument/2006/relationships/customXml" Target="../ink/ink56.xml"/><Relationship Id="rId22" Type="http://schemas.openxmlformats.org/officeDocument/2006/relationships/image" Target="../media/image99.png"/><Relationship Id="rId27" Type="http://schemas.openxmlformats.org/officeDocument/2006/relationships/customXml" Target="../ink/ink63.xml"/><Relationship Id="rId30" Type="http://schemas.openxmlformats.org/officeDocument/2006/relationships/customXml" Target="../ink/ink65.xml"/><Relationship Id="rId35" Type="http://schemas.openxmlformats.org/officeDocument/2006/relationships/image" Target="../media/image105.png"/><Relationship Id="rId8" Type="http://schemas.openxmlformats.org/officeDocument/2006/relationships/customXml" Target="../ink/ink53.xml"/><Relationship Id="rId3" Type="http://schemas.openxmlformats.org/officeDocument/2006/relationships/image" Target="../media/image9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72.xml"/><Relationship Id="rId13" Type="http://schemas.openxmlformats.org/officeDocument/2006/relationships/image" Target="../media/image113.png"/><Relationship Id="rId18" Type="http://schemas.openxmlformats.org/officeDocument/2006/relationships/customXml" Target="../ink/ink77.xml"/><Relationship Id="rId3" Type="http://schemas.openxmlformats.org/officeDocument/2006/relationships/image" Target="../media/image109.png"/><Relationship Id="rId21" Type="http://schemas.openxmlformats.org/officeDocument/2006/relationships/image" Target="../media/image117.png"/><Relationship Id="rId7" Type="http://schemas.openxmlformats.org/officeDocument/2006/relationships/image" Target="../media/image45.png"/><Relationship Id="rId12" Type="http://schemas.openxmlformats.org/officeDocument/2006/relationships/customXml" Target="../ink/ink74.xml"/><Relationship Id="rId17" Type="http://schemas.openxmlformats.org/officeDocument/2006/relationships/image" Target="../media/image115.png"/><Relationship Id="rId25" Type="http://schemas.openxmlformats.org/officeDocument/2006/relationships/image" Target="../media/image119.png"/><Relationship Id="rId2" Type="http://schemas.openxmlformats.org/officeDocument/2006/relationships/customXml" Target="../ink/ink69.xml"/><Relationship Id="rId16" Type="http://schemas.openxmlformats.org/officeDocument/2006/relationships/customXml" Target="../ink/ink76.xml"/><Relationship Id="rId20" Type="http://schemas.openxmlformats.org/officeDocument/2006/relationships/customXml" Target="../ink/ink78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71.xml"/><Relationship Id="rId11" Type="http://schemas.openxmlformats.org/officeDocument/2006/relationships/image" Target="../media/image112.png"/><Relationship Id="rId24" Type="http://schemas.openxmlformats.org/officeDocument/2006/relationships/customXml" Target="../ink/ink80.xml"/><Relationship Id="rId5" Type="http://schemas.openxmlformats.org/officeDocument/2006/relationships/image" Target="../media/image110.png"/><Relationship Id="rId15" Type="http://schemas.openxmlformats.org/officeDocument/2006/relationships/image" Target="../media/image114.png"/><Relationship Id="rId23" Type="http://schemas.openxmlformats.org/officeDocument/2006/relationships/image" Target="../media/image118.png"/><Relationship Id="rId10" Type="http://schemas.openxmlformats.org/officeDocument/2006/relationships/customXml" Target="../ink/ink73.xml"/><Relationship Id="rId19" Type="http://schemas.openxmlformats.org/officeDocument/2006/relationships/image" Target="../media/image116.png"/><Relationship Id="rId4" Type="http://schemas.openxmlformats.org/officeDocument/2006/relationships/customXml" Target="../ink/ink70.xml"/><Relationship Id="rId9" Type="http://schemas.openxmlformats.org/officeDocument/2006/relationships/image" Target="../media/image111.png"/><Relationship Id="rId14" Type="http://schemas.openxmlformats.org/officeDocument/2006/relationships/customXml" Target="../ink/ink75.xml"/><Relationship Id="rId22" Type="http://schemas.openxmlformats.org/officeDocument/2006/relationships/customXml" Target="../ink/ink7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png"/><Relationship Id="rId18" Type="http://schemas.openxmlformats.org/officeDocument/2006/relationships/customXml" Target="../ink/ink89.xml"/><Relationship Id="rId26" Type="http://schemas.openxmlformats.org/officeDocument/2006/relationships/customXml" Target="../ink/ink93.xml"/><Relationship Id="rId3" Type="http://schemas.openxmlformats.org/officeDocument/2006/relationships/image" Target="../media/image121.png"/><Relationship Id="rId21" Type="http://schemas.openxmlformats.org/officeDocument/2006/relationships/image" Target="../media/image130.png"/><Relationship Id="rId7" Type="http://schemas.openxmlformats.org/officeDocument/2006/relationships/image" Target="../media/image123.png"/><Relationship Id="rId12" Type="http://schemas.openxmlformats.org/officeDocument/2006/relationships/customXml" Target="../ink/ink86.xml"/><Relationship Id="rId17" Type="http://schemas.openxmlformats.org/officeDocument/2006/relationships/image" Target="../media/image128.png"/><Relationship Id="rId25" Type="http://schemas.openxmlformats.org/officeDocument/2006/relationships/image" Target="../media/image132.png"/><Relationship Id="rId33" Type="http://schemas.openxmlformats.org/officeDocument/2006/relationships/image" Target="../media/image136.png"/><Relationship Id="rId2" Type="http://schemas.openxmlformats.org/officeDocument/2006/relationships/customXml" Target="../ink/ink81.xml"/><Relationship Id="rId16" Type="http://schemas.openxmlformats.org/officeDocument/2006/relationships/customXml" Target="../ink/ink88.xml"/><Relationship Id="rId20" Type="http://schemas.openxmlformats.org/officeDocument/2006/relationships/customXml" Target="../ink/ink90.xml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83.xml"/><Relationship Id="rId11" Type="http://schemas.openxmlformats.org/officeDocument/2006/relationships/image" Target="../media/image125.png"/><Relationship Id="rId24" Type="http://schemas.openxmlformats.org/officeDocument/2006/relationships/customXml" Target="../ink/ink92.xml"/><Relationship Id="rId32" Type="http://schemas.openxmlformats.org/officeDocument/2006/relationships/customXml" Target="../ink/ink96.xml"/><Relationship Id="rId5" Type="http://schemas.openxmlformats.org/officeDocument/2006/relationships/image" Target="../media/image122.png"/><Relationship Id="rId15" Type="http://schemas.openxmlformats.org/officeDocument/2006/relationships/image" Target="../media/image127.png"/><Relationship Id="rId23" Type="http://schemas.openxmlformats.org/officeDocument/2006/relationships/image" Target="../media/image131.png"/><Relationship Id="rId28" Type="http://schemas.openxmlformats.org/officeDocument/2006/relationships/customXml" Target="../ink/ink94.xml"/><Relationship Id="rId10" Type="http://schemas.openxmlformats.org/officeDocument/2006/relationships/customXml" Target="../ink/ink85.xml"/><Relationship Id="rId19" Type="http://schemas.openxmlformats.org/officeDocument/2006/relationships/image" Target="../media/image129.png"/><Relationship Id="rId31" Type="http://schemas.openxmlformats.org/officeDocument/2006/relationships/image" Target="../media/image135.png"/><Relationship Id="rId4" Type="http://schemas.openxmlformats.org/officeDocument/2006/relationships/customXml" Target="../ink/ink82.xml"/><Relationship Id="rId9" Type="http://schemas.openxmlformats.org/officeDocument/2006/relationships/image" Target="../media/image124.png"/><Relationship Id="rId14" Type="http://schemas.openxmlformats.org/officeDocument/2006/relationships/customXml" Target="../ink/ink87.xml"/><Relationship Id="rId22" Type="http://schemas.openxmlformats.org/officeDocument/2006/relationships/customXml" Target="../ink/ink91.xml"/><Relationship Id="rId27" Type="http://schemas.openxmlformats.org/officeDocument/2006/relationships/image" Target="../media/image133.png"/><Relationship Id="rId30" Type="http://schemas.openxmlformats.org/officeDocument/2006/relationships/customXml" Target="../ink/ink95.xml"/><Relationship Id="rId8" Type="http://schemas.openxmlformats.org/officeDocument/2006/relationships/customXml" Target="../ink/ink8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png"/><Relationship Id="rId18" Type="http://schemas.openxmlformats.org/officeDocument/2006/relationships/customXml" Target="../ink/ink105.xml"/><Relationship Id="rId26" Type="http://schemas.openxmlformats.org/officeDocument/2006/relationships/customXml" Target="../ink/ink109.xml"/><Relationship Id="rId3" Type="http://schemas.openxmlformats.org/officeDocument/2006/relationships/image" Target="../media/image121.png"/><Relationship Id="rId21" Type="http://schemas.openxmlformats.org/officeDocument/2006/relationships/image" Target="../media/image130.png"/><Relationship Id="rId7" Type="http://schemas.openxmlformats.org/officeDocument/2006/relationships/image" Target="../media/image123.png"/><Relationship Id="rId12" Type="http://schemas.openxmlformats.org/officeDocument/2006/relationships/customXml" Target="../ink/ink102.xml"/><Relationship Id="rId17" Type="http://schemas.openxmlformats.org/officeDocument/2006/relationships/image" Target="../media/image128.png"/><Relationship Id="rId25" Type="http://schemas.openxmlformats.org/officeDocument/2006/relationships/image" Target="../media/image132.png"/><Relationship Id="rId33" Type="http://schemas.openxmlformats.org/officeDocument/2006/relationships/image" Target="../media/image136.png"/><Relationship Id="rId2" Type="http://schemas.openxmlformats.org/officeDocument/2006/relationships/customXml" Target="../ink/ink97.xml"/><Relationship Id="rId16" Type="http://schemas.openxmlformats.org/officeDocument/2006/relationships/customXml" Target="../ink/ink104.xml"/><Relationship Id="rId20" Type="http://schemas.openxmlformats.org/officeDocument/2006/relationships/customXml" Target="../ink/ink106.xml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99.xml"/><Relationship Id="rId11" Type="http://schemas.openxmlformats.org/officeDocument/2006/relationships/image" Target="../media/image125.png"/><Relationship Id="rId24" Type="http://schemas.openxmlformats.org/officeDocument/2006/relationships/customXml" Target="../ink/ink108.xml"/><Relationship Id="rId32" Type="http://schemas.openxmlformats.org/officeDocument/2006/relationships/customXml" Target="../ink/ink112.xml"/><Relationship Id="rId5" Type="http://schemas.openxmlformats.org/officeDocument/2006/relationships/image" Target="../media/image122.png"/><Relationship Id="rId15" Type="http://schemas.openxmlformats.org/officeDocument/2006/relationships/image" Target="../media/image127.png"/><Relationship Id="rId23" Type="http://schemas.openxmlformats.org/officeDocument/2006/relationships/image" Target="../media/image131.png"/><Relationship Id="rId28" Type="http://schemas.openxmlformats.org/officeDocument/2006/relationships/customXml" Target="../ink/ink110.xml"/><Relationship Id="rId10" Type="http://schemas.openxmlformats.org/officeDocument/2006/relationships/customXml" Target="../ink/ink101.xml"/><Relationship Id="rId19" Type="http://schemas.openxmlformats.org/officeDocument/2006/relationships/image" Target="../media/image129.png"/><Relationship Id="rId31" Type="http://schemas.openxmlformats.org/officeDocument/2006/relationships/image" Target="../media/image135.png"/><Relationship Id="rId4" Type="http://schemas.openxmlformats.org/officeDocument/2006/relationships/customXml" Target="../ink/ink98.xml"/><Relationship Id="rId9" Type="http://schemas.openxmlformats.org/officeDocument/2006/relationships/image" Target="../media/image124.png"/><Relationship Id="rId14" Type="http://schemas.openxmlformats.org/officeDocument/2006/relationships/customXml" Target="../ink/ink103.xml"/><Relationship Id="rId22" Type="http://schemas.openxmlformats.org/officeDocument/2006/relationships/customXml" Target="../ink/ink107.xml"/><Relationship Id="rId27" Type="http://schemas.openxmlformats.org/officeDocument/2006/relationships/image" Target="../media/image133.png"/><Relationship Id="rId30" Type="http://schemas.openxmlformats.org/officeDocument/2006/relationships/customXml" Target="../ink/ink111.xml"/><Relationship Id="rId8" Type="http://schemas.openxmlformats.org/officeDocument/2006/relationships/customXml" Target="../ink/ink100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6.xml"/><Relationship Id="rId3" Type="http://schemas.openxmlformats.org/officeDocument/2006/relationships/image" Target="../media/image370.png"/><Relationship Id="rId7" Type="http://schemas.openxmlformats.org/officeDocument/2006/relationships/image" Target="../media/image390.png"/><Relationship Id="rId12" Type="http://schemas.openxmlformats.org/officeDocument/2006/relationships/customXml" Target="../ink/ink118.xml"/><Relationship Id="rId2" Type="http://schemas.openxmlformats.org/officeDocument/2006/relationships/customXml" Target="../ink/ink113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15.xml"/><Relationship Id="rId11" Type="http://schemas.openxmlformats.org/officeDocument/2006/relationships/image" Target="../media/image410.png"/><Relationship Id="rId5" Type="http://schemas.openxmlformats.org/officeDocument/2006/relationships/image" Target="../media/image380.png"/><Relationship Id="rId10" Type="http://schemas.openxmlformats.org/officeDocument/2006/relationships/customXml" Target="../ink/ink117.xml"/><Relationship Id="rId4" Type="http://schemas.openxmlformats.org/officeDocument/2006/relationships/customXml" Target="../ink/ink114.xml"/><Relationship Id="rId9" Type="http://schemas.openxmlformats.org/officeDocument/2006/relationships/image" Target="../media/image400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Complexity theory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78135-3F5C-BB53-0082-12295679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4883AB6-E6D8-70A9-3CCB-61E120FC6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115259"/>
              </p:ext>
            </p:extLst>
          </p:nvPr>
        </p:nvGraphicFramePr>
        <p:xfrm>
          <a:off x="7791450" y="1169988"/>
          <a:ext cx="4132263" cy="5936193"/>
        </p:xfrm>
        <a:graphic>
          <a:graphicData uri="http://schemas.openxmlformats.org/drawingml/2006/table">
            <a:tbl>
              <a:tblPr firstRow="1" bandRow="1"/>
              <a:tblGrid>
                <a:gridCol w="4132263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5563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  <a:p>
                      <a:pPr algn="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105424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class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07576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 class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103273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versus NP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92053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Polynomial time reduction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  <a:tr h="920534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398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13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BA96D9-2E56-3DBD-6315-048A1B28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4C89AC3-3D7A-65BB-C3F4-2B1CB19E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5760" y="1393635"/>
            <a:ext cx="6881346" cy="47602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In Computer Science the problems can be categorized as </a:t>
            </a:r>
          </a:p>
          <a:p>
            <a:pPr>
              <a:lnSpc>
                <a:spcPct val="150000"/>
              </a:lnSpc>
            </a:pPr>
            <a:endParaRPr lang="en-US" b="0" i="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Nunito" pitchFamily="2" charset="0"/>
              </a:rPr>
              <a:t>optimization (maximization 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or minimization) problems 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0000"/>
                </a:solidFill>
                <a:latin typeface="Nunito" pitchFamily="2" charset="0"/>
              </a:rPr>
              <a:t> decision problems</a:t>
            </a:r>
            <a:r>
              <a:rPr lang="en-US" b="1" i="0" dirty="0">
                <a:solidFill>
                  <a:srgbClr val="000000"/>
                </a:solidFill>
                <a:effectLst/>
                <a:latin typeface="Nunito" pitchFamily="2" charset="0"/>
              </a:rPr>
              <a:t>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2" name="Picture Placeholder 21" descr="Person in black skirt and white shirt holding some dandelions">
            <a:extLst>
              <a:ext uri="{FF2B5EF4-FFF2-40B4-BE49-F238E27FC236}">
                <a16:creationId xmlns:a16="http://schemas.microsoft.com/office/drawing/2014/main" id="{07415596-3C86-E792-A622-F817DB08D58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" b="24"/>
          <a:stretch/>
        </p:blipFill>
        <p:spPr/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84D8B-635B-7402-1437-04A104C2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9BE9C-B5EA-5DA0-9156-6E05D388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E804-5D73-9996-1913-1EF77F2E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07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A415-17E4-15A0-7B14-9D5A0656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problems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46EBC-B7E2-95EF-09B0-586DFC84A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727" y="1247279"/>
            <a:ext cx="6661307" cy="407072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-  to maximize or minimize some values. </a:t>
            </a:r>
          </a:p>
          <a:p>
            <a:pPr algn="just">
              <a:lnSpc>
                <a:spcPct val="150000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the minimum number of colors needed to color a given graph.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the shortest path between two vertices in a graph.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05EB67-6D82-887D-3715-B21A1F3D004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ACA56-CB58-BE41-C023-4A63DA00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477F0-A533-56BD-7104-46871B2B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DA01A-4BC1-221A-7B05-A5E2FD2A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989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69CD8-997E-D324-8B14-8BBCE0FA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  <a:t>Decision Problem</a:t>
            </a:r>
            <a:br>
              <a:rPr lang="en-US" b="0" i="0" dirty="0">
                <a:solidFill>
                  <a:srgbClr val="000000"/>
                </a:solidFill>
                <a:effectLst/>
                <a:latin typeface="Heebo" pitchFamily="2" charset="-79"/>
                <a:cs typeface="Heebo" pitchFamily="2" charset="-79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8BF3F-35BB-CC3B-2D8B-7423FF222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5761" y="1099227"/>
            <a:ext cx="6712930" cy="4919174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problems for which the answer is a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Yes or a No. </a:t>
            </a:r>
          </a:p>
          <a:p>
            <a:pPr algn="just">
              <a:lnSpc>
                <a:spcPct val="20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types of problems are known as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problems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20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  <a:p>
            <a:pPr lvl="1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Whether a given graph can be colored by only 4-colors.</a:t>
            </a:r>
          </a:p>
          <a:p>
            <a:pPr lvl="1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Hamiltonian cycle in a graph is not a decision problem, whereas checking a graph is Hamiltonian or not is a decision problem.</a:t>
            </a:r>
          </a:p>
          <a:p>
            <a:pPr algn="just"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07AB984-0BC6-18DD-863A-0046BFA6912D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3A736-6F14-E285-C06B-A5FB7EB40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02ECC-A8DE-CDDD-9BFA-2DAF566D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9B592-7CEE-BEC4-7C9D-441A3486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8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4"/>
          <p:cNvSpPr>
            <a:spLocks noGrp="1" noChangeArrowheads="1"/>
          </p:cNvSpPr>
          <p:nvPr>
            <p:ph type="title"/>
          </p:nvPr>
        </p:nvSpPr>
        <p:spPr>
          <a:xfrm>
            <a:off x="535020" y="685800"/>
            <a:ext cx="3535535" cy="51054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C00000"/>
                </a:solidFill>
              </a:rPr>
              <a:t>Cost and Complexity</a:t>
            </a:r>
          </a:p>
        </p:txBody>
      </p:sp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3057525" y="18176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endParaRPr lang="en-US" altLang="en-US" sz="2400" b="0"/>
          </a:p>
        </p:txBody>
      </p:sp>
      <p:graphicFrame>
        <p:nvGraphicFramePr>
          <p:cNvPr id="78855" name="Rectangle 5">
            <a:extLst>
              <a:ext uri="{FF2B5EF4-FFF2-40B4-BE49-F238E27FC236}">
                <a16:creationId xmlns:a16="http://schemas.microsoft.com/office/drawing/2014/main" id="{217AC34B-8D01-48B6-8299-F64772B29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8226642"/>
              </p:ext>
            </p:extLst>
          </p:nvPr>
        </p:nvGraphicFramePr>
        <p:xfrm>
          <a:off x="4144911" y="685799"/>
          <a:ext cx="7781618" cy="5754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495028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9986-F8CF-4D27-AD56-056A91BE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59" y="637437"/>
            <a:ext cx="3939688" cy="5583126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Polynomial time Algorithms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E6FB14-3069-444B-8ABC-96FB73DEED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337148"/>
              </p:ext>
            </p:extLst>
          </p:nvPr>
        </p:nvGraphicFramePr>
        <p:xfrm>
          <a:off x="4076147" y="333381"/>
          <a:ext cx="78405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4161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D7F3-220A-49A3-A8A6-6A75EAB5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/>
              <a:t>Non-polynomial time  algorithms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AE6781-F133-498A-A827-FC11DDECA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307319"/>
              </p:ext>
            </p:extLst>
          </p:nvPr>
        </p:nvGraphicFramePr>
        <p:xfrm>
          <a:off x="3977825" y="323549"/>
          <a:ext cx="7879878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8348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Tractable and intractable problems</a:t>
            </a:r>
            <a:endParaRPr lang="en-IN" sz="4000" dirty="0">
              <a:solidFill>
                <a:srgbClr val="C0000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A40165-E24C-40C6-B9C1-62D2795D7E8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27238762"/>
              </p:ext>
            </p:extLst>
          </p:nvPr>
        </p:nvGraphicFramePr>
        <p:xfrm>
          <a:off x="1179226" y="2325757"/>
          <a:ext cx="9976454" cy="370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286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 illusion of swirling lines in black and white">
            <a:extLst>
              <a:ext uri="{FF2B5EF4-FFF2-40B4-BE49-F238E27FC236}">
                <a16:creationId xmlns:a16="http://schemas.microsoft.com/office/drawing/2014/main" id="{C29C1C27-DE4B-4CCF-BF57-99C400630E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730"/>
          <a:stretch/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4" name="Text Box 7">
            <a:extLst>
              <a:ext uri="{FF2B5EF4-FFF2-40B4-BE49-F238E27FC236}">
                <a16:creationId xmlns:a16="http://schemas.microsoft.com/office/drawing/2014/main" id="{217123E3-40B2-4970-8B46-879DEC695585}"/>
              </a:ext>
            </a:extLst>
          </p:cNvPr>
          <p:cNvSpPr txBox="1">
            <a:spLocks noGrp="1" noChangeArrowheads="1"/>
          </p:cNvSpPr>
          <p:nvPr>
            <p:ph idx="4294967295"/>
          </p:nvPr>
        </p:nvSpPr>
        <p:spPr bwMode="auto">
          <a:xfrm>
            <a:off x="1425678" y="1065862"/>
            <a:ext cx="10284542" cy="47262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000" b="1" dirty="0">
                <a:solidFill>
                  <a:srgbClr val="C00000"/>
                </a:solidFill>
                <a:latin typeface="+mn-lt"/>
              </a:rPr>
              <a:t>Deterministic and Non-Deterministic Algorithms</a:t>
            </a:r>
          </a:p>
        </p:txBody>
      </p:sp>
    </p:spTree>
    <p:extLst>
      <p:ext uri="{BB962C8B-B14F-4D97-AF65-F5344CB8AC3E}">
        <p14:creationId xmlns:p14="http://schemas.microsoft.com/office/powerpoint/2010/main" val="375810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255639" y="2023558"/>
            <a:ext cx="5388077" cy="24912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Deterministic and Non-Deterministic Algorithms</a:t>
            </a:r>
          </a:p>
        </p:txBody>
      </p:sp>
      <p:sp>
        <p:nvSpPr>
          <p:cNvPr id="5123" name="Rectangle 6"/>
          <p:cNvSpPr>
            <a:spLocks noChangeArrowheads="1"/>
          </p:cNvSpPr>
          <p:nvPr/>
        </p:nvSpPr>
        <p:spPr bwMode="auto">
          <a:xfrm>
            <a:off x="5191432" y="344130"/>
            <a:ext cx="6676103" cy="52942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14300" indent="0" eaLnBrk="1" hangingPunct="1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en-US" sz="2800" b="1" dirty="0">
                <a:solidFill>
                  <a:srgbClr val="7030A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Deterministic Algorithms : </a:t>
            </a:r>
          </a:p>
          <a:p>
            <a:pPr indent="-228600" eaLnBrk="1" hangingPunct="1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>
                    <a:alpha val="80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Those having the property  that the result of </a:t>
            </a:r>
            <a:r>
              <a:rPr lang="en-US" altLang="en-US" sz="2800" b="1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every operation is uniquely defined</a:t>
            </a:r>
          </a:p>
          <a:p>
            <a:pPr marL="114300" indent="0" eaLnBrk="1" hangingPunct="1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en-US" sz="2800" b="1" dirty="0">
                <a:solidFill>
                  <a:srgbClr val="7030A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Non-Deterministic Algorithms : </a:t>
            </a:r>
          </a:p>
          <a:p>
            <a:pPr indent="-228600" eaLnBrk="1" hangingPunct="1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>
                    <a:alpha val="80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 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Those containing operations whose </a:t>
            </a:r>
            <a:r>
              <a:rPr lang="en-US" altLang="en-US" sz="2800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outcomes are not uniquely defined,</a:t>
            </a:r>
          </a:p>
          <a:p>
            <a:pPr indent="-228600" eaLnBrk="1" hangingPunct="1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are limited to specified </a:t>
            </a:r>
            <a:r>
              <a:rPr lang="en-US" altLang="en-US" sz="2800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set of possibilities </a:t>
            </a:r>
          </a:p>
          <a:p>
            <a:pPr indent="-228600" eaLnBrk="1" hangingPunct="1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endParaRPr lang="en-US" altLang="en-US" sz="2800" b="1" dirty="0">
              <a:solidFill>
                <a:schemeClr val="tx1">
                  <a:alpha val="8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122" name="Rectangle 5"/>
          <p:cNvSpPr>
            <a:spLocks noChangeArrowheads="1"/>
          </p:cNvSpPr>
          <p:nvPr/>
        </p:nvSpPr>
        <p:spPr bwMode="auto">
          <a:xfrm>
            <a:off x="1543050" y="4144334"/>
            <a:ext cx="9124950" cy="458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en-US" altLang="en-US" sz="1800"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3F1AD-B5E3-9E4A-D6EA-57BC31E1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9AC2-365D-48F5-973B-EAB1B9A265D7}" type="datetime1">
              <a:rPr lang="en-US" smtClean="0"/>
              <a:t>11/17/2023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DEE95-4F51-AA66-036B-707E90C18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DA581-BCB6-CD18-D947-B9A6F743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46FB6-66E4-7348-87CD-C870E8EE16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3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1818640" y="1066800"/>
            <a:ext cx="9238417" cy="4914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 To specify such nondeterministic  algorithms, we use </a:t>
            </a:r>
            <a:r>
              <a:rPr lang="en-US" altLang="en-US" dirty="0">
                <a:latin typeface="Aparajita" panose="02020603050405020304" pitchFamily="18" charset="0"/>
                <a:cs typeface="Aparajita" panose="02020603050405020304" pitchFamily="18" charset="0"/>
              </a:rPr>
              <a:t>three functions</a:t>
            </a:r>
          </a:p>
          <a:p>
            <a:pPr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endParaRPr lang="en-US" alt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endParaRPr lang="en-US" alt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     </a:t>
            </a:r>
            <a:r>
              <a:rPr lang="en-US" altLang="en-US" i="1" dirty="0">
                <a:latin typeface="Aparajita" panose="02020603050405020304" pitchFamily="18" charset="0"/>
                <a:cs typeface="Aparajita" panose="02020603050405020304" pitchFamily="18" charset="0"/>
              </a:rPr>
              <a:t>Choice(S) : </a:t>
            </a:r>
            <a:r>
              <a:rPr lang="en-US" alt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arbitrarily choose one of the element of    set </a:t>
            </a:r>
            <a:r>
              <a:rPr lang="en-US" altLang="en-US" b="1" i="1" dirty="0">
                <a:latin typeface="Aparajita" panose="02020603050405020304" pitchFamily="18" charset="0"/>
                <a:cs typeface="Aparajita" panose="02020603050405020304" pitchFamily="18" charset="0"/>
              </a:rPr>
              <a:t>S</a:t>
            </a:r>
            <a:r>
              <a:rPr lang="en-US" alt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</a:p>
          <a:p>
            <a:pPr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endParaRPr lang="en-US" altLang="en-US" b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    </a:t>
            </a:r>
            <a:r>
              <a:rPr lang="en-US" altLang="en-US" i="1" dirty="0">
                <a:latin typeface="Aparajita" panose="02020603050405020304" pitchFamily="18" charset="0"/>
                <a:cs typeface="Aparajita" panose="02020603050405020304" pitchFamily="18" charset="0"/>
              </a:rPr>
              <a:t>Failure() : </a:t>
            </a:r>
            <a:r>
              <a:rPr lang="en-US" alt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signals an unsuccessful completion.</a:t>
            </a:r>
          </a:p>
          <a:p>
            <a:pPr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endParaRPr lang="en-US" altLang="en-US" b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en-US" i="1" dirty="0">
                <a:latin typeface="Aparajita" panose="02020603050405020304" pitchFamily="18" charset="0"/>
                <a:cs typeface="Aparajita" panose="02020603050405020304" pitchFamily="18" charset="0"/>
              </a:rPr>
              <a:t>   Success() : </a:t>
            </a:r>
            <a:r>
              <a:rPr lang="en-US" alt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signals a successful completion.</a:t>
            </a:r>
            <a:endParaRPr lang="en-US" altLang="en-US" i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rial" panose="020B0604020202020204" pitchFamily="34" charset="0"/>
              <a:buChar char="•"/>
            </a:pPr>
            <a:endParaRPr lang="en-US" alt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1351722" y="850162"/>
            <a:ext cx="4868238" cy="5957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b="1" u="sng" dirty="0">
                <a:latin typeface="Aldhabi" panose="020F0502020204030204" pitchFamily="34" charset="0"/>
              </a:rPr>
              <a:t>Deterministic Algorithm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anose="020F0502020204030204" pitchFamily="34" charset="0"/>
              </a:rPr>
              <a:t>For  </a:t>
            </a:r>
            <a:r>
              <a:rPr lang="en-US" altLang="en-US" sz="2800" dirty="0" err="1">
                <a:latin typeface="Aldhabi" panose="020F0502020204030204" pitchFamily="34" charset="0"/>
              </a:rPr>
              <a:t>i</a:t>
            </a:r>
            <a:r>
              <a:rPr lang="en-US" altLang="en-US" sz="2800" dirty="0">
                <a:latin typeface="Aldhabi" panose="020F0502020204030204" pitchFamily="34" charset="0"/>
              </a:rPr>
              <a:t>=1 to n do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anose="020F0502020204030204" pitchFamily="34" charset="0"/>
              </a:rPr>
              <a:t>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anose="020F0502020204030204" pitchFamily="34" charset="0"/>
              </a:rPr>
              <a:t>   if (a[</a:t>
            </a:r>
            <a:r>
              <a:rPr lang="en-US" altLang="en-US" sz="2800" dirty="0" err="1">
                <a:latin typeface="Aldhabi" panose="020F0502020204030204" pitchFamily="34" charset="0"/>
              </a:rPr>
              <a:t>i</a:t>
            </a:r>
            <a:r>
              <a:rPr lang="en-US" altLang="en-US" sz="2800" dirty="0">
                <a:latin typeface="Aldhabi" panose="020F0502020204030204" pitchFamily="34" charset="0"/>
              </a:rPr>
              <a:t>]==x) then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anose="020F0502020204030204" pitchFamily="34" charset="0"/>
              </a:rPr>
              <a:t>    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anose="020F0502020204030204" pitchFamily="34" charset="0"/>
              </a:rPr>
              <a:t>      write(Element is present);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anose="020F0502020204030204" pitchFamily="34" charset="0"/>
              </a:rPr>
              <a:t>  } 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anose="020F0502020204030204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anose="020F0502020204030204" pitchFamily="34" charset="0"/>
              </a:rPr>
              <a:t>If (</a:t>
            </a:r>
            <a:r>
              <a:rPr lang="en-US" altLang="en-US" sz="2800" dirty="0" err="1">
                <a:latin typeface="Aldhabi" panose="020F0502020204030204" pitchFamily="34" charset="0"/>
              </a:rPr>
              <a:t>i</a:t>
            </a:r>
            <a:r>
              <a:rPr lang="en-US" altLang="en-US" sz="2800" dirty="0">
                <a:latin typeface="Aldhabi" panose="020F0502020204030204" pitchFamily="34" charset="0"/>
              </a:rPr>
              <a:t>&gt;n)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anose="020F0502020204030204" pitchFamily="34" charset="0"/>
              </a:rPr>
              <a:t>   write(Element is not present);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Aldhabi" panose="020F0502020204030204" pitchFamily="34" charset="0"/>
              </a:rPr>
              <a:t>Complexity  O (n)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7151949" y="556592"/>
            <a:ext cx="4745189" cy="5655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b="1" u="sng" dirty="0">
                <a:latin typeface="Aldhabi" pitchFamily="2" charset="-78"/>
                <a:cs typeface="Aldhabi" pitchFamily="2" charset="-78"/>
              </a:rPr>
              <a:t>Nondeterministic   Algorithm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2800" dirty="0">
                <a:latin typeface="Aldhabi" pitchFamily="2" charset="-78"/>
                <a:cs typeface="Aldhabi" pitchFamily="2" charset="-78"/>
              </a:rPr>
              <a:t> </a:t>
            </a: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j=</a:t>
            </a:r>
            <a:r>
              <a:rPr lang="en-US" altLang="en-US" sz="3200" b="1" dirty="0">
                <a:latin typeface="Aldhabi" pitchFamily="2" charset="-78"/>
                <a:cs typeface="Aldhabi" pitchFamily="2" charset="-78"/>
              </a:rPr>
              <a:t>Choice(1,n)</a:t>
            </a: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//Select an integer value in the range[1.n]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If a [j]=x then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  {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   write (j);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   </a:t>
            </a:r>
            <a:r>
              <a:rPr lang="en-US" altLang="en-US" sz="3200" b="1" dirty="0">
                <a:latin typeface="Aldhabi" pitchFamily="2" charset="-78"/>
                <a:cs typeface="Aldhabi" pitchFamily="2" charset="-78"/>
              </a:rPr>
              <a:t>Success();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Write(0);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b="1" dirty="0">
                <a:latin typeface="Aldhabi" pitchFamily="2" charset="-78"/>
                <a:cs typeface="Aldhabi" pitchFamily="2" charset="-78"/>
              </a:rPr>
              <a:t>Failure();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3200" dirty="0">
                <a:latin typeface="Aldhabi" pitchFamily="2" charset="-78"/>
                <a:cs typeface="Aldhabi" pitchFamily="2" charset="-78"/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latin typeface="Aldhabi" pitchFamily="2" charset="-78"/>
                <a:cs typeface="Aldhabi" pitchFamily="2" charset="-78"/>
              </a:rPr>
              <a:t>Complexity O (1)</a:t>
            </a:r>
          </a:p>
        </p:txBody>
      </p:sp>
      <p:sp>
        <p:nvSpPr>
          <p:cNvPr id="7172" name="Text Box 6"/>
          <p:cNvSpPr txBox="1">
            <a:spLocks noChangeArrowheads="1"/>
          </p:cNvSpPr>
          <p:nvPr/>
        </p:nvSpPr>
        <p:spPr bwMode="auto">
          <a:xfrm>
            <a:off x="3614915" y="0"/>
            <a:ext cx="4816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800" b="1" dirty="0"/>
              <a:t>Linear Search Algorithm</a:t>
            </a:r>
          </a:p>
        </p:txBody>
      </p:sp>
      <p:sp>
        <p:nvSpPr>
          <p:cNvPr id="7173" name="Line 7"/>
          <p:cNvSpPr>
            <a:spLocks noChangeShapeType="1"/>
          </p:cNvSpPr>
          <p:nvPr/>
        </p:nvSpPr>
        <p:spPr bwMode="auto">
          <a:xfrm>
            <a:off x="5701022" y="850162"/>
            <a:ext cx="0" cy="5486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6"/>
          <p:cNvSpPr txBox="1">
            <a:spLocks noChangeArrowheads="1"/>
          </p:cNvSpPr>
          <p:nvPr/>
        </p:nvSpPr>
        <p:spPr bwMode="auto">
          <a:xfrm>
            <a:off x="550863" y="365125"/>
            <a:ext cx="11090274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Non-Deterministic Machine</a:t>
            </a:r>
          </a:p>
        </p:txBody>
      </p:sp>
      <p:graphicFrame>
        <p:nvGraphicFramePr>
          <p:cNvPr id="9227" name="Text Box 5">
            <a:extLst>
              <a:ext uri="{FF2B5EF4-FFF2-40B4-BE49-F238E27FC236}">
                <a16:creationId xmlns:a16="http://schemas.microsoft.com/office/drawing/2014/main" id="{67D35597-5B1A-4690-9114-A9A4E4C459F6}"/>
              </a:ext>
            </a:extLst>
          </p:cNvPr>
          <p:cNvGraphicFramePr/>
          <p:nvPr/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 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D1D6FF-1122-B11D-0CE3-E62BA2737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Sagona Book" panose="020F0502020204030204" pitchFamily="34" charset="0"/>
                <a:cs typeface="Sagona Book" panose="020F0502020204030204" pitchFamily="34" charset="0"/>
              </a:rPr>
              <a:t>Computational theory </a:t>
            </a:r>
            <a:endParaRPr lang="en-US" dirty="0"/>
          </a:p>
        </p:txBody>
      </p:sp>
      <p:graphicFrame>
        <p:nvGraphicFramePr>
          <p:cNvPr id="8" name="Content Placeholder 5" descr="Bar chart">
            <a:extLst>
              <a:ext uri="{FF2B5EF4-FFF2-40B4-BE49-F238E27FC236}">
                <a16:creationId xmlns:a16="http://schemas.microsoft.com/office/drawing/2014/main" id="{19FBC95D-B600-B1AC-D5BA-3F204E3FE1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4763299"/>
              </p:ext>
            </p:extLst>
          </p:nvPr>
        </p:nvGraphicFramePr>
        <p:xfrm>
          <a:off x="576072" y="1901825"/>
          <a:ext cx="93630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087F1-0A22-4E04-6B3F-B1DDA246A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D92B98-444C-00D2-3246-91E7E1BFB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F8520-CF3A-DEEA-6A9F-571CC04E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BDEC4-ED1B-EE3E-78CA-DDE9DA15CD54}"/>
              </a:ext>
            </a:extLst>
          </p:cNvPr>
          <p:cNvSpPr txBox="1"/>
          <p:nvPr/>
        </p:nvSpPr>
        <p:spPr>
          <a:xfrm>
            <a:off x="776748" y="1828800"/>
            <a:ext cx="10839180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computer science, there exist some problems whose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 are not yet found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problems are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classes 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known as 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 Classes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Complexity Class is a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of problems with related complexity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classes help scientists to groups problems based on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much time and space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they require to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solve 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problems and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solutions.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theory 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branch of the theory of computation that deals with 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resources required to solve a problem. -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The common resources are time and space,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088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F214-0BB9-594E-C915-7BD155B3A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E458D-60A9-08E8-9836-73344DAB3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P Class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NP Class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NP hard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NP complete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12D5F-C47F-FDD0-CCBE-56EDDC9E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32BB9-AF7B-6CEE-5030-B2F200496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904AF-1CC9-2440-F53D-515B18C3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824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33016BD-9566-4F5E-89C2-99A755A515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7707" b="770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3AC6AC-CE90-4260-9F22-437A6176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Class- P problems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53AAF38-9EB1-4A3C-B999-A6ED14E0E4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9450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4080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098B-2F8A-4AF2-AFDB-E82AD66C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285139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sz="4100" b="1" i="0" dirty="0">
                <a:effectLst/>
                <a:latin typeface="urw-din"/>
              </a:rPr>
              <a:t>Features:</a:t>
            </a:r>
            <a:br>
              <a:rPr lang="en-US" sz="4100" b="0" i="0" dirty="0">
                <a:effectLst/>
                <a:latin typeface="urw-din"/>
              </a:rPr>
            </a:br>
            <a:endParaRPr lang="en-US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F17E3-BE21-453D-9203-40591E649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316" y="1307690"/>
            <a:ext cx="7364361" cy="4916130"/>
          </a:xfrm>
        </p:spPr>
        <p:txBody>
          <a:bodyPr>
            <a:normAutofit fontScale="92500"/>
          </a:bodyPr>
          <a:lstStyle/>
          <a:p>
            <a:pPr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 solution to P problems is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easy to find. </a:t>
            </a:r>
          </a:p>
          <a:p>
            <a:pPr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P is often a class of computational problems that are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solvable and tractable.</a:t>
            </a: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</a:p>
          <a:p>
            <a:pPr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Tractable means that the problems can be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solved in theory as well as in practice. </a:t>
            </a: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But the problems that can be solved in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theory but not in practice </a:t>
            </a: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are known as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intractable</a:t>
            </a: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This class contains many natural problems like:</a:t>
            </a:r>
          </a:p>
          <a:p>
            <a:pPr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Calculating the greatest common divisor.</a:t>
            </a:r>
            <a:endParaRPr lang="en-US" sz="2400" b="0" i="0" dirty="0"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1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Finding a maximum matching.</a:t>
            </a:r>
            <a:endParaRPr lang="en-US" sz="2400" b="0" i="0" dirty="0"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5" name="Picture 4" descr="Person writing on a board">
            <a:extLst>
              <a:ext uri="{FF2B5EF4-FFF2-40B4-BE49-F238E27FC236}">
                <a16:creationId xmlns:a16="http://schemas.microsoft.com/office/drawing/2014/main" id="{2B4FBD85-8922-44FB-BD4D-B6AD305877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031" r="495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47225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5" name="Picture 9221">
            <a:extLst>
              <a:ext uri="{FF2B5EF4-FFF2-40B4-BE49-F238E27FC236}">
                <a16:creationId xmlns:a16="http://schemas.microsoft.com/office/drawing/2014/main" id="{2E0699D2-70EA-4326-AC8B-C3561AA5FF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065862"/>
            <a:ext cx="3802625" cy="4726276"/>
          </a:xfrm>
        </p:spPr>
        <p:txBody>
          <a:bodyPr>
            <a:normAutofit/>
          </a:bodyPr>
          <a:lstStyle/>
          <a:p>
            <a:pPr algn="r"/>
            <a:r>
              <a:rPr lang="en-US" altLang="zh-CN" sz="4000" dirty="0">
                <a:solidFill>
                  <a:srgbClr val="FFFFFF"/>
                </a:solidFill>
                <a:ea typeface="SimSun" panose="02010600030101010101" pitchFamily="2" charset="-122"/>
              </a:rPr>
              <a:t>Sample Problems in P</a:t>
            </a:r>
          </a:p>
        </p:txBody>
      </p:sp>
      <p:graphicFrame>
        <p:nvGraphicFramePr>
          <p:cNvPr id="9226" name="Rectangle 3">
            <a:extLst>
              <a:ext uri="{FF2B5EF4-FFF2-40B4-BE49-F238E27FC236}">
                <a16:creationId xmlns:a16="http://schemas.microsoft.com/office/drawing/2014/main" id="{CFA2D2F9-2863-41E0-9287-B7C57A0742FC}"/>
              </a:ext>
            </a:extLst>
          </p:cNvPr>
          <p:cNvGraphicFramePr/>
          <p:nvPr/>
        </p:nvGraphicFramePr>
        <p:xfrm>
          <a:off x="5155379" y="1065862"/>
          <a:ext cx="5744685" cy="472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05639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A15F-1FB1-4030-9563-C4265580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" y="442931"/>
            <a:ext cx="3808268" cy="5504688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Class NP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56FF90-9507-4330-883E-E9A81100EE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491072"/>
              </p:ext>
            </p:extLst>
          </p:nvPr>
        </p:nvGraphicFramePr>
        <p:xfrm>
          <a:off x="4333010" y="265471"/>
          <a:ext cx="7780332" cy="5859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7358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4E48-8A1C-4B19-9735-F6A27383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sz="4100" b="1" i="0">
                <a:effectLst/>
                <a:latin typeface="urw-din"/>
              </a:rPr>
              <a:t>Features:</a:t>
            </a:r>
            <a:br>
              <a:rPr lang="en-US" sz="4100" b="0" i="0">
                <a:effectLst/>
                <a:latin typeface="urw-din"/>
              </a:rPr>
            </a:br>
            <a:endParaRPr lang="en-US" sz="410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B46A605-8D3B-493A-AB29-9D61F9ACA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934" y="2115118"/>
            <a:ext cx="6470986" cy="4108702"/>
          </a:xfrm>
        </p:spPr>
        <p:txBody>
          <a:bodyPr>
            <a:normAutofit/>
          </a:bodyPr>
          <a:lstStyle/>
          <a:p>
            <a:pPr algn="just" fontAlgn="base">
              <a:buFont typeface="+mj-lt"/>
              <a:buAutoNum type="arabicPeriod"/>
            </a:pP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 solutions of the NP class are hard to find since they are being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solved by a non-deterministic machine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, but the solutions are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easy to verify.</a:t>
            </a:r>
          </a:p>
          <a:p>
            <a:pPr algn="just" fontAlgn="base">
              <a:buFont typeface="+mj-lt"/>
              <a:buAutoNum type="arabicPeriod"/>
            </a:pP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Problems of NP can be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verified by a Turing machine in polynomial time</a:t>
            </a:r>
          </a:p>
          <a:p>
            <a:pPr algn="just" fontAlgn="base"/>
            <a:r>
              <a:rPr lang="en-US" dirty="0" err="1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Eg</a:t>
            </a:r>
            <a:r>
              <a:rPr lang="en-US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-</a:t>
            </a:r>
          </a:p>
          <a:p>
            <a:pPr algn="just" fontAlgn="base"/>
            <a:r>
              <a:rPr lang="en-US" sz="1800" b="1" i="0" dirty="0">
                <a:solidFill>
                  <a:srgbClr val="273239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Boolean Satisfiability Problem (SAT).</a:t>
            </a:r>
            <a:endParaRPr lang="en-US" sz="1800" b="0" i="0" dirty="0">
              <a:solidFill>
                <a:srgbClr val="273239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just" fontAlgn="base"/>
            <a:r>
              <a:rPr lang="en-US" sz="1800" b="1" i="0" dirty="0">
                <a:solidFill>
                  <a:srgbClr val="273239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Hamiltonian Path Problem.</a:t>
            </a:r>
            <a:endParaRPr lang="en-US" sz="1800" b="0" i="0" dirty="0">
              <a:solidFill>
                <a:srgbClr val="273239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just" fontAlgn="base"/>
            <a:r>
              <a:rPr lang="en-US" sz="1800" b="1" i="0" dirty="0">
                <a:solidFill>
                  <a:srgbClr val="273239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Graph coloring.</a:t>
            </a:r>
            <a:endParaRPr lang="en-US" sz="1800" b="0" i="0" dirty="0">
              <a:solidFill>
                <a:srgbClr val="273239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just" fontAlgn="base">
              <a:buFont typeface="+mj-lt"/>
              <a:buAutoNum type="arabicPeriod"/>
            </a:pPr>
            <a:endParaRPr lang="en-US" b="0" i="0" dirty="0">
              <a:solidFill>
                <a:srgbClr val="C00000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5" name="Picture 4" descr="A close-up of a robot&#10;&#10;Description automatically generated with low confidence">
            <a:extLst>
              <a:ext uri="{FF2B5EF4-FFF2-40B4-BE49-F238E27FC236}">
                <a16:creationId xmlns:a16="http://schemas.microsoft.com/office/drawing/2014/main" id="{D7384F6C-196D-4986-B1C3-B7746C3EA6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2" r="59367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92678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3F91361B-4112-4073-9573-E24E3B962E3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214026" y="629268"/>
            <a:ext cx="6337895" cy="5672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3200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Class-P versus Class - NP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9F033-1246-4A6D-8FB6-4A7D4D6DF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91" y="1374648"/>
            <a:ext cx="7246374" cy="410870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en-US" sz="2400" i="0" dirty="0">
                <a:solidFill>
                  <a:srgbClr val="0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Every decision problem that is solvable by a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deterministic polynomial time algorithm</a:t>
            </a:r>
            <a:r>
              <a:rPr lang="en-US" sz="2400" i="0" dirty="0">
                <a:solidFill>
                  <a:srgbClr val="0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is also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solvable by a polynomial time non-deterministic </a:t>
            </a:r>
            <a:r>
              <a:rPr lang="en-US" sz="2400" i="0" dirty="0">
                <a:solidFill>
                  <a:srgbClr val="0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algorithm.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b="1" dirty="0">
                <a:latin typeface="Aparajita" panose="02020603050405020304" pitchFamily="18" charset="0"/>
                <a:cs typeface="Aparajita" panose="02020603050405020304" pitchFamily="18" charset="0"/>
              </a:rPr>
              <a:t>P is the set of all decision problems solvable by deterministic algorithms in polynomial time.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b="1" dirty="0">
                <a:latin typeface="Aparajita" panose="02020603050405020304" pitchFamily="18" charset="0"/>
                <a:cs typeface="Aparajita" panose="02020603050405020304" pitchFamily="18" charset="0"/>
              </a:rPr>
              <a:t>NP is the set of  all decision problems </a:t>
            </a:r>
            <a:r>
              <a:rPr lang="en-US" altLang="en-US" sz="2400" b="1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solvable by nondeterministic  algorithms in polynomial </a:t>
            </a:r>
            <a:r>
              <a:rPr lang="en-US" altLang="en-US" sz="2400" b="1" dirty="0" err="1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time</a:t>
            </a:r>
            <a:r>
              <a:rPr lang="en-US" altLang="en-US" sz="2400" b="1" dirty="0" err="1">
                <a:latin typeface="Aparajita" panose="02020603050405020304" pitchFamily="18" charset="0"/>
                <a:cs typeface="Aparajita" panose="02020603050405020304" pitchFamily="18" charset="0"/>
              </a:rPr>
              <a:t>.or</a:t>
            </a:r>
            <a:r>
              <a:rPr lang="en-US" altLang="en-US" sz="2400" b="1" dirty="0">
                <a:latin typeface="Aparajita" panose="02020603050405020304" pitchFamily="18" charset="0"/>
                <a:cs typeface="Aparajita" panose="02020603050405020304" pitchFamily="18" charset="0"/>
              </a:rPr>
              <a:t> can be </a:t>
            </a:r>
            <a:r>
              <a:rPr lang="en-US" altLang="en-US" sz="2400" b="1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verified in polynomial time</a:t>
            </a:r>
            <a:r>
              <a:rPr lang="en-US" altLang="en-US" sz="2400" b="1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All problems in P can be solved with polynomial time algorithms, whereas all problems in </a:t>
            </a:r>
            <a:r>
              <a:rPr lang="en-US" sz="2400" i="1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NP </a:t>
            </a:r>
            <a:r>
              <a:rPr lang="en-US" sz="240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are intractable</a:t>
            </a:r>
            <a:endParaRPr lang="en-US" sz="24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6" name="Picture 5" descr="Question mark on green pastel background">
            <a:extLst>
              <a:ext uri="{FF2B5EF4-FFF2-40B4-BE49-F238E27FC236}">
                <a16:creationId xmlns:a16="http://schemas.microsoft.com/office/drawing/2014/main" id="{B1C1A992-8B84-40BA-97B4-EFA882E95B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648" r="4656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03626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63F1-7952-6B15-813B-CA18C8012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D0D64-4ECB-3A21-9868-DD3B01210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1" y="1901952"/>
            <a:ext cx="10766379" cy="387705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not known whether 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= NP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However, many problems are known in NP with the property that if they belong to P, then it can be proved that P = NP.</a:t>
            </a: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 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≠ NP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there are problems in NP that are neither in P nor in NP-Complete.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problem belongs to class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if it’s easy to find a solution for the problem. The problem belongs to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if it’s easy to check a solution that may have been very tedious to find.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E7B40-88DF-FFD1-F37B-7AC413EB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06F45-D43D-5100-26E6-4DF5BF04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999EB-D503-011E-30F7-78C857D4E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17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3105954" y="148542"/>
            <a:ext cx="6324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sz="2000" b="0" i="0" dirty="0">
                <a:effectLst/>
                <a:latin typeface="Arial" panose="020B0604020202020204" pitchFamily="34" charset="0"/>
              </a:rPr>
              <a:t>Class-P versus class - NP</a:t>
            </a:r>
          </a:p>
        </p:txBody>
      </p:sp>
      <p:sp>
        <p:nvSpPr>
          <p:cNvPr id="11269" name="Rectangle 7"/>
          <p:cNvSpPr>
            <a:spLocks noChangeArrowheads="1"/>
          </p:cNvSpPr>
          <p:nvPr/>
        </p:nvSpPr>
        <p:spPr bwMode="auto">
          <a:xfrm>
            <a:off x="704021" y="1262220"/>
            <a:ext cx="11252005" cy="1692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sz="2000" b="1" dirty="0"/>
          </a:p>
          <a:p>
            <a:pPr algn="just" eaLnBrk="1" hangingPunct="1">
              <a:lnSpc>
                <a:spcPct val="110000"/>
              </a:lnSpc>
            </a:pPr>
            <a:endParaRPr lang="en-US" altLang="en-US" sz="2000" b="1" dirty="0"/>
          </a:p>
          <a:p>
            <a:pPr algn="just" eaLnBrk="1" hangingPunct="1">
              <a:lnSpc>
                <a:spcPct val="110000"/>
              </a:lnSpc>
            </a:pPr>
            <a:r>
              <a:rPr lang="en-US" altLang="en-US" sz="2000" b="1" dirty="0"/>
              <a:t>Relationship : </a:t>
            </a:r>
          </a:p>
          <a:p>
            <a:pPr algn="just" eaLnBrk="1" hangingPunct="1">
              <a:lnSpc>
                <a:spcPct val="110000"/>
              </a:lnSpc>
            </a:pPr>
            <a:endParaRPr lang="en-US" altLang="en-US" sz="2000" b="1" dirty="0"/>
          </a:p>
          <a:p>
            <a:pPr algn="just" eaLnBrk="1" hangingPunct="1">
              <a:lnSpc>
                <a:spcPct val="110000"/>
              </a:lnSpc>
            </a:pPr>
            <a:r>
              <a:rPr lang="en-US" altLang="en-US" sz="2000" b="1" dirty="0"/>
              <a:t> P        NP</a:t>
            </a:r>
          </a:p>
        </p:txBody>
      </p:sp>
      <p:sp>
        <p:nvSpPr>
          <p:cNvPr id="11270" name="Oval 8"/>
          <p:cNvSpPr>
            <a:spLocks noChangeArrowheads="1"/>
          </p:cNvSpPr>
          <p:nvPr/>
        </p:nvSpPr>
        <p:spPr bwMode="auto">
          <a:xfrm>
            <a:off x="1764163" y="3564689"/>
            <a:ext cx="3154362" cy="2590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1271" name="Oval 9"/>
          <p:cNvSpPr>
            <a:spLocks noChangeArrowheads="1"/>
          </p:cNvSpPr>
          <p:nvPr/>
        </p:nvSpPr>
        <p:spPr bwMode="auto">
          <a:xfrm>
            <a:off x="2068651" y="4716753"/>
            <a:ext cx="1066800" cy="1066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1272" name="Text Box 10"/>
          <p:cNvSpPr txBox="1">
            <a:spLocks noChangeArrowheads="1"/>
          </p:cNvSpPr>
          <p:nvPr/>
        </p:nvSpPr>
        <p:spPr bwMode="auto">
          <a:xfrm>
            <a:off x="3737457" y="4340976"/>
            <a:ext cx="1150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latin typeface="Monotype Corsiva" panose="03010101010201010101" pitchFamily="66" charset="0"/>
              </a:rPr>
              <a:t>NP</a:t>
            </a:r>
            <a:endParaRPr lang="en-IN" altLang="en-US" sz="2800">
              <a:latin typeface="Monotype Corsiva" panose="03010101010201010101" pitchFamily="66" charset="0"/>
            </a:endParaRPr>
          </a:p>
        </p:txBody>
      </p:sp>
      <p:sp>
        <p:nvSpPr>
          <p:cNvPr id="11273" name="Text Box 11"/>
          <p:cNvSpPr txBox="1">
            <a:spLocks noChangeArrowheads="1"/>
          </p:cNvSpPr>
          <p:nvPr/>
        </p:nvSpPr>
        <p:spPr bwMode="auto">
          <a:xfrm>
            <a:off x="2190406" y="4990596"/>
            <a:ext cx="1150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Monotype Corsiva" panose="03010101010201010101" pitchFamily="66" charset="0"/>
              </a:rPr>
              <a:t>P</a:t>
            </a:r>
            <a:endParaRPr lang="en-IN" altLang="en-US" sz="2800" dirty="0">
              <a:latin typeface="Monotype Corsiva" panose="03010101010201010101" pitchFamily="66" charset="0"/>
            </a:endParaRPr>
          </a:p>
        </p:txBody>
      </p:sp>
      <p:sp>
        <p:nvSpPr>
          <p:cNvPr id="11274" name="Freeform 14"/>
          <p:cNvSpPr>
            <a:spLocks/>
          </p:cNvSpPr>
          <p:nvPr/>
        </p:nvSpPr>
        <p:spPr bwMode="auto">
          <a:xfrm>
            <a:off x="1147969" y="2669356"/>
            <a:ext cx="228600" cy="236077"/>
          </a:xfrm>
          <a:custGeom>
            <a:avLst/>
            <a:gdLst>
              <a:gd name="T0" fmla="*/ 524192500 w 208"/>
              <a:gd name="T1" fmla="*/ 40322500 h 128"/>
              <a:gd name="T2" fmla="*/ 161290000 w 208"/>
              <a:gd name="T3" fmla="*/ 40322500 h 128"/>
              <a:gd name="T4" fmla="*/ 40322500 w 208"/>
              <a:gd name="T5" fmla="*/ 282257500 h 128"/>
              <a:gd name="T6" fmla="*/ 403225000 w 208"/>
              <a:gd name="T7" fmla="*/ 282257500 h 1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8" h="128">
                <a:moveTo>
                  <a:pt x="208" y="16"/>
                </a:moveTo>
                <a:cubicBezTo>
                  <a:pt x="152" y="8"/>
                  <a:pt x="96" y="0"/>
                  <a:pt x="64" y="16"/>
                </a:cubicBezTo>
                <a:cubicBezTo>
                  <a:pt x="32" y="32"/>
                  <a:pt x="0" y="96"/>
                  <a:pt x="16" y="112"/>
                </a:cubicBezTo>
                <a:cubicBezTo>
                  <a:pt x="32" y="128"/>
                  <a:pt x="136" y="112"/>
                  <a:pt x="160" y="112"/>
                </a:cubicBezTo>
              </a:path>
            </a:pathLst>
          </a:custGeom>
          <a:noFill/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15"/>
          <p:cNvSpPr>
            <a:spLocks noChangeShapeType="1"/>
          </p:cNvSpPr>
          <p:nvPr/>
        </p:nvSpPr>
        <p:spPr bwMode="auto">
          <a:xfrm>
            <a:off x="1147969" y="2999335"/>
            <a:ext cx="228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0DFE7B-8050-4003-B7E1-544E2A22446C}"/>
              </a:ext>
            </a:extLst>
          </p:cNvPr>
          <p:cNvSpPr/>
          <p:nvPr/>
        </p:nvSpPr>
        <p:spPr>
          <a:xfrm>
            <a:off x="4640094" y="1262220"/>
            <a:ext cx="713446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000" b="1" dirty="0">
                <a:latin typeface="Aparajita" panose="02020603050405020304" pitchFamily="18" charset="0"/>
                <a:cs typeface="Aparajita" panose="02020603050405020304" pitchFamily="18" charset="0"/>
              </a:rPr>
              <a:t>The most famous </a:t>
            </a:r>
            <a:r>
              <a:rPr lang="en-US" altLang="en-US" sz="2000" b="1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unsolved problem</a:t>
            </a:r>
            <a:r>
              <a:rPr lang="en-US" altLang="en-US" sz="2000" b="1" dirty="0">
                <a:latin typeface="Aparajita" panose="02020603050405020304" pitchFamily="18" charset="0"/>
                <a:cs typeface="Aparajita" panose="02020603050405020304" pitchFamily="18" charset="0"/>
              </a:rPr>
              <a:t> in computer science is whether </a:t>
            </a:r>
            <a:r>
              <a:rPr lang="en-US" altLang="en-US" sz="2000" b="1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P= NP</a:t>
            </a:r>
            <a:r>
              <a:rPr lang="en-US" altLang="en-US" sz="2000" b="1" dirty="0">
                <a:latin typeface="Aparajita" panose="02020603050405020304" pitchFamily="18" charset="0"/>
                <a:cs typeface="Aparajita" panose="02020603050405020304" pitchFamily="18" charset="0"/>
              </a:rPr>
              <a:t>  or P ≠ NP</a:t>
            </a:r>
          </a:p>
          <a:p>
            <a:pPr>
              <a:lnSpc>
                <a:spcPct val="110000"/>
              </a:lnSpc>
            </a:pPr>
            <a:endParaRPr lang="en-US" altLang="en-US" sz="20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000" b="1" dirty="0">
                <a:latin typeface="Aparajita" panose="02020603050405020304" pitchFamily="18" charset="0"/>
                <a:cs typeface="Aparajita" panose="02020603050405020304" pitchFamily="18" charset="0"/>
              </a:rPr>
              <a:t>Here </a:t>
            </a:r>
            <a:r>
              <a:rPr lang="en-US" alt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it is assumed </a:t>
            </a:r>
            <a:r>
              <a:rPr lang="en-US" altLang="en-US" sz="2000" b="1" dirty="0">
                <a:latin typeface="Aparajita" panose="02020603050405020304" pitchFamily="18" charset="0"/>
                <a:cs typeface="Aparajita" panose="02020603050405020304" pitchFamily="18" charset="0"/>
              </a:rPr>
              <a:t>that P ≠ NP and P is considered as a subset of NP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D5CCE5-D372-4211-85B1-9B52EAF4D55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98829389"/>
              </p:ext>
            </p:extLst>
          </p:nvPr>
        </p:nvGraphicFramePr>
        <p:xfrm>
          <a:off x="2354499" y="1318098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 Box 5">
            <a:extLst>
              <a:ext uri="{FF2B5EF4-FFF2-40B4-BE49-F238E27FC236}">
                <a16:creationId xmlns:a16="http://schemas.microsoft.com/office/drawing/2014/main" id="{D0F241B9-D861-7A18-FD4F-99D49B0A3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639280"/>
            <a:ext cx="705954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C00000"/>
                </a:solidFill>
              </a:rPr>
              <a:t>Consider the following example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E65D05-9191-3C83-7CF3-532E2A67EEC3}"/>
              </a:ext>
            </a:extLst>
          </p:cNvPr>
          <p:cNvGrpSpPr/>
          <p:nvPr/>
        </p:nvGrpSpPr>
        <p:grpSpPr>
          <a:xfrm>
            <a:off x="580887" y="3491885"/>
            <a:ext cx="753120" cy="439920"/>
            <a:chOff x="580887" y="3491885"/>
            <a:chExt cx="75312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A564B8-3ED5-6064-6773-464C42A0669D}"/>
                    </a:ext>
                  </a:extLst>
                </p14:cNvPr>
                <p14:cNvContentPartPr/>
                <p14:nvPr/>
              </p14:nvContentPartPr>
              <p14:xfrm>
                <a:off x="580887" y="3491885"/>
                <a:ext cx="209880" cy="348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A564B8-3ED5-6064-6773-464C42A066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2247" y="3483245"/>
                  <a:ext cx="2275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53B51C4-8B4F-793E-3C0D-AC38174F489C}"/>
                    </a:ext>
                  </a:extLst>
                </p14:cNvPr>
                <p14:cNvContentPartPr/>
                <p14:nvPr/>
              </p14:nvContentPartPr>
              <p14:xfrm>
                <a:off x="972927" y="3665405"/>
                <a:ext cx="361080" cy="266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53B51C4-8B4F-793E-3C0D-AC38174F489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3927" y="3656765"/>
                  <a:ext cx="37872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EC5C72-6C37-1EAA-B182-7CADF1D35F22}"/>
              </a:ext>
            </a:extLst>
          </p:cNvPr>
          <p:cNvGrpSpPr/>
          <p:nvPr/>
        </p:nvGrpSpPr>
        <p:grpSpPr>
          <a:xfrm>
            <a:off x="660087" y="4961045"/>
            <a:ext cx="419760" cy="427320"/>
            <a:chOff x="660087" y="4961045"/>
            <a:chExt cx="41976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42A686-F237-77AB-0243-61FDD08C49D9}"/>
                    </a:ext>
                  </a:extLst>
                </p14:cNvPr>
                <p14:cNvContentPartPr/>
                <p14:nvPr/>
              </p14:nvContentPartPr>
              <p14:xfrm>
                <a:off x="660087" y="4961045"/>
                <a:ext cx="189000" cy="343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42A686-F237-77AB-0243-61FDD08C49D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1447" y="4952405"/>
                  <a:ext cx="2066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4386CE-0223-17B0-3191-E17F366004D4}"/>
                    </a:ext>
                  </a:extLst>
                </p14:cNvPr>
                <p14:cNvContentPartPr/>
                <p14:nvPr/>
              </p14:nvContentPartPr>
              <p14:xfrm>
                <a:off x="1079487" y="5116565"/>
                <a:ext cx="360" cy="271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4386CE-0223-17B0-3191-E17F366004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70487" y="5107565"/>
                  <a:ext cx="18000" cy="28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2693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2366963" y="1066801"/>
            <a:ext cx="8077200" cy="744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endParaRPr lang="en-US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en-US" sz="2000" b="1" dirty="0"/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2932045" y="639280"/>
            <a:ext cx="4816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C00000"/>
                </a:solidFill>
              </a:rPr>
              <a:t>Reducibility</a:t>
            </a:r>
          </a:p>
        </p:txBody>
      </p:sp>
      <p:sp>
        <p:nvSpPr>
          <p:cNvPr id="12292" name="Rectangle 6"/>
          <p:cNvSpPr>
            <a:spLocks noChangeArrowheads="1"/>
          </p:cNvSpPr>
          <p:nvPr/>
        </p:nvSpPr>
        <p:spPr bwMode="auto">
          <a:xfrm>
            <a:off x="622571" y="1821413"/>
            <a:ext cx="1070803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Definition : L1 and L2 be two problems. Problem L1 reduces to L2 </a:t>
            </a:r>
            <a:r>
              <a:rPr lang="en-US" altLang="en-US" sz="2800" dirty="0" err="1">
                <a:latin typeface="Aparajita" panose="02020603050405020304" pitchFamily="18" charset="0"/>
                <a:cs typeface="Aparajita" panose="02020603050405020304" pitchFamily="18" charset="0"/>
              </a:rPr>
              <a:t>iff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there is a way to solve L1 by a deterministic polynomial time algorithm using a deterministic algorithm that solves L2 in polynomial time.</a:t>
            </a:r>
          </a:p>
          <a:p>
            <a:pPr eaLnBrk="1" hangingPunct="1">
              <a:lnSpc>
                <a:spcPct val="110000"/>
              </a:lnSpc>
            </a:pPr>
            <a:endParaRPr lang="en-US" altLang="en-US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sz="2800" dirty="0" err="1">
                <a:latin typeface="Aparajita" panose="02020603050405020304" pitchFamily="18" charset="0"/>
                <a:cs typeface="Aparajita" panose="02020603050405020304" pitchFamily="18" charset="0"/>
              </a:rPr>
              <a:t>Denotted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by L1&lt; </a:t>
            </a:r>
            <a:r>
              <a:rPr lang="en-US" altLang="en-US" sz="2800" baseline="-25000" dirty="0">
                <a:latin typeface="Aparajita" panose="02020603050405020304" pitchFamily="18" charset="0"/>
                <a:cs typeface="Aparajita" panose="02020603050405020304" pitchFamily="18" charset="0"/>
              </a:rPr>
              <a:t>p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n-US" altLang="en-US" sz="1600" dirty="0">
                <a:latin typeface="Aparajita" panose="02020603050405020304" pitchFamily="18" charset="0"/>
                <a:cs typeface="Aparajita" panose="02020603050405020304" pitchFamily="18" charset="0"/>
              </a:rPr>
              <a:t>  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L2  or  L1 </a:t>
            </a:r>
            <a:r>
              <a:rPr lang="el-GR" altLang="en-US" sz="2800" dirty="0">
                <a:cs typeface="Aparajita" panose="02020603050405020304" pitchFamily="18" charset="0"/>
              </a:rPr>
              <a:t>α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L2 </a:t>
            </a:r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>
            <a:off x="4015409" y="4840435"/>
            <a:ext cx="228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698090" y="983226"/>
            <a:ext cx="9678441" cy="25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dirty="0"/>
              <a:t>The above definition implies that if we have a polynomial time algorithm for L2 , then we can solve L1 in polynomial time 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dirty="0"/>
              <a:t>The notation is   “</a:t>
            </a:r>
            <a:r>
              <a:rPr lang="el-GR" altLang="en-US" dirty="0">
                <a:cs typeface="Times New Roman" panose="02020603050405020304" pitchFamily="18" charset="0"/>
              </a:rPr>
              <a:t>α</a:t>
            </a:r>
            <a:r>
              <a:rPr lang="en-US" altLang="en-US" dirty="0">
                <a:cs typeface="Times New Roman" panose="02020603050405020304" pitchFamily="18" charset="0"/>
              </a:rPr>
              <a:t>” </a:t>
            </a:r>
            <a:r>
              <a:rPr lang="en-US" altLang="en-US" dirty="0" err="1">
                <a:cs typeface="Times New Roman" panose="02020603050405020304" pitchFamily="18" charset="0"/>
              </a:rPr>
              <a:t>ie</a:t>
            </a:r>
            <a:r>
              <a:rPr lang="en-US" altLang="en-US" dirty="0">
                <a:cs typeface="Times New Roman" panose="02020603050405020304" pitchFamily="18" charset="0"/>
              </a:rPr>
              <a:t> L1 </a:t>
            </a:r>
            <a:r>
              <a:rPr lang="el-GR" altLang="en-US" dirty="0"/>
              <a:t>α</a:t>
            </a:r>
            <a:r>
              <a:rPr lang="en-US" altLang="en-US" dirty="0"/>
              <a:t> L2 means L1 reduces to L2.</a:t>
            </a:r>
          </a:p>
          <a:p>
            <a:pPr eaLnBrk="1" hangingPunct="1">
              <a:lnSpc>
                <a:spcPct val="110000"/>
              </a:lnSpc>
            </a:pPr>
            <a:endParaRPr lang="en-US" altLang="en-US" dirty="0"/>
          </a:p>
          <a:p>
            <a:pPr eaLnBrk="1" hangingPunct="1">
              <a:lnSpc>
                <a:spcPct val="110000"/>
              </a:lnSpc>
            </a:pPr>
            <a:r>
              <a:rPr lang="en-US" altLang="en-US" dirty="0"/>
              <a:t>“</a:t>
            </a:r>
            <a:r>
              <a:rPr lang="el-GR" altLang="en-US" dirty="0"/>
              <a:t>α</a:t>
            </a:r>
            <a:r>
              <a:rPr lang="en-US" altLang="en-US" dirty="0"/>
              <a:t>” is a transitive relation  ( </a:t>
            </a:r>
            <a:r>
              <a:rPr lang="en-US" altLang="en-US" dirty="0" err="1"/>
              <a:t>ie</a:t>
            </a:r>
            <a:r>
              <a:rPr lang="en-US" altLang="en-US" dirty="0"/>
              <a:t> L1 </a:t>
            </a:r>
            <a:r>
              <a:rPr lang="el-GR" altLang="en-US" dirty="0"/>
              <a:t>α</a:t>
            </a:r>
            <a:r>
              <a:rPr lang="en-US" altLang="en-US" dirty="0"/>
              <a:t> L2  and L2 </a:t>
            </a:r>
            <a:r>
              <a:rPr lang="el-GR" altLang="en-US" dirty="0"/>
              <a:t>α</a:t>
            </a:r>
            <a:r>
              <a:rPr lang="en-US" altLang="en-US" dirty="0"/>
              <a:t> L3, then       L1 </a:t>
            </a:r>
            <a:r>
              <a:rPr lang="el-GR" altLang="en-US" dirty="0"/>
              <a:t>α</a:t>
            </a:r>
            <a:r>
              <a:rPr lang="en-US" altLang="en-US" dirty="0"/>
              <a:t> L3 ).</a:t>
            </a:r>
          </a:p>
          <a:p>
            <a:pPr eaLnBrk="1" hangingPunct="1">
              <a:lnSpc>
                <a:spcPct val="11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A41F-DE90-470D-B24F-D73391FBF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11224099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NP hard &amp; NP Complete(NPC) problems</a:t>
            </a:r>
          </a:p>
        </p:txBody>
      </p:sp>
    </p:spTree>
    <p:extLst>
      <p:ext uri="{BB962C8B-B14F-4D97-AF65-F5344CB8AC3E}">
        <p14:creationId xmlns:p14="http://schemas.microsoft.com/office/powerpoint/2010/main" val="260666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DCF71CAB-CBC0-AE41-94C1-A079C042B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72" y="704088"/>
            <a:ext cx="10515600" cy="6766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100" kern="1200">
                <a:latin typeface="+mj-lt"/>
                <a:ea typeface="+mj-ea"/>
                <a:cs typeface="+mj-cs"/>
              </a:rPr>
              <a:t>Definition for NP-Hard and NP Complete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D07069F-E785-229C-F7EF-40A9C78A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22A9833-4444-B4A8-66DB-49405F06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04E48B6-3CD9-13C8-1A9C-5E1A1247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05E03D8E-DA99-459E-82F0-3F4E7C34E4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9154328"/>
              </p:ext>
            </p:extLst>
          </p:nvPr>
        </p:nvGraphicFramePr>
        <p:xfrm>
          <a:off x="576072" y="1901952"/>
          <a:ext cx="11232470" cy="3877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0217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635" y="1250575"/>
            <a:ext cx="4604274" cy="416321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8000" kern="1200" dirty="0">
                <a:latin typeface="+mj-lt"/>
                <a:ea typeface="+mj-ea"/>
                <a:cs typeface="+mj-cs"/>
              </a:rPr>
              <a:t>NP Complete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687BE-7B47-6A4F-A8D8-8F0EAD3088C9}"/>
              </a:ext>
            </a:extLst>
          </p:cNvPr>
          <p:cNvSpPr txBox="1"/>
          <p:nvPr/>
        </p:nvSpPr>
        <p:spPr>
          <a:xfrm>
            <a:off x="6471456" y="1250575"/>
            <a:ext cx="4797909" cy="5023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en-US" sz="2400" b="1" dirty="0"/>
              <a:t>A problem L is NP- Complete </a:t>
            </a:r>
            <a:r>
              <a:rPr lang="en-US" altLang="en-US" sz="2400" b="1" dirty="0" err="1"/>
              <a:t>iff</a:t>
            </a:r>
            <a:endParaRPr lang="en-US" altLang="en-US" sz="24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400" b="1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/>
              <a:t>L is  NP- Hard  and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/>
              <a:t> L є NP.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06999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val 4"/>
          <p:cNvSpPr>
            <a:spLocks noChangeArrowheads="1"/>
          </p:cNvSpPr>
          <p:nvPr/>
        </p:nvSpPr>
        <p:spPr bwMode="auto">
          <a:xfrm>
            <a:off x="3643313" y="2354263"/>
            <a:ext cx="2952750" cy="27368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39" name="Oval 5"/>
          <p:cNvSpPr>
            <a:spLocks noChangeArrowheads="1"/>
          </p:cNvSpPr>
          <p:nvPr/>
        </p:nvSpPr>
        <p:spPr bwMode="auto">
          <a:xfrm>
            <a:off x="4003676" y="3074989"/>
            <a:ext cx="1368425" cy="1150937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40" name="Oval 6"/>
          <p:cNvSpPr>
            <a:spLocks noChangeArrowheads="1"/>
          </p:cNvSpPr>
          <p:nvPr/>
        </p:nvSpPr>
        <p:spPr bwMode="auto">
          <a:xfrm>
            <a:off x="5514975" y="3001963"/>
            <a:ext cx="3384550" cy="30972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41" name="Line 7"/>
          <p:cNvSpPr>
            <a:spLocks noChangeShapeType="1"/>
          </p:cNvSpPr>
          <p:nvPr/>
        </p:nvSpPr>
        <p:spPr bwMode="auto">
          <a:xfrm flipV="1">
            <a:off x="5588001" y="4659313"/>
            <a:ext cx="64611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Line 8"/>
          <p:cNvSpPr>
            <a:spLocks noChangeShapeType="1"/>
          </p:cNvSpPr>
          <p:nvPr/>
        </p:nvSpPr>
        <p:spPr bwMode="auto">
          <a:xfrm flipV="1">
            <a:off x="5514976" y="4370389"/>
            <a:ext cx="936625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9"/>
          <p:cNvSpPr>
            <a:spLocks noChangeShapeType="1"/>
          </p:cNvSpPr>
          <p:nvPr/>
        </p:nvSpPr>
        <p:spPr bwMode="auto">
          <a:xfrm flipV="1">
            <a:off x="5514975" y="4010025"/>
            <a:ext cx="108108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Line 10"/>
          <p:cNvSpPr>
            <a:spLocks noChangeShapeType="1"/>
          </p:cNvSpPr>
          <p:nvPr/>
        </p:nvSpPr>
        <p:spPr bwMode="auto">
          <a:xfrm flipV="1">
            <a:off x="5588001" y="3722688"/>
            <a:ext cx="10080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Line 11"/>
          <p:cNvSpPr>
            <a:spLocks noChangeShapeType="1"/>
          </p:cNvSpPr>
          <p:nvPr/>
        </p:nvSpPr>
        <p:spPr bwMode="auto">
          <a:xfrm flipV="1">
            <a:off x="5730875" y="3506789"/>
            <a:ext cx="865188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6" name="Line 12"/>
          <p:cNvSpPr>
            <a:spLocks noChangeShapeType="1"/>
          </p:cNvSpPr>
          <p:nvPr/>
        </p:nvSpPr>
        <p:spPr bwMode="auto">
          <a:xfrm flipV="1">
            <a:off x="5946776" y="3290888"/>
            <a:ext cx="5762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Text Box 13"/>
          <p:cNvSpPr txBox="1">
            <a:spLocks noChangeArrowheads="1"/>
          </p:cNvSpPr>
          <p:nvPr/>
        </p:nvSpPr>
        <p:spPr bwMode="auto">
          <a:xfrm>
            <a:off x="4435475" y="3290888"/>
            <a:ext cx="719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P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348" name="Text Box 14"/>
          <p:cNvSpPr txBox="1">
            <a:spLocks noChangeArrowheads="1"/>
          </p:cNvSpPr>
          <p:nvPr/>
        </p:nvSpPr>
        <p:spPr bwMode="auto">
          <a:xfrm>
            <a:off x="6019800" y="2209801"/>
            <a:ext cx="719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NP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349" name="Line 15"/>
          <p:cNvSpPr>
            <a:spLocks noChangeShapeType="1"/>
          </p:cNvSpPr>
          <p:nvPr/>
        </p:nvSpPr>
        <p:spPr bwMode="auto">
          <a:xfrm flipH="1">
            <a:off x="5730876" y="2498725"/>
            <a:ext cx="3603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0" name="Line 16"/>
          <p:cNvSpPr>
            <a:spLocks noChangeShapeType="1"/>
          </p:cNvSpPr>
          <p:nvPr/>
        </p:nvSpPr>
        <p:spPr bwMode="auto">
          <a:xfrm flipV="1">
            <a:off x="4506913" y="4586288"/>
            <a:ext cx="1439862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1" name="Text Box 17"/>
          <p:cNvSpPr txBox="1">
            <a:spLocks noChangeArrowheads="1"/>
          </p:cNvSpPr>
          <p:nvPr/>
        </p:nvSpPr>
        <p:spPr bwMode="auto">
          <a:xfrm>
            <a:off x="3067050" y="5594351"/>
            <a:ext cx="151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NP-complete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352" name="Line 18"/>
          <p:cNvSpPr>
            <a:spLocks noChangeShapeType="1"/>
          </p:cNvSpPr>
          <p:nvPr/>
        </p:nvSpPr>
        <p:spPr bwMode="auto">
          <a:xfrm flipH="1">
            <a:off x="7891463" y="3001964"/>
            <a:ext cx="792162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Text Box 19"/>
          <p:cNvSpPr txBox="1">
            <a:spLocks noChangeArrowheads="1"/>
          </p:cNvSpPr>
          <p:nvPr/>
        </p:nvSpPr>
        <p:spPr bwMode="auto">
          <a:xfrm>
            <a:off x="8534400" y="2667001"/>
            <a:ext cx="1366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NP-hard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354" name="Text Box 20"/>
          <p:cNvSpPr txBox="1">
            <a:spLocks noChangeArrowheads="1"/>
          </p:cNvSpPr>
          <p:nvPr/>
        </p:nvSpPr>
        <p:spPr bwMode="auto">
          <a:xfrm>
            <a:off x="1447287" y="187278"/>
            <a:ext cx="6781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1"/>
                </a:solidFill>
              </a:rPr>
              <a:t>Commonly believed relationship among P, NP,</a:t>
            </a:r>
          </a:p>
          <a:p>
            <a:pPr eaLnBrk="1" hangingPunct="1"/>
            <a:r>
              <a:rPr lang="en-US" altLang="en-US">
                <a:solidFill>
                  <a:schemeClr val="accent1"/>
                </a:solidFill>
              </a:rPr>
              <a:t> NP- Complete and NP- Hard problems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365F6D0-EF4E-D03E-3E67-29ADF49DC211}"/>
              </a:ext>
            </a:extLst>
          </p:cNvPr>
          <p:cNvGrpSpPr/>
          <p:nvPr/>
        </p:nvGrpSpPr>
        <p:grpSpPr>
          <a:xfrm>
            <a:off x="4766607" y="2537885"/>
            <a:ext cx="379440" cy="454680"/>
            <a:chOff x="4766607" y="2537885"/>
            <a:chExt cx="37944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C7D52DC-BAA6-F045-2485-10DD51FA3257}"/>
                    </a:ext>
                  </a:extLst>
                </p14:cNvPr>
                <p14:cNvContentPartPr/>
                <p14:nvPr/>
              </p14:nvContentPartPr>
              <p14:xfrm>
                <a:off x="4766607" y="2537885"/>
                <a:ext cx="38520" cy="39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C7D52DC-BAA6-F045-2485-10DD51FA325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57607" y="2528885"/>
                  <a:ext cx="561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0044D17-52DA-AE4A-A16C-B01735CC6F9D}"/>
                    </a:ext>
                  </a:extLst>
                </p14:cNvPr>
                <p14:cNvContentPartPr/>
                <p14:nvPr/>
              </p14:nvContentPartPr>
              <p14:xfrm>
                <a:off x="4879287" y="2597285"/>
                <a:ext cx="172080" cy="266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0044D17-52DA-AE4A-A16C-B01735CC6F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70647" y="2588285"/>
                  <a:ext cx="1897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E61FD4-E30D-3353-69AC-E796985B59C4}"/>
                    </a:ext>
                  </a:extLst>
                </p14:cNvPr>
                <p14:cNvContentPartPr/>
                <p14:nvPr/>
              </p14:nvContentPartPr>
              <p14:xfrm>
                <a:off x="5145687" y="2772245"/>
                <a:ext cx="360" cy="220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E61FD4-E30D-3353-69AC-E796985B59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37047" y="2763245"/>
                  <a:ext cx="1800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23B9452-57D6-4756-4E46-72BB666AAF02}"/>
                  </a:ext>
                </a:extLst>
              </p14:cNvPr>
              <p14:cNvContentPartPr/>
              <p14:nvPr/>
            </p14:nvContentPartPr>
            <p14:xfrm>
              <a:off x="7966287" y="4525085"/>
              <a:ext cx="30600" cy="47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23B9452-57D6-4756-4E46-72BB666AAF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57647" y="4516445"/>
                <a:ext cx="4824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830EE3D-7718-1EDB-83FF-92A99952E42E}"/>
              </a:ext>
            </a:extLst>
          </p:cNvPr>
          <p:cNvGrpSpPr/>
          <p:nvPr/>
        </p:nvGrpSpPr>
        <p:grpSpPr>
          <a:xfrm>
            <a:off x="7898607" y="4844405"/>
            <a:ext cx="156240" cy="232560"/>
            <a:chOff x="7898607" y="4844405"/>
            <a:chExt cx="156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9E739EB-6BF1-A737-F778-D8568ABDB607}"/>
                    </a:ext>
                  </a:extLst>
                </p14:cNvPr>
                <p14:cNvContentPartPr/>
                <p14:nvPr/>
              </p14:nvContentPartPr>
              <p14:xfrm>
                <a:off x="7898607" y="4844405"/>
                <a:ext cx="360" cy="185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9E739EB-6BF1-A737-F778-D8568ABDB6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89607" y="4835765"/>
                  <a:ext cx="180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E08A795-525C-6D74-8484-43722E57E569}"/>
                    </a:ext>
                  </a:extLst>
                </p14:cNvPr>
                <p14:cNvContentPartPr/>
                <p14:nvPr/>
              </p14:nvContentPartPr>
              <p14:xfrm>
                <a:off x="8054487" y="4873205"/>
                <a:ext cx="360" cy="203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E08A795-525C-6D74-8484-43722E57E5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45487" y="4864565"/>
                  <a:ext cx="18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B23D59A-3327-3B13-07DE-DEA6A8F20139}"/>
                    </a:ext>
                  </a:extLst>
                </p14:cNvPr>
                <p14:cNvContentPartPr/>
                <p14:nvPr/>
              </p14:nvContentPartPr>
              <p14:xfrm>
                <a:off x="7898607" y="4931885"/>
                <a:ext cx="143640" cy="40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B23D59A-3327-3B13-07DE-DEA6A8F201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89607" y="4922885"/>
                  <a:ext cx="16128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69EFE84-1062-8B60-E38B-A1918C4A76FC}"/>
                  </a:ext>
                </a:extLst>
              </p14:cNvPr>
              <p14:cNvContentPartPr/>
              <p14:nvPr/>
            </p14:nvContentPartPr>
            <p14:xfrm>
              <a:off x="8861967" y="3015245"/>
              <a:ext cx="642600" cy="104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69EFE84-1062-8B60-E38B-A1918C4A76F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852967" y="3006605"/>
                <a:ext cx="660240" cy="2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198" y="1405306"/>
            <a:ext cx="11430002" cy="732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25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If want to prove that a problem  L is NP complete  , we need to prove</a:t>
            </a:r>
          </a:p>
          <a:p>
            <a:pPr eaLnBrk="1" hangingPunct="1">
              <a:lnSpc>
                <a:spcPct val="25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1) L is    NP</a:t>
            </a:r>
          </a:p>
          <a:p>
            <a:pPr eaLnBrk="1" hangingPunct="1">
              <a:lnSpc>
                <a:spcPct val="25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2) L is NP hard  - that is </a:t>
            </a:r>
            <a:r>
              <a:rPr lang="en-US" dirty="0">
                <a:solidFill>
                  <a:srgbClr val="222222"/>
                </a:solidFill>
                <a:cs typeface="Times New Roman" panose="02020603050405020304" pitchFamily="18" charset="0"/>
              </a:rPr>
              <a:t>a problem </a:t>
            </a:r>
            <a:r>
              <a:rPr lang="en-US" i="1" dirty="0">
                <a:solidFill>
                  <a:srgbClr val="222222"/>
                </a:solidFill>
                <a:cs typeface="Times New Roman" panose="02020603050405020304" pitchFamily="18" charset="0"/>
              </a:rPr>
              <a:t>L</a:t>
            </a:r>
            <a:r>
              <a:rPr lang="en-US" dirty="0">
                <a:solidFill>
                  <a:srgbClr val="222222"/>
                </a:solidFill>
                <a:cs typeface="Times New Roman" panose="02020603050405020304" pitchFamily="18" charset="0"/>
              </a:rPr>
              <a:t> is NP-hard when every problem </a:t>
            </a:r>
            <a:r>
              <a:rPr lang="en-US" i="1" dirty="0">
                <a:solidFill>
                  <a:srgbClr val="222222"/>
                </a:solidFill>
                <a:cs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222222"/>
                </a:solidFill>
                <a:cs typeface="Times New Roman" panose="02020603050405020304" pitchFamily="18" charset="0"/>
              </a:rPr>
              <a:t> in </a:t>
            </a:r>
            <a:r>
              <a:rPr lang="en-US" dirty="0">
                <a:solidFill>
                  <a:srgbClr val="5A3696"/>
                </a:solidFill>
                <a:cs typeface="Times New Roman" panose="02020603050405020304" pitchFamily="18" charset="0"/>
                <a:hlinkClick r:id="rId2" tooltip="NP (complexity)"/>
              </a:rPr>
              <a:t>NP</a:t>
            </a:r>
            <a:r>
              <a:rPr lang="en-US" dirty="0">
                <a:solidFill>
                  <a:srgbClr val="222222"/>
                </a:solidFill>
                <a:cs typeface="Times New Roman" panose="02020603050405020304" pitchFamily="18" charset="0"/>
              </a:rPr>
              <a:t> can be </a:t>
            </a:r>
            <a:r>
              <a:rPr lang="en-US" dirty="0">
                <a:solidFill>
                  <a:srgbClr val="5A3696"/>
                </a:solidFill>
                <a:cs typeface="Times New Roman" panose="02020603050405020304" pitchFamily="18" charset="0"/>
                <a:hlinkClick r:id="rId3" tooltip="Reduction (complexity)"/>
              </a:rPr>
              <a:t>reduced</a:t>
            </a:r>
            <a:r>
              <a:rPr lang="en-US" dirty="0">
                <a:solidFill>
                  <a:srgbClr val="222222"/>
                </a:solidFill>
                <a:cs typeface="Times New Roman" panose="02020603050405020304" pitchFamily="18" charset="0"/>
              </a:rPr>
              <a:t> in </a:t>
            </a:r>
            <a:r>
              <a:rPr lang="en-US" dirty="0">
                <a:solidFill>
                  <a:srgbClr val="5A3696"/>
                </a:solidFill>
                <a:cs typeface="Times New Roman" panose="02020603050405020304" pitchFamily="18" charset="0"/>
                <a:hlinkClick r:id="rId4" tooltip="Polynomial time"/>
              </a:rPr>
              <a:t>polynomial time</a:t>
            </a:r>
            <a:r>
              <a:rPr lang="en-US" dirty="0">
                <a:solidFill>
                  <a:srgbClr val="222222"/>
                </a:solidFill>
                <a:cs typeface="Times New Roman" panose="02020603050405020304" pitchFamily="18" charset="0"/>
              </a:rPr>
              <a:t> to </a:t>
            </a:r>
            <a:r>
              <a:rPr lang="en-US" i="1" dirty="0">
                <a:solidFill>
                  <a:srgbClr val="222222"/>
                </a:solidFill>
                <a:cs typeface="Times New Roman" panose="02020603050405020304" pitchFamily="18" charset="0"/>
              </a:rPr>
              <a:t>L</a:t>
            </a:r>
          </a:p>
          <a:p>
            <a:pPr eaLnBrk="1" hangingPunct="1">
              <a:lnSpc>
                <a:spcPct val="250000"/>
              </a:lnSpc>
            </a:pPr>
            <a:r>
              <a:rPr lang="en-US" altLang="en-US" b="1" dirty="0">
                <a:cs typeface="Times New Roman" panose="02020603050405020304" pitchFamily="18" charset="0"/>
              </a:rPr>
              <a:t>H  &lt;  </a:t>
            </a:r>
            <a:r>
              <a:rPr lang="en-US" altLang="en-US" sz="1400" b="1" dirty="0">
                <a:cs typeface="Times New Roman" panose="02020603050405020304" pitchFamily="18" charset="0"/>
              </a:rPr>
              <a:t>P   </a:t>
            </a:r>
            <a:r>
              <a:rPr lang="en-US" altLang="en-US" b="1" dirty="0">
                <a:cs typeface="Times New Roman" panose="02020603050405020304" pitchFamily="18" charset="0"/>
              </a:rPr>
              <a:t>L </a:t>
            </a:r>
          </a:p>
          <a:p>
            <a:pPr eaLnBrk="1" hangingPunct="1">
              <a:lnSpc>
                <a:spcPct val="25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25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250000"/>
              </a:lnSpc>
            </a:pPr>
            <a:endParaRPr lang="en-IN" altLang="en-US" dirty="0">
              <a:cs typeface="Times New Roman" panose="02020603050405020304" pitchFamily="18" charset="0"/>
            </a:endParaRPr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>
            <a:off x="2895600" y="5181600"/>
            <a:ext cx="228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43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"/>
          <p:cNvSpPr txBox="1">
            <a:spLocks noChangeArrowheads="1"/>
          </p:cNvSpPr>
          <p:nvPr/>
        </p:nvSpPr>
        <p:spPr bwMode="auto">
          <a:xfrm>
            <a:off x="525294" y="1025524"/>
            <a:ext cx="9685506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dirty="0"/>
              <a:t>A problem that is </a:t>
            </a:r>
            <a:r>
              <a:rPr lang="en-IN" altLang="en-US" dirty="0">
                <a:solidFill>
                  <a:srgbClr val="FF0000"/>
                </a:solidFill>
              </a:rPr>
              <a:t>NP complete </a:t>
            </a:r>
            <a:r>
              <a:rPr lang="en-IN" altLang="en-US" dirty="0"/>
              <a:t>has the property that it can be solved in polynomial time. </a:t>
            </a:r>
            <a:r>
              <a:rPr lang="en-IN" altLang="en-US" dirty="0" err="1">
                <a:solidFill>
                  <a:srgbClr val="FF0000"/>
                </a:solidFill>
              </a:rPr>
              <a:t>Iff</a:t>
            </a:r>
            <a:r>
              <a:rPr lang="en-IN" altLang="en-US" dirty="0">
                <a:solidFill>
                  <a:srgbClr val="FF0000"/>
                </a:solidFill>
              </a:rPr>
              <a:t> all other NP –complete problems can also solved in polynomial time</a:t>
            </a:r>
            <a:r>
              <a:rPr lang="en-IN" altLang="en-US" dirty="0"/>
              <a:t>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IN" alt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dirty="0"/>
              <a:t>If an NP-hard problem can be solved in polynomial time , then all NP complete problems can be solved in polynomial time.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IN" alt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dirty="0"/>
              <a:t>All </a:t>
            </a:r>
            <a:r>
              <a:rPr lang="en-IN" altLang="en-US" dirty="0">
                <a:solidFill>
                  <a:srgbClr val="FF0000"/>
                </a:solidFill>
              </a:rPr>
              <a:t>NP-complete problems are NP-Hard</a:t>
            </a:r>
            <a:r>
              <a:rPr lang="en-IN" altLang="en-US" dirty="0"/>
              <a:t>, but </a:t>
            </a:r>
            <a:r>
              <a:rPr lang="en-IN" altLang="en-US" dirty="0">
                <a:solidFill>
                  <a:srgbClr val="FF0000"/>
                </a:solidFill>
              </a:rPr>
              <a:t>some NP-Hard problems are not known to be NP-Complete</a:t>
            </a:r>
            <a:r>
              <a:rPr lang="en-IN" alt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705A11-4F1E-45CC-836C-6BBFC9BF3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1896" y="1271675"/>
            <a:ext cx="550544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Clique problem</a:t>
            </a:r>
            <a:b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50598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425DC9-3287-4313-AE0D-70B7D3B76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77" y="467976"/>
            <a:ext cx="10515600" cy="1325563"/>
          </a:xfrm>
        </p:spPr>
        <p:txBody>
          <a:bodyPr/>
          <a:lstStyle/>
          <a:p>
            <a:r>
              <a:rPr lang="en-US" dirty="0"/>
              <a:t>What is a complete graph?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CACA4-7B22-4A20-B257-94D6DAA3E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683" y="4959575"/>
            <a:ext cx="10515600" cy="4351338"/>
          </a:xfrm>
        </p:spPr>
        <p:txBody>
          <a:bodyPr/>
          <a:lstStyle/>
          <a:p>
            <a:r>
              <a:rPr lang="en-US" dirty="0"/>
              <a:t>These are examples of complete graph- </a:t>
            </a:r>
          </a:p>
          <a:p>
            <a:r>
              <a:rPr lang="en-US" dirty="0"/>
              <a:t>in every graph there is an edge connecting to all other vertices.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2177DD-A625-4BEA-832A-7929FBAD2B8E}"/>
              </a:ext>
            </a:extLst>
          </p:cNvPr>
          <p:cNvSpPr/>
          <p:nvPr/>
        </p:nvSpPr>
        <p:spPr>
          <a:xfrm>
            <a:off x="1086465" y="2532184"/>
            <a:ext cx="589936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A2F433-09B6-466D-A883-BC584802B3E5}"/>
              </a:ext>
            </a:extLst>
          </p:cNvPr>
          <p:cNvSpPr/>
          <p:nvPr/>
        </p:nvSpPr>
        <p:spPr>
          <a:xfrm>
            <a:off x="3259393" y="3988075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>
                <a:solidFill>
                  <a:srgbClr val="FF0000"/>
                </a:solidFill>
              </a:rPr>
              <a:t>3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919714-A51D-4F24-AFC9-DEDBF911DC27}"/>
              </a:ext>
            </a:extLst>
          </p:cNvPr>
          <p:cNvSpPr/>
          <p:nvPr/>
        </p:nvSpPr>
        <p:spPr>
          <a:xfrm>
            <a:off x="3126657" y="253218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FE41C3-7D48-4FC9-A4B3-474A044EBE4C}"/>
              </a:ext>
            </a:extLst>
          </p:cNvPr>
          <p:cNvSpPr/>
          <p:nvPr/>
        </p:nvSpPr>
        <p:spPr>
          <a:xfrm>
            <a:off x="4978810" y="336981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79DF85-F3F7-419B-A733-DED9ADAE7FFC}"/>
              </a:ext>
            </a:extLst>
          </p:cNvPr>
          <p:cNvSpPr/>
          <p:nvPr/>
        </p:nvSpPr>
        <p:spPr>
          <a:xfrm>
            <a:off x="6486833" y="3369815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F9616-D526-4A86-B896-20E959ACE6B5}"/>
              </a:ext>
            </a:extLst>
          </p:cNvPr>
          <p:cNvSpPr/>
          <p:nvPr/>
        </p:nvSpPr>
        <p:spPr>
          <a:xfrm>
            <a:off x="5653548" y="2180260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2499C4-670A-4727-9345-9D57602F7065}"/>
              </a:ext>
            </a:extLst>
          </p:cNvPr>
          <p:cNvSpPr/>
          <p:nvPr/>
        </p:nvSpPr>
        <p:spPr>
          <a:xfrm>
            <a:off x="8150942" y="289824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1CA9F4-BC18-4A27-909C-17473FECB8FF}"/>
              </a:ext>
            </a:extLst>
          </p:cNvPr>
          <p:cNvSpPr/>
          <p:nvPr/>
        </p:nvSpPr>
        <p:spPr>
          <a:xfrm>
            <a:off x="10078065" y="2912995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>
                <a:solidFill>
                  <a:srgbClr val="FF0000"/>
                </a:solidFill>
              </a:rPr>
              <a:t>2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137F67-F8CB-4C08-875A-03E608E09486}"/>
              </a:ext>
            </a:extLst>
          </p:cNvPr>
          <p:cNvSpPr/>
          <p:nvPr/>
        </p:nvSpPr>
        <p:spPr>
          <a:xfrm>
            <a:off x="1086464" y="400129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8082A6-E316-47D3-A826-92850A98A8A0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1676401" y="2760595"/>
            <a:ext cx="1450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AB08A4-DF4F-48F0-8676-0ED94CF2BA58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573161" y="2930387"/>
            <a:ext cx="1772626" cy="1124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A4D3B0-F606-465E-873D-AF839D9E1610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1590005" y="2912995"/>
            <a:ext cx="1689052" cy="1155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7F999D-102E-4C9F-9671-10502DE7CA40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3420397" y="2989005"/>
            <a:ext cx="1228" cy="999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F0707A-C2D0-4985-A6AB-3093AADBB87F}"/>
              </a:ext>
            </a:extLst>
          </p:cNvPr>
          <p:cNvCxnSpPr>
            <a:cxnSpLocks/>
          </p:cNvCxnSpPr>
          <p:nvPr/>
        </p:nvCxnSpPr>
        <p:spPr>
          <a:xfrm flipV="1">
            <a:off x="1320777" y="2972345"/>
            <a:ext cx="1228" cy="999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61F67F-628E-4ED5-8090-DB57A9A7CBD9}"/>
              </a:ext>
            </a:extLst>
          </p:cNvPr>
          <p:cNvCxnSpPr/>
          <p:nvPr/>
        </p:nvCxnSpPr>
        <p:spPr>
          <a:xfrm>
            <a:off x="1734345" y="4216485"/>
            <a:ext cx="1450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BCBFAEC-9CB5-47D8-A3D8-67F515C08F30}"/>
              </a:ext>
            </a:extLst>
          </p:cNvPr>
          <p:cNvCxnSpPr/>
          <p:nvPr/>
        </p:nvCxnSpPr>
        <p:spPr>
          <a:xfrm>
            <a:off x="5370871" y="3598224"/>
            <a:ext cx="1450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4EEB15-742F-4CA5-9992-C749165BA334}"/>
              </a:ext>
            </a:extLst>
          </p:cNvPr>
          <p:cNvCxnSpPr/>
          <p:nvPr/>
        </p:nvCxnSpPr>
        <p:spPr>
          <a:xfrm>
            <a:off x="8652388" y="3126654"/>
            <a:ext cx="1450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F4F862F-44D6-4976-957C-6BB0EFBAC003}"/>
              </a:ext>
            </a:extLst>
          </p:cNvPr>
          <p:cNvCxnSpPr>
            <a:cxnSpLocks/>
          </p:cNvCxnSpPr>
          <p:nvPr/>
        </p:nvCxnSpPr>
        <p:spPr>
          <a:xfrm flipV="1">
            <a:off x="5367183" y="2602744"/>
            <a:ext cx="433848" cy="878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5784C3-86FD-47F5-BFCA-493F66A2A8F1}"/>
              </a:ext>
            </a:extLst>
          </p:cNvPr>
          <p:cNvCxnSpPr>
            <a:cxnSpLocks/>
          </p:cNvCxnSpPr>
          <p:nvPr/>
        </p:nvCxnSpPr>
        <p:spPr>
          <a:xfrm>
            <a:off x="6095999" y="2532184"/>
            <a:ext cx="725129" cy="1066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41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A261-2918-421B-9EDA-369FBC5D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Property of complete graph 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0D461-1D8A-4F23-B45A-DB2AC9F71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|V| indicates number of vertices in G,</a:t>
            </a:r>
          </a:p>
          <a:p>
            <a:r>
              <a:rPr lang="en-US" dirty="0"/>
              <a:t>|V|=n</a:t>
            </a:r>
          </a:p>
          <a:p>
            <a:r>
              <a:rPr lang="en-US" dirty="0"/>
              <a:t>|E|= n(n+1)/2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Fig-1</a:t>
            </a:r>
            <a:r>
              <a:rPr lang="en-US" dirty="0">
                <a:sym typeface="Wingdings" panose="05000000000000000000" pitchFamily="2" charset="2"/>
              </a:rPr>
              <a:t> complete graph of 4 vertices</a:t>
            </a:r>
          </a:p>
          <a:p>
            <a:r>
              <a:rPr lang="en-US" dirty="0">
                <a:sym typeface="Wingdings" panose="05000000000000000000" pitchFamily="2" charset="2"/>
              </a:rPr>
              <a:t>Fig 2 complete graph of 3 vertices</a:t>
            </a:r>
          </a:p>
          <a:p>
            <a:r>
              <a:rPr lang="en-US" dirty="0">
                <a:sym typeface="Wingdings" panose="05000000000000000000" pitchFamily="2" charset="2"/>
              </a:rPr>
              <a:t>Fig 3 complete graph of 2 vertices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7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6BFD8B40-662A-4B68-91F6-3DBE7C7B8F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5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0430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8647-CEB6-48A0-9E50-2E19E2E7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clique?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8F39F-1076-4357-8E39-93B2EBF33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540278"/>
            <a:ext cx="11297264" cy="4613634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A clique is a subgraph of a graph such that all the vertices in this subgraph are connected with each other that is the subgraph is a complete graph.</a:t>
            </a:r>
          </a:p>
          <a:p>
            <a:pPr algn="just"/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Fig (a)      not a complete graph .but one of its subgraph is a complete graph of 4 vertices. Such subgraph which is complete is called clique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0DB8EC-3F6D-4226-84D2-0658CD56E0F7}"/>
              </a:ext>
            </a:extLst>
          </p:cNvPr>
          <p:cNvSpPr/>
          <p:nvPr/>
        </p:nvSpPr>
        <p:spPr>
          <a:xfrm>
            <a:off x="3010109" y="311985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7B210A-F3B0-4545-96F0-8CA34522344F}"/>
              </a:ext>
            </a:extLst>
          </p:cNvPr>
          <p:cNvSpPr/>
          <p:nvPr/>
        </p:nvSpPr>
        <p:spPr>
          <a:xfrm>
            <a:off x="5183037" y="4575745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2E27FF-CE9B-4598-AF27-F9AD3FCAAFCC}"/>
              </a:ext>
            </a:extLst>
          </p:cNvPr>
          <p:cNvSpPr/>
          <p:nvPr/>
        </p:nvSpPr>
        <p:spPr>
          <a:xfrm>
            <a:off x="5050301" y="311985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8A0175-AD0A-4BDC-81AF-8D185316BFCA}"/>
              </a:ext>
            </a:extLst>
          </p:cNvPr>
          <p:cNvSpPr/>
          <p:nvPr/>
        </p:nvSpPr>
        <p:spPr>
          <a:xfrm>
            <a:off x="3010108" y="458896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A59820-9815-4220-A8E3-A3660B8DA684}"/>
              </a:ext>
            </a:extLst>
          </p:cNvPr>
          <p:cNvCxnSpPr>
            <a:cxnSpLocks/>
          </p:cNvCxnSpPr>
          <p:nvPr/>
        </p:nvCxnSpPr>
        <p:spPr>
          <a:xfrm>
            <a:off x="3600044" y="3377762"/>
            <a:ext cx="1450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F1931A-922F-47FB-995C-78E280306B9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496805" y="3518057"/>
            <a:ext cx="1772626" cy="1124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004DE3-6F12-4D67-A63C-1CC0968CCAD5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3513649" y="3500665"/>
            <a:ext cx="1689052" cy="1155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539412-0D98-4168-99DB-8238842B445E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5344041" y="3576675"/>
            <a:ext cx="1228" cy="999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6D2FE7-D1D3-4429-B9D4-62A89DB267F7}"/>
              </a:ext>
            </a:extLst>
          </p:cNvPr>
          <p:cNvCxnSpPr>
            <a:cxnSpLocks/>
          </p:cNvCxnSpPr>
          <p:nvPr/>
        </p:nvCxnSpPr>
        <p:spPr>
          <a:xfrm flipV="1">
            <a:off x="3244421" y="3560015"/>
            <a:ext cx="1228" cy="999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CAB07E-AD71-4460-BE27-0A34423782CD}"/>
              </a:ext>
            </a:extLst>
          </p:cNvPr>
          <p:cNvCxnSpPr/>
          <p:nvPr/>
        </p:nvCxnSpPr>
        <p:spPr>
          <a:xfrm>
            <a:off x="3657989" y="4804155"/>
            <a:ext cx="1450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D999AE9-1961-46DC-8EB9-39B6612B4563}"/>
              </a:ext>
            </a:extLst>
          </p:cNvPr>
          <p:cNvSpPr/>
          <p:nvPr/>
        </p:nvSpPr>
        <p:spPr>
          <a:xfrm flipH="1">
            <a:off x="4063207" y="5907299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258E6E-14DE-4BB1-8C2F-D6399B3D6C97}"/>
              </a:ext>
            </a:extLst>
          </p:cNvPr>
          <p:cNvCxnSpPr>
            <a:cxnSpLocks/>
            <a:endCxn id="17" idx="7"/>
          </p:cNvCxnSpPr>
          <p:nvPr/>
        </p:nvCxnSpPr>
        <p:spPr>
          <a:xfrm>
            <a:off x="3305075" y="5032566"/>
            <a:ext cx="844526" cy="94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A11222-57B9-4997-9284-A8FAB4460930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4653142" y="5032566"/>
            <a:ext cx="824863" cy="999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CC26C03-181E-4DE2-A57C-B35D98D4D200}"/>
                  </a:ext>
                </a:extLst>
              </p14:cNvPr>
              <p14:cNvContentPartPr/>
              <p14:nvPr/>
            </p14:nvContentPartPr>
            <p14:xfrm>
              <a:off x="2710920" y="2888892"/>
              <a:ext cx="3385080" cy="2706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CC26C03-181E-4DE2-A57C-B35D98D4D2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7280" y="2781252"/>
                <a:ext cx="3492720" cy="29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3A560FF3-F690-4467-AF0B-861F18104A3A}"/>
              </a:ext>
            </a:extLst>
          </p:cNvPr>
          <p:cNvGrpSpPr/>
          <p:nvPr/>
        </p:nvGrpSpPr>
        <p:grpSpPr>
          <a:xfrm>
            <a:off x="5696278" y="4149091"/>
            <a:ext cx="1866240" cy="604440"/>
            <a:chOff x="4266871" y="3067541"/>
            <a:chExt cx="1866240" cy="60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B3DF55B-CF85-4278-96FF-B302DE057601}"/>
                    </a:ext>
                  </a:extLst>
                </p14:cNvPr>
                <p14:cNvContentPartPr/>
                <p14:nvPr/>
              </p14:nvContentPartPr>
              <p14:xfrm>
                <a:off x="4266871" y="3067541"/>
                <a:ext cx="1851120" cy="37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B3DF55B-CF85-4278-96FF-B302DE0576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30871" y="3031541"/>
                  <a:ext cx="19227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6817A80-A4A8-4157-BDAC-8EBA9ED1DC7D}"/>
                    </a:ext>
                  </a:extLst>
                </p14:cNvPr>
                <p14:cNvContentPartPr/>
                <p14:nvPr/>
              </p14:nvContentPartPr>
              <p14:xfrm>
                <a:off x="5893351" y="3077261"/>
                <a:ext cx="239760" cy="594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6817A80-A4A8-4157-BDAC-8EBA9ED1DC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57351" y="3041261"/>
                  <a:ext cx="311400" cy="666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D02E0E6-CF14-4F74-A261-D71E33A9623E}"/>
              </a:ext>
            </a:extLst>
          </p:cNvPr>
          <p:cNvSpPr txBox="1"/>
          <p:nvPr/>
        </p:nvSpPr>
        <p:spPr>
          <a:xfrm>
            <a:off x="8087880" y="4444208"/>
            <a:ext cx="174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clique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4F79B60-401E-61B1-4294-23614BAECF6C}"/>
                  </a:ext>
                </a:extLst>
              </p14:cNvPr>
              <p14:cNvContentPartPr/>
              <p14:nvPr/>
            </p14:nvContentPartPr>
            <p14:xfrm>
              <a:off x="1517247" y="1322525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4F79B60-401E-61B1-4294-23614BAECF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08607" y="131388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4EED163-28E5-5583-3383-949C12501C37}"/>
                  </a:ext>
                </a:extLst>
              </p14:cNvPr>
              <p14:cNvContentPartPr/>
              <p14:nvPr/>
            </p14:nvContentPartPr>
            <p14:xfrm>
              <a:off x="1585287" y="172176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4EED163-28E5-5583-3383-949C12501C3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76647" y="171276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4BFF89BF-651D-F7B6-70B0-A065CF9498B7}"/>
              </a:ext>
            </a:extLst>
          </p:cNvPr>
          <p:cNvGrpSpPr/>
          <p:nvPr/>
        </p:nvGrpSpPr>
        <p:grpSpPr>
          <a:xfrm>
            <a:off x="1118367" y="2023085"/>
            <a:ext cx="360" cy="360"/>
            <a:chOff x="1118367" y="2023085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BC02EC-D308-466A-B9FD-2EDEE21BA183}"/>
                    </a:ext>
                  </a:extLst>
                </p14:cNvPr>
                <p14:cNvContentPartPr/>
                <p14:nvPr/>
              </p14:nvContentPartPr>
              <p14:xfrm>
                <a:off x="1118367" y="2023085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BC02EC-D308-466A-B9FD-2EDEE21BA1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9727" y="20144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FB3E05-F871-1C9D-8380-B8A288B24384}"/>
                    </a:ext>
                  </a:extLst>
                </p14:cNvPr>
                <p14:cNvContentPartPr/>
                <p14:nvPr/>
              </p14:nvContentPartPr>
              <p14:xfrm>
                <a:off x="1118367" y="2023085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FB3E05-F871-1C9D-8380-B8A288B243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9727" y="20144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06154E-D0C5-C324-DE5E-9BA5D8C60B7B}"/>
                    </a:ext>
                  </a:extLst>
                </p14:cNvPr>
                <p14:cNvContentPartPr/>
                <p14:nvPr/>
              </p14:nvContentPartPr>
              <p14:xfrm>
                <a:off x="1118367" y="2023085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06154E-D0C5-C324-DE5E-9BA5D8C60B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9727" y="20144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210A21B-E11C-0833-4D7F-43776ECC8DFE}"/>
                  </a:ext>
                </a:extLst>
              </p14:cNvPr>
              <p14:cNvContentPartPr/>
              <p14:nvPr/>
            </p14:nvContentPartPr>
            <p14:xfrm>
              <a:off x="1130292" y="3244459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210A21B-E11C-0833-4D7F-43776ECC8D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1652" y="3235459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C67FFC8-89F1-6F27-FF71-35096ADC71E2}"/>
              </a:ext>
            </a:extLst>
          </p:cNvPr>
          <p:cNvGrpSpPr/>
          <p:nvPr/>
        </p:nvGrpSpPr>
        <p:grpSpPr>
          <a:xfrm>
            <a:off x="3332320" y="3423720"/>
            <a:ext cx="360" cy="360"/>
            <a:chOff x="3332320" y="342372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F86850-D52C-8290-20F6-55CF262DD073}"/>
                    </a:ext>
                  </a:extLst>
                </p14:cNvPr>
                <p14:cNvContentPartPr/>
                <p14:nvPr/>
              </p14:nvContentPartPr>
              <p14:xfrm>
                <a:off x="3332320" y="342372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F86850-D52C-8290-20F6-55CF262DD0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23320" y="34147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32FCC4-CB9D-EECA-BDB4-AA88692E2CF8}"/>
                    </a:ext>
                  </a:extLst>
                </p14:cNvPr>
                <p14:cNvContentPartPr/>
                <p14:nvPr/>
              </p14:nvContentPartPr>
              <p14:xfrm>
                <a:off x="3332320" y="3423720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32FCC4-CB9D-EECA-BDB4-AA88692E2C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23320" y="34147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F49FD58-3D76-718F-CDC9-11459B0B48CE}"/>
                    </a:ext>
                  </a:extLst>
                </p14:cNvPr>
                <p14:cNvContentPartPr/>
                <p14:nvPr/>
              </p14:nvContentPartPr>
              <p14:xfrm>
                <a:off x="3332320" y="3423720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F49FD58-3D76-718F-CDC9-11459B0B48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23320" y="34147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BE7599E-17D2-F2D2-1106-62982B4F3B9B}"/>
                    </a:ext>
                  </a:extLst>
                </p14:cNvPr>
                <p14:cNvContentPartPr/>
                <p14:nvPr/>
              </p14:nvContentPartPr>
              <p14:xfrm>
                <a:off x="3332320" y="3423720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BE7599E-17D2-F2D2-1106-62982B4F3B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23320" y="34147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1EE4FF3-8A29-BDF3-E6A7-44CAB61B3C35}"/>
                  </a:ext>
                </a:extLst>
              </p14:cNvPr>
              <p14:cNvContentPartPr/>
              <p14:nvPr/>
            </p14:nvContentPartPr>
            <p14:xfrm>
              <a:off x="3261760" y="3261360"/>
              <a:ext cx="31320" cy="202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1EE4FF3-8A29-BDF3-E6A7-44CAB61B3C3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52760" y="3252720"/>
                <a:ext cx="489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22FEF23-6794-81D7-32BA-F08EEE9171A2}"/>
                  </a:ext>
                </a:extLst>
              </p14:cNvPr>
              <p14:cNvContentPartPr/>
              <p14:nvPr/>
            </p14:nvContentPartPr>
            <p14:xfrm>
              <a:off x="5313760" y="3228600"/>
              <a:ext cx="274320" cy="1972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22FEF23-6794-81D7-32BA-F08EEE9171A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04760" y="3219600"/>
                <a:ext cx="29196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6DDC2DF-84C9-EDCA-3277-6FEABFE2F39D}"/>
                  </a:ext>
                </a:extLst>
              </p14:cNvPr>
              <p14:cNvContentPartPr/>
              <p14:nvPr/>
            </p14:nvContentPartPr>
            <p14:xfrm>
              <a:off x="3181840" y="4734480"/>
              <a:ext cx="142200" cy="219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6DDC2DF-84C9-EDCA-3277-6FEABFE2F39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72840" y="4725840"/>
                <a:ext cx="1598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BF100B7-A87A-8098-4BBC-3F70CAB1DE90}"/>
                  </a:ext>
                </a:extLst>
              </p14:cNvPr>
              <p14:cNvContentPartPr/>
              <p14:nvPr/>
            </p14:nvContentPartPr>
            <p14:xfrm>
              <a:off x="5394760" y="4665000"/>
              <a:ext cx="165600" cy="324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BF100B7-A87A-8098-4BBC-3F70CAB1DE9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86120" y="4656000"/>
                <a:ext cx="1832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05B6B9F-FC17-0003-97D5-A9F968E1816B}"/>
                  </a:ext>
                </a:extLst>
              </p14:cNvPr>
              <p14:cNvContentPartPr/>
              <p14:nvPr/>
            </p14:nvContentPartPr>
            <p14:xfrm>
              <a:off x="4243840" y="6004560"/>
              <a:ext cx="188640" cy="306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05B6B9F-FC17-0003-97D5-A9F968E1816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34840" y="5995920"/>
                <a:ext cx="206280" cy="32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159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5" grpId="0" animBg="1"/>
      <p:bldP spid="6" grpId="0" animBg="1"/>
      <p:bldP spid="7" grpId="0" animBg="1"/>
      <p:bldP spid="17" grpId="0" animBg="1"/>
      <p:bldP spid="4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93B2-9F2D-4E3F-A33E-57EF90145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E642E-F55D-4F66-9FD7-661C78CF4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8799"/>
            <a:ext cx="5257800" cy="4348163"/>
          </a:xfrm>
        </p:spPr>
        <p:txBody>
          <a:bodyPr/>
          <a:lstStyle/>
          <a:p>
            <a:r>
              <a:rPr lang="en-US" dirty="0"/>
              <a:t>Here we can fine complete graph with 4 vertices,3 </a:t>
            </a:r>
            <a:r>
              <a:rPr lang="en-US" dirty="0" err="1"/>
              <a:t>vertices,and</a:t>
            </a:r>
            <a:r>
              <a:rPr lang="en-US" dirty="0"/>
              <a:t> 2 vertices  .</a:t>
            </a:r>
            <a:r>
              <a:rPr lang="en-US" dirty="0" err="1"/>
              <a:t>ie</a:t>
            </a:r>
            <a:r>
              <a:rPr lang="en-US" dirty="0"/>
              <a:t>-K=4,K=3,K=2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C01CFB-327E-42CD-9718-A2F6672FDF97}"/>
              </a:ext>
            </a:extLst>
          </p:cNvPr>
          <p:cNvSpPr/>
          <p:nvPr/>
        </p:nvSpPr>
        <p:spPr>
          <a:xfrm>
            <a:off x="1144410" y="252307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928610-984F-48B6-B466-592B23D2416C}"/>
              </a:ext>
            </a:extLst>
          </p:cNvPr>
          <p:cNvSpPr/>
          <p:nvPr/>
        </p:nvSpPr>
        <p:spPr>
          <a:xfrm>
            <a:off x="3259393" y="3988075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60F240-AF9B-40E7-BC21-A8B692251247}"/>
              </a:ext>
            </a:extLst>
          </p:cNvPr>
          <p:cNvSpPr/>
          <p:nvPr/>
        </p:nvSpPr>
        <p:spPr>
          <a:xfrm>
            <a:off x="3126657" y="253218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C6ACD0-EE00-459C-901C-69DA5651471C}"/>
              </a:ext>
            </a:extLst>
          </p:cNvPr>
          <p:cNvSpPr/>
          <p:nvPr/>
        </p:nvSpPr>
        <p:spPr>
          <a:xfrm>
            <a:off x="1086464" y="4001294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84DB93-3878-4945-8F5C-AB9864D94C66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3420397" y="4363080"/>
            <a:ext cx="243890" cy="1274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53DDA3-400A-4696-8F2C-33A4D997377A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573161" y="2930387"/>
            <a:ext cx="1772626" cy="1124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883452-A0F6-4A9C-8A2B-F76AF675203B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1590005" y="2912995"/>
            <a:ext cx="1689052" cy="1155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A00718-B87C-496A-B009-7CD4C0CE5271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3420397" y="2989005"/>
            <a:ext cx="1228" cy="999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3C5E78-8877-4F42-901F-6FD898CF0B1C}"/>
              </a:ext>
            </a:extLst>
          </p:cNvPr>
          <p:cNvCxnSpPr>
            <a:cxnSpLocks/>
          </p:cNvCxnSpPr>
          <p:nvPr/>
        </p:nvCxnSpPr>
        <p:spPr>
          <a:xfrm flipV="1">
            <a:off x="1320777" y="2972345"/>
            <a:ext cx="1228" cy="999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68CF1C-5D08-4ED0-B98F-3D838FE03992}"/>
              </a:ext>
            </a:extLst>
          </p:cNvPr>
          <p:cNvCxnSpPr/>
          <p:nvPr/>
        </p:nvCxnSpPr>
        <p:spPr>
          <a:xfrm>
            <a:off x="1734345" y="4216485"/>
            <a:ext cx="1450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9936B09-6806-45C1-823F-BC508C9EE2CB}"/>
              </a:ext>
            </a:extLst>
          </p:cNvPr>
          <p:cNvSpPr/>
          <p:nvPr/>
        </p:nvSpPr>
        <p:spPr>
          <a:xfrm>
            <a:off x="5223748" y="4343588"/>
            <a:ext cx="589935" cy="3808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0F9D221-0857-4311-809E-6B8A3ACCE41C}"/>
              </a:ext>
            </a:extLst>
          </p:cNvPr>
          <p:cNvSpPr/>
          <p:nvPr/>
        </p:nvSpPr>
        <p:spPr>
          <a:xfrm>
            <a:off x="3577893" y="5570352"/>
            <a:ext cx="589935" cy="45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91F4A1-1D41-4F69-B688-F87AD8E523BE}"/>
              </a:ext>
            </a:extLst>
          </p:cNvPr>
          <p:cNvCxnSpPr>
            <a:cxnSpLocks/>
          </p:cNvCxnSpPr>
          <p:nvPr/>
        </p:nvCxnSpPr>
        <p:spPr>
          <a:xfrm>
            <a:off x="3831436" y="4229704"/>
            <a:ext cx="1392312" cy="2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FDBF9A6-9D77-495E-B512-E9076834153A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3891064" y="4668630"/>
            <a:ext cx="1419078" cy="1148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80D867-06FE-4771-A132-92C936C3E638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590005" y="2760595"/>
            <a:ext cx="1536652" cy="31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07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6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D3F9-ED00-4182-9B51-D53FA2E6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Decision  version of  clique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82F43-C5D7-4169-A439-71B85DFAE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Given a graph G and an integer </a:t>
            </a:r>
            <a:r>
              <a:rPr lang="en-US" sz="2400" dirty="0" err="1">
                <a:solidFill>
                  <a:schemeClr val="tx2"/>
                </a:solidFill>
              </a:rPr>
              <a:t>K,decide</a:t>
            </a:r>
            <a:r>
              <a:rPr lang="en-US" sz="2400" dirty="0">
                <a:solidFill>
                  <a:schemeClr val="tx2"/>
                </a:solidFill>
              </a:rPr>
              <a:t> if a G has a  clique of size k?  (</a:t>
            </a:r>
            <a:r>
              <a:rPr lang="en-US" sz="2400" dirty="0" err="1">
                <a:solidFill>
                  <a:schemeClr val="tx2"/>
                </a:solidFill>
              </a:rPr>
              <a:t>ans</a:t>
            </a:r>
            <a:r>
              <a:rPr lang="en-US" sz="2400" dirty="0">
                <a:solidFill>
                  <a:schemeClr val="tx2"/>
                </a:solidFill>
              </a:rPr>
              <a:t> will be yes /No)</a:t>
            </a:r>
          </a:p>
          <a:p>
            <a:r>
              <a:rPr lang="en-US" sz="2400" dirty="0">
                <a:solidFill>
                  <a:schemeClr val="tx2"/>
                </a:solidFill>
              </a:rPr>
              <a:t>Example  consider  fig a- 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is this graph has a clique of size 4?</a:t>
            </a:r>
          </a:p>
        </p:txBody>
      </p:sp>
    </p:spTree>
    <p:extLst>
      <p:ext uri="{BB962C8B-B14F-4D97-AF65-F5344CB8AC3E}">
        <p14:creationId xmlns:p14="http://schemas.microsoft.com/office/powerpoint/2010/main" val="319595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CDEB-1EF7-435C-BE4F-FC9D3467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Optimization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AA01-7343-463C-A108-DF1B1F17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Find maximum clique in a graph</a:t>
            </a:r>
          </a:p>
        </p:txBody>
      </p:sp>
    </p:spTree>
    <p:extLst>
      <p:ext uri="{BB962C8B-B14F-4D97-AF65-F5344CB8AC3E}">
        <p14:creationId xmlns:p14="http://schemas.microsoft.com/office/powerpoint/2010/main" val="27305733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CD13EB-3BCE-4C3A-B07C-F06B37AD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Clique decision problem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E2ACC8-A533-468D-B3F3-8CE6B1AF9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67" y="332444"/>
            <a:ext cx="5751486" cy="5520224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>
                <a:solidFill>
                  <a:schemeClr val="tx2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It is a graph problem</a:t>
            </a:r>
          </a:p>
          <a:p>
            <a:pPr algn="just"/>
            <a:r>
              <a:rPr lang="en-US" dirty="0">
                <a:solidFill>
                  <a:schemeClr val="tx2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We need to prove that </a:t>
            </a:r>
            <a:r>
              <a:rPr lang="en-US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clique decision problem is NP hard.</a:t>
            </a:r>
          </a:p>
          <a:p>
            <a:pPr algn="just"/>
            <a:r>
              <a:rPr lang="en-US" dirty="0">
                <a:solidFill>
                  <a:schemeClr val="tx2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If clique  decision problem is NP hard, click optimization problem is NP hard</a:t>
            </a:r>
          </a:p>
          <a:p>
            <a:pPr algn="just"/>
            <a:r>
              <a:rPr lang="en-US" b="1" dirty="0">
                <a:solidFill>
                  <a:schemeClr val="tx2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Problem definition </a:t>
            </a:r>
          </a:p>
          <a:p>
            <a:pPr marL="0" indent="0" algn="just">
              <a:buNone/>
            </a:pPr>
            <a:r>
              <a:rPr lang="en-US" sz="3200" b="0" i="0" dirty="0">
                <a:solidFill>
                  <a:srgbClr val="273239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	</a:t>
            </a:r>
            <a:r>
              <a:rPr lang="en-US" b="1" i="0" dirty="0">
                <a:solidFill>
                  <a:srgbClr val="273239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Clique Decision Problem is to find if a clique of size k exists in the given graph or not.</a:t>
            </a:r>
            <a:endParaRPr lang="en-US" b="1" dirty="0">
              <a:solidFill>
                <a:schemeClr val="tx2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just"/>
            <a:endParaRPr lang="en-US" sz="4000" b="1" dirty="0">
              <a:solidFill>
                <a:schemeClr val="tx2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8436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B3E3-048C-41C9-986E-E1BE8200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Prove that clique problem is NP Complete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B0ED9-144C-437C-B941-24598AB7C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dirty="0">
                <a:solidFill>
                  <a:schemeClr val="tx2"/>
                </a:solidFill>
              </a:rPr>
              <a:t>In order to prove that clique problem is NPC ,we need to prove that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Clique problem  is </a:t>
            </a:r>
            <a:r>
              <a:rPr lang="en-US" sz="2400" dirty="0">
                <a:solidFill>
                  <a:srgbClr val="C00000"/>
                </a:solidFill>
              </a:rPr>
              <a:t>NP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Clique problem is </a:t>
            </a:r>
            <a:r>
              <a:rPr lang="en-US" sz="2400" dirty="0">
                <a:solidFill>
                  <a:srgbClr val="C00000"/>
                </a:solidFill>
              </a:rPr>
              <a:t>NP hard</a:t>
            </a:r>
          </a:p>
        </p:txBody>
      </p:sp>
    </p:spTree>
    <p:extLst>
      <p:ext uri="{BB962C8B-B14F-4D97-AF65-F5344CB8AC3E}">
        <p14:creationId xmlns:p14="http://schemas.microsoft.com/office/powerpoint/2010/main" val="30007951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val 4"/>
          <p:cNvSpPr>
            <a:spLocks noChangeArrowheads="1"/>
          </p:cNvSpPr>
          <p:nvPr/>
        </p:nvSpPr>
        <p:spPr bwMode="auto">
          <a:xfrm>
            <a:off x="3643313" y="2354263"/>
            <a:ext cx="2952750" cy="27368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39" name="Oval 5"/>
          <p:cNvSpPr>
            <a:spLocks noChangeArrowheads="1"/>
          </p:cNvSpPr>
          <p:nvPr/>
        </p:nvSpPr>
        <p:spPr bwMode="auto">
          <a:xfrm>
            <a:off x="4003676" y="3074989"/>
            <a:ext cx="1368425" cy="1150937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40" name="Oval 6"/>
          <p:cNvSpPr>
            <a:spLocks noChangeArrowheads="1"/>
          </p:cNvSpPr>
          <p:nvPr/>
        </p:nvSpPr>
        <p:spPr bwMode="auto">
          <a:xfrm>
            <a:off x="5514975" y="3001963"/>
            <a:ext cx="3384550" cy="30972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41" name="Line 7"/>
          <p:cNvSpPr>
            <a:spLocks noChangeShapeType="1"/>
          </p:cNvSpPr>
          <p:nvPr/>
        </p:nvSpPr>
        <p:spPr bwMode="auto">
          <a:xfrm flipV="1">
            <a:off x="5588001" y="4659313"/>
            <a:ext cx="64611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Line 8"/>
          <p:cNvSpPr>
            <a:spLocks noChangeShapeType="1"/>
          </p:cNvSpPr>
          <p:nvPr/>
        </p:nvSpPr>
        <p:spPr bwMode="auto">
          <a:xfrm flipV="1">
            <a:off x="5514976" y="4370389"/>
            <a:ext cx="936625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9"/>
          <p:cNvSpPr>
            <a:spLocks noChangeShapeType="1"/>
          </p:cNvSpPr>
          <p:nvPr/>
        </p:nvSpPr>
        <p:spPr bwMode="auto">
          <a:xfrm flipV="1">
            <a:off x="5514975" y="4010026"/>
            <a:ext cx="108108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Line 10"/>
          <p:cNvSpPr>
            <a:spLocks noChangeShapeType="1"/>
          </p:cNvSpPr>
          <p:nvPr/>
        </p:nvSpPr>
        <p:spPr bwMode="auto">
          <a:xfrm flipV="1">
            <a:off x="5588001" y="3722688"/>
            <a:ext cx="10080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Line 11"/>
          <p:cNvSpPr>
            <a:spLocks noChangeShapeType="1"/>
          </p:cNvSpPr>
          <p:nvPr/>
        </p:nvSpPr>
        <p:spPr bwMode="auto">
          <a:xfrm flipV="1">
            <a:off x="5730875" y="3506789"/>
            <a:ext cx="865188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6" name="Line 12"/>
          <p:cNvSpPr>
            <a:spLocks noChangeShapeType="1"/>
          </p:cNvSpPr>
          <p:nvPr/>
        </p:nvSpPr>
        <p:spPr bwMode="auto">
          <a:xfrm flipV="1">
            <a:off x="5946776" y="3290888"/>
            <a:ext cx="5762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Text Box 13"/>
          <p:cNvSpPr txBox="1">
            <a:spLocks noChangeArrowheads="1"/>
          </p:cNvSpPr>
          <p:nvPr/>
        </p:nvSpPr>
        <p:spPr bwMode="auto">
          <a:xfrm>
            <a:off x="4435475" y="3290888"/>
            <a:ext cx="719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P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348" name="Text Box 14"/>
          <p:cNvSpPr txBox="1">
            <a:spLocks noChangeArrowheads="1"/>
          </p:cNvSpPr>
          <p:nvPr/>
        </p:nvSpPr>
        <p:spPr bwMode="auto">
          <a:xfrm>
            <a:off x="6019800" y="2209801"/>
            <a:ext cx="719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NP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349" name="Line 15"/>
          <p:cNvSpPr>
            <a:spLocks noChangeShapeType="1"/>
          </p:cNvSpPr>
          <p:nvPr/>
        </p:nvSpPr>
        <p:spPr bwMode="auto">
          <a:xfrm flipH="1">
            <a:off x="5730876" y="2498725"/>
            <a:ext cx="360363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0" name="Line 16"/>
          <p:cNvSpPr>
            <a:spLocks noChangeShapeType="1"/>
          </p:cNvSpPr>
          <p:nvPr/>
        </p:nvSpPr>
        <p:spPr bwMode="auto">
          <a:xfrm flipV="1">
            <a:off x="4506913" y="4586288"/>
            <a:ext cx="1439862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1" name="Text Box 17"/>
          <p:cNvSpPr txBox="1">
            <a:spLocks noChangeArrowheads="1"/>
          </p:cNvSpPr>
          <p:nvPr/>
        </p:nvSpPr>
        <p:spPr bwMode="auto">
          <a:xfrm>
            <a:off x="3067050" y="5594351"/>
            <a:ext cx="151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NP-complete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352" name="Line 18"/>
          <p:cNvSpPr>
            <a:spLocks noChangeShapeType="1"/>
          </p:cNvSpPr>
          <p:nvPr/>
        </p:nvSpPr>
        <p:spPr bwMode="auto">
          <a:xfrm flipH="1">
            <a:off x="7891463" y="3001964"/>
            <a:ext cx="792162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Text Box 19"/>
          <p:cNvSpPr txBox="1">
            <a:spLocks noChangeArrowheads="1"/>
          </p:cNvSpPr>
          <p:nvPr/>
        </p:nvSpPr>
        <p:spPr bwMode="auto">
          <a:xfrm>
            <a:off x="8534400" y="2667001"/>
            <a:ext cx="1366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NP-hard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354" name="Text Box 20"/>
          <p:cNvSpPr txBox="1">
            <a:spLocks noChangeArrowheads="1"/>
          </p:cNvSpPr>
          <p:nvPr/>
        </p:nvSpPr>
        <p:spPr bwMode="auto">
          <a:xfrm>
            <a:off x="2209800" y="914401"/>
            <a:ext cx="6781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1"/>
                </a:solidFill>
              </a:rPr>
              <a:t>Commonly believed relationship among P, NP,</a:t>
            </a:r>
          </a:p>
          <a:p>
            <a:pPr eaLnBrk="1" hangingPunct="1"/>
            <a:r>
              <a:rPr lang="en-US" altLang="en-US">
                <a:solidFill>
                  <a:schemeClr val="accent1"/>
                </a:solidFill>
              </a:rPr>
              <a:t> NP- Complete and NP- Hard problems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224E10-1BC0-3C44-64B6-C80EB7F2A1A3}"/>
                  </a:ext>
                </a:extLst>
              </p14:cNvPr>
              <p14:cNvContentPartPr/>
              <p14:nvPr/>
            </p14:nvContentPartPr>
            <p14:xfrm>
              <a:off x="7752807" y="4484045"/>
              <a:ext cx="78840" cy="8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224E10-1BC0-3C44-64B6-C80EB7F2A1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167" y="4475405"/>
                <a:ext cx="9648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981E3C0-37BF-A289-01AA-319D9B30F575}"/>
              </a:ext>
            </a:extLst>
          </p:cNvPr>
          <p:cNvGrpSpPr/>
          <p:nvPr/>
        </p:nvGrpSpPr>
        <p:grpSpPr>
          <a:xfrm>
            <a:off x="7684767" y="4805525"/>
            <a:ext cx="146160" cy="280080"/>
            <a:chOff x="7684767" y="4805525"/>
            <a:chExt cx="14616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524C1DC-CC42-7809-4568-380EC5A2ACC1}"/>
                    </a:ext>
                  </a:extLst>
                </p14:cNvPr>
                <p14:cNvContentPartPr/>
                <p14:nvPr/>
              </p14:nvContentPartPr>
              <p14:xfrm>
                <a:off x="7704207" y="4844405"/>
                <a:ext cx="360" cy="241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524C1DC-CC42-7809-4568-380EC5A2AC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95207" y="4835765"/>
                  <a:ext cx="18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E7278E4-BEF9-C5E1-E57B-A7FD78F08691}"/>
                    </a:ext>
                  </a:extLst>
                </p14:cNvPr>
                <p14:cNvContentPartPr/>
                <p14:nvPr/>
              </p14:nvContentPartPr>
              <p14:xfrm>
                <a:off x="7830567" y="4805525"/>
                <a:ext cx="360" cy="241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E7278E4-BEF9-C5E1-E57B-A7FD78F086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21927" y="4796525"/>
                  <a:ext cx="18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E67EC56-3CCB-563E-6295-D45EC41699F8}"/>
                    </a:ext>
                  </a:extLst>
                </p14:cNvPr>
                <p14:cNvContentPartPr/>
                <p14:nvPr/>
              </p14:nvContentPartPr>
              <p14:xfrm>
                <a:off x="7684767" y="4979045"/>
                <a:ext cx="126000" cy="4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E67EC56-3CCB-563E-6295-D45EC41699F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76127" y="4970405"/>
                  <a:ext cx="14364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4680DF-1F68-A1D2-4B98-7FF820E30179}"/>
              </a:ext>
            </a:extLst>
          </p:cNvPr>
          <p:cNvGrpSpPr/>
          <p:nvPr/>
        </p:nvGrpSpPr>
        <p:grpSpPr>
          <a:xfrm>
            <a:off x="5096367" y="2666765"/>
            <a:ext cx="461520" cy="371160"/>
            <a:chOff x="5096367" y="2666765"/>
            <a:chExt cx="46152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366FF0-71DF-EC63-4677-BADBB0C3B170}"/>
                    </a:ext>
                  </a:extLst>
                </p14:cNvPr>
                <p14:cNvContentPartPr/>
                <p14:nvPr/>
              </p14:nvContentPartPr>
              <p14:xfrm>
                <a:off x="5096367" y="2666765"/>
                <a:ext cx="79200" cy="134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366FF0-71DF-EC63-4677-BADBB0C3B17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87367" y="2658125"/>
                  <a:ext cx="96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8509867-D4FE-5ABA-F4FD-CC8EEF64B922}"/>
                    </a:ext>
                  </a:extLst>
                </p14:cNvPr>
                <p14:cNvContentPartPr/>
                <p14:nvPr/>
              </p14:nvContentPartPr>
              <p14:xfrm>
                <a:off x="5329647" y="2820845"/>
                <a:ext cx="228240" cy="217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8509867-D4FE-5ABA-F4FD-CC8EEF64B92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20647" y="2812205"/>
                  <a:ext cx="24588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55D7F3A-F058-1479-7C15-EF196D8C67AE}"/>
              </a:ext>
            </a:extLst>
          </p:cNvPr>
          <p:cNvGrpSpPr/>
          <p:nvPr/>
        </p:nvGrpSpPr>
        <p:grpSpPr>
          <a:xfrm>
            <a:off x="5505687" y="3112805"/>
            <a:ext cx="1887840" cy="1528560"/>
            <a:chOff x="5505687" y="3112805"/>
            <a:chExt cx="1887840" cy="152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DC6CE3-79D2-ADB0-5AE8-64F2D4217182}"/>
                    </a:ext>
                  </a:extLst>
                </p14:cNvPr>
                <p14:cNvContentPartPr/>
                <p14:nvPr/>
              </p14:nvContentPartPr>
              <p14:xfrm>
                <a:off x="5505687" y="3112805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DC6CE3-79D2-ADB0-5AE8-64F2D421718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96687" y="31038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AD5431F-7DCC-CF09-BC0B-FEC645BF29B5}"/>
                    </a:ext>
                  </a:extLst>
                </p14:cNvPr>
                <p14:cNvContentPartPr/>
                <p14:nvPr/>
              </p14:nvContentPartPr>
              <p14:xfrm>
                <a:off x="5505687" y="3112805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AD5431F-7DCC-CF09-BC0B-FEC645BF29B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96687" y="31038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B38D80-5ABB-7DDD-125E-C3F70C16AB76}"/>
                    </a:ext>
                  </a:extLst>
                </p14:cNvPr>
                <p14:cNvContentPartPr/>
                <p14:nvPr/>
              </p14:nvContentPartPr>
              <p14:xfrm>
                <a:off x="5651847" y="3190565"/>
                <a:ext cx="1469880" cy="1340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B38D80-5ABB-7DDD-125E-C3F70C16AB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42847" y="3181565"/>
                  <a:ext cx="1487520" cy="13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324A82-F284-177B-D772-52F8FA09C12B}"/>
                    </a:ext>
                  </a:extLst>
                </p14:cNvPr>
                <p14:cNvContentPartPr/>
                <p14:nvPr/>
              </p14:nvContentPartPr>
              <p14:xfrm>
                <a:off x="6916167" y="4294685"/>
                <a:ext cx="469080" cy="346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324A82-F284-177B-D772-52F8FA09C1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07167" y="4285685"/>
                  <a:ext cx="4867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F26119-73BD-05C8-6492-0E97C7BB7EDF}"/>
                    </a:ext>
                  </a:extLst>
                </p14:cNvPr>
                <p14:cNvContentPartPr/>
                <p14:nvPr/>
              </p14:nvContentPartPr>
              <p14:xfrm>
                <a:off x="7393167" y="4279925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F26119-73BD-05C8-6492-0E97C7BB7ED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84167" y="427128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8191DAD-41A0-2815-C6AE-6D909E1164CD}"/>
                  </a:ext>
                </a:extLst>
              </p14:cNvPr>
              <p14:cNvContentPartPr/>
              <p14:nvPr/>
            </p14:nvContentPartPr>
            <p14:xfrm>
              <a:off x="8443287" y="1040645"/>
              <a:ext cx="242640" cy="334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8191DAD-41A0-2815-C6AE-6D909E1164C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34287" y="1031645"/>
                <a:ext cx="260280" cy="35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C26E37D-33B0-9A51-CBB1-6D02B7FB472C}"/>
              </a:ext>
            </a:extLst>
          </p:cNvPr>
          <p:cNvGrpSpPr/>
          <p:nvPr/>
        </p:nvGrpSpPr>
        <p:grpSpPr>
          <a:xfrm>
            <a:off x="8951247" y="933725"/>
            <a:ext cx="897120" cy="806400"/>
            <a:chOff x="8951247" y="933725"/>
            <a:chExt cx="897120" cy="80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6C9D00-CEF4-DD46-9D84-193ADE8EF3AD}"/>
                    </a:ext>
                  </a:extLst>
                </p14:cNvPr>
                <p14:cNvContentPartPr/>
                <p14:nvPr/>
              </p14:nvContentPartPr>
              <p14:xfrm>
                <a:off x="8951247" y="933725"/>
                <a:ext cx="673200" cy="429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6C9D00-CEF4-DD46-9D84-193ADE8EF3A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42247" y="925085"/>
                  <a:ext cx="69084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F100F8-73A1-B439-2709-F93C2854A826}"/>
                    </a:ext>
                  </a:extLst>
                </p14:cNvPr>
                <p14:cNvContentPartPr/>
                <p14:nvPr/>
              </p14:nvContentPartPr>
              <p14:xfrm>
                <a:off x="9727767" y="1323245"/>
                <a:ext cx="120600" cy="416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F100F8-73A1-B439-2709-F93C2854A82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18767" y="1314605"/>
                  <a:ext cx="138240" cy="43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8A6FE43-CE32-B3B9-91EA-CFA973EF4D85}"/>
              </a:ext>
            </a:extLst>
          </p:cNvPr>
          <p:cNvGrpSpPr/>
          <p:nvPr/>
        </p:nvGrpSpPr>
        <p:grpSpPr>
          <a:xfrm>
            <a:off x="10262727" y="612605"/>
            <a:ext cx="627840" cy="925200"/>
            <a:chOff x="10262727" y="612605"/>
            <a:chExt cx="627840" cy="92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4273AE-1EEE-1B9B-50E4-7F695B4E44F0}"/>
                    </a:ext>
                  </a:extLst>
                </p14:cNvPr>
                <p14:cNvContentPartPr/>
                <p14:nvPr/>
              </p14:nvContentPartPr>
              <p14:xfrm>
                <a:off x="10262727" y="612605"/>
                <a:ext cx="360" cy="51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4273AE-1EEE-1B9B-50E4-7F695B4E44F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253727" y="603965"/>
                  <a:ext cx="1800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BAE89AE-1FC5-F810-FBE5-1682D3C2A86C}"/>
                    </a:ext>
                  </a:extLst>
                </p14:cNvPr>
                <p14:cNvContentPartPr/>
                <p14:nvPr/>
              </p14:nvContentPartPr>
              <p14:xfrm>
                <a:off x="10651527" y="651845"/>
                <a:ext cx="10800" cy="402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BAE89AE-1FC5-F810-FBE5-1682D3C2A8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642527" y="642845"/>
                  <a:ext cx="284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629B93-3A95-0D1C-B0CD-ED3F5F103CF0}"/>
                    </a:ext>
                  </a:extLst>
                </p14:cNvPr>
                <p14:cNvContentPartPr/>
                <p14:nvPr/>
              </p14:nvContentPartPr>
              <p14:xfrm>
                <a:off x="10321047" y="894845"/>
                <a:ext cx="27288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629B93-3A95-0D1C-B0CD-ED3F5F103CF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312047" y="885845"/>
                  <a:ext cx="29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C2B73A9-0C1B-695F-5152-0916B1A47533}"/>
                    </a:ext>
                  </a:extLst>
                </p14:cNvPr>
                <p14:cNvContentPartPr/>
                <p14:nvPr/>
              </p14:nvContentPartPr>
              <p14:xfrm>
                <a:off x="10457127" y="1017245"/>
                <a:ext cx="433440" cy="520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C2B73A9-0C1B-695F-5152-0916B1A4753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448127" y="1008245"/>
                  <a:ext cx="451080" cy="53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B762A98-F037-6C0B-C855-DB5329225745}"/>
                  </a:ext>
                </a:extLst>
              </p14:cNvPr>
              <p14:cNvContentPartPr/>
              <p14:nvPr/>
            </p14:nvContentPartPr>
            <p14:xfrm>
              <a:off x="7986447" y="1181405"/>
              <a:ext cx="620280" cy="6638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B762A98-F037-6C0B-C855-DB532922574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977447" y="1172765"/>
                <a:ext cx="637920" cy="68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23919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C5E9-0FDE-4AB1-AEEB-9838975EB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How to prove that Clique problem is NP </a:t>
            </a:r>
            <a:br>
              <a:rPr lang="en-US" sz="4800" dirty="0">
                <a:solidFill>
                  <a:schemeClr val="bg1"/>
                </a:solidFill>
              </a:rPr>
            </a:b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2B5F0-528D-40A0-A70C-28CE0A7E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09" y="841247"/>
            <a:ext cx="5538405" cy="5759250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dirty="0">
                <a:solidFill>
                  <a:schemeClr val="tx2"/>
                </a:solidFill>
              </a:rPr>
              <a:t>For that we need to prove that clique problem can be </a:t>
            </a:r>
            <a:r>
              <a:rPr lang="en-US" sz="2400" dirty="0">
                <a:solidFill>
                  <a:srgbClr val="C00000"/>
                </a:solidFill>
              </a:rPr>
              <a:t>verified in polynomial time.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</a:rPr>
              <a:t>Suppose a graph G is given and a set pf vertices of size  K is also given ,we can verify in polynomial time that whether the </a:t>
            </a:r>
            <a:r>
              <a:rPr lang="en-US" sz="2400" dirty="0">
                <a:solidFill>
                  <a:srgbClr val="C00000"/>
                </a:solidFill>
              </a:rPr>
              <a:t>graph  contains a clique with that set of vertices (of size K).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</a:rPr>
              <a:t>this verification can be done in </a:t>
            </a:r>
            <a:r>
              <a:rPr lang="en-US" sz="2400" dirty="0">
                <a:solidFill>
                  <a:srgbClr val="C00000"/>
                </a:solidFill>
              </a:rPr>
              <a:t>polynomial time. 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</a:rPr>
              <a:t>Therefore, clique decision problem is NP</a:t>
            </a:r>
          </a:p>
          <a:p>
            <a:pPr algn="just"/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6494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70F4-783F-308E-F21C-CEB539FF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057A5-0226-2B8E-6302-E7CA4B524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1"/>
            <a:ext cx="7420064" cy="3273163"/>
          </a:xfrm>
        </p:spPr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eg</a:t>
            </a:r>
            <a:r>
              <a:rPr lang="en-US" dirty="0"/>
              <a:t>-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E4265-16E4-28A0-2A99-CE9B9F45F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D0BB7-0FAB-0DF1-D9C2-24A79785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1D283-4A92-E4B7-AEBC-5DE202D5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48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EDC43A-23CB-1B62-7603-BCA3EED582CB}"/>
              </a:ext>
            </a:extLst>
          </p:cNvPr>
          <p:cNvSpPr/>
          <p:nvPr/>
        </p:nvSpPr>
        <p:spPr>
          <a:xfrm>
            <a:off x="2375453" y="1995021"/>
            <a:ext cx="496956" cy="50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6F64DE-0390-1C3E-CACA-5220A2DA91D8}"/>
              </a:ext>
            </a:extLst>
          </p:cNvPr>
          <p:cNvSpPr/>
          <p:nvPr/>
        </p:nvSpPr>
        <p:spPr>
          <a:xfrm>
            <a:off x="4297018" y="3510116"/>
            <a:ext cx="496956" cy="5474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F7858C-A865-139F-D702-5FE63C3949AB}"/>
              </a:ext>
            </a:extLst>
          </p:cNvPr>
          <p:cNvSpPr/>
          <p:nvPr/>
        </p:nvSpPr>
        <p:spPr>
          <a:xfrm>
            <a:off x="2375453" y="3550650"/>
            <a:ext cx="496956" cy="50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39512E4-A485-2551-8661-463853AF2961}"/>
              </a:ext>
            </a:extLst>
          </p:cNvPr>
          <p:cNvSpPr/>
          <p:nvPr/>
        </p:nvSpPr>
        <p:spPr>
          <a:xfrm>
            <a:off x="4297018" y="1938534"/>
            <a:ext cx="496956" cy="50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A16AD0-D80A-1EE4-EF43-2596E9CB6CCF}"/>
              </a:ext>
            </a:extLst>
          </p:cNvPr>
          <p:cNvSpPr/>
          <p:nvPr/>
        </p:nvSpPr>
        <p:spPr>
          <a:xfrm>
            <a:off x="3533361" y="4577292"/>
            <a:ext cx="496956" cy="50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6B3485-FE06-747E-930E-E63DEB924F9B}"/>
              </a:ext>
            </a:extLst>
          </p:cNvPr>
          <p:cNvCxnSpPr>
            <a:cxnSpLocks/>
          </p:cNvCxnSpPr>
          <p:nvPr/>
        </p:nvCxnSpPr>
        <p:spPr>
          <a:xfrm>
            <a:off x="2872409" y="2266122"/>
            <a:ext cx="14246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13E0A8-17FF-C0D0-C287-1C93E5327CBC}"/>
              </a:ext>
            </a:extLst>
          </p:cNvPr>
          <p:cNvCxnSpPr>
            <a:cxnSpLocks/>
          </p:cNvCxnSpPr>
          <p:nvPr/>
        </p:nvCxnSpPr>
        <p:spPr>
          <a:xfrm>
            <a:off x="2872409" y="3879575"/>
            <a:ext cx="14246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D82178-EF68-2CCE-9FC0-B6A16752C7F2}"/>
              </a:ext>
            </a:extLst>
          </p:cNvPr>
          <p:cNvCxnSpPr>
            <a:cxnSpLocks/>
          </p:cNvCxnSpPr>
          <p:nvPr/>
        </p:nvCxnSpPr>
        <p:spPr>
          <a:xfrm flipV="1">
            <a:off x="4449418" y="2418522"/>
            <a:ext cx="0" cy="1318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969D3C-568B-DA9B-090F-92A9CD1C98CF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2623931" y="2501917"/>
            <a:ext cx="0" cy="1048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00D582-0E94-62B7-AA19-74CB96B66C69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>
            <a:off x="2799631" y="2427684"/>
            <a:ext cx="1570165" cy="1162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E4D9F8-2112-FA81-6254-C1AE8DF34AE3}"/>
              </a:ext>
            </a:extLst>
          </p:cNvPr>
          <p:cNvCxnSpPr>
            <a:cxnSpLocks/>
          </p:cNvCxnSpPr>
          <p:nvPr/>
        </p:nvCxnSpPr>
        <p:spPr>
          <a:xfrm flipV="1">
            <a:off x="2799631" y="2418522"/>
            <a:ext cx="1649787" cy="1318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AED91A3-62A5-7C0F-1F78-9F30394645DE}"/>
                  </a:ext>
                </a:extLst>
              </p14:cNvPr>
              <p14:cNvContentPartPr/>
              <p14:nvPr/>
            </p14:nvContentPartPr>
            <p14:xfrm>
              <a:off x="5769207" y="1799165"/>
              <a:ext cx="343440" cy="395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AED91A3-62A5-7C0F-1F78-9F30394645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60207" y="1790525"/>
                <a:ext cx="361080" cy="41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EF012620-7162-8844-D30D-539E300019B1}"/>
              </a:ext>
            </a:extLst>
          </p:cNvPr>
          <p:cNvGrpSpPr/>
          <p:nvPr/>
        </p:nvGrpSpPr>
        <p:grpSpPr>
          <a:xfrm>
            <a:off x="6401007" y="1974485"/>
            <a:ext cx="262800" cy="117000"/>
            <a:chOff x="6401007" y="1974485"/>
            <a:chExt cx="262800" cy="11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BAFE52-73F8-8149-D741-A013EAAF674C}"/>
                    </a:ext>
                  </a:extLst>
                </p14:cNvPr>
                <p14:cNvContentPartPr/>
                <p14:nvPr/>
              </p14:nvContentPartPr>
              <p14:xfrm>
                <a:off x="6401007" y="1974485"/>
                <a:ext cx="2055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BAFE52-73F8-8149-D741-A013EAAF674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2007" y="1965485"/>
                  <a:ext cx="223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0B2A5B-ADB5-2C46-96BE-D8A5CE595350}"/>
                    </a:ext>
                  </a:extLst>
                </p14:cNvPr>
                <p14:cNvContentPartPr/>
                <p14:nvPr/>
              </p14:nvContentPartPr>
              <p14:xfrm>
                <a:off x="6488127" y="2091125"/>
                <a:ext cx="17568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0B2A5B-ADB5-2C46-96BE-D8A5CE5953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79487" y="2082125"/>
                  <a:ext cx="1933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E9C7BA2-650E-2875-AA1A-ECCB3873FB32}"/>
                  </a:ext>
                </a:extLst>
              </p14:cNvPr>
              <p14:cNvContentPartPr/>
              <p14:nvPr/>
            </p14:nvContentPartPr>
            <p14:xfrm>
              <a:off x="6904647" y="1780085"/>
              <a:ext cx="150840" cy="615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E9C7BA2-650E-2875-AA1A-ECCB3873FB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96007" y="1771085"/>
                <a:ext cx="168480" cy="63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CA13A23-4C2C-B384-6048-D380B7550F11}"/>
                  </a:ext>
                </a:extLst>
              </p14:cNvPr>
              <p14:cNvContentPartPr/>
              <p14:nvPr/>
            </p14:nvContentPartPr>
            <p14:xfrm>
              <a:off x="7353927" y="2032805"/>
              <a:ext cx="360" cy="389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CA13A23-4C2C-B384-6048-D380B7550F1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45287" y="2023805"/>
                <a:ext cx="18000" cy="40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1914F47-D4AE-C5D7-81FB-EA72C4A8A74C}"/>
              </a:ext>
            </a:extLst>
          </p:cNvPr>
          <p:cNvGrpSpPr/>
          <p:nvPr/>
        </p:nvGrpSpPr>
        <p:grpSpPr>
          <a:xfrm>
            <a:off x="7694487" y="2247005"/>
            <a:ext cx="360" cy="360"/>
            <a:chOff x="7694487" y="2247005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3DC960-1C36-722A-D894-99313205686F}"/>
                    </a:ext>
                  </a:extLst>
                </p14:cNvPr>
                <p14:cNvContentPartPr/>
                <p14:nvPr/>
              </p14:nvContentPartPr>
              <p14:xfrm>
                <a:off x="7694487" y="2247005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3DC960-1C36-722A-D894-9931320568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85847" y="22380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9C5048-B7D8-6811-16A9-450DFC84F29D}"/>
                    </a:ext>
                  </a:extLst>
                </p14:cNvPr>
                <p14:cNvContentPartPr/>
                <p14:nvPr/>
              </p14:nvContentPartPr>
              <p14:xfrm>
                <a:off x="7694487" y="2247005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9C5048-B7D8-6811-16A9-450DFC84F2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85847" y="22380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9843875-DCDA-7C00-5BBA-B579B5E2B8F8}"/>
                  </a:ext>
                </a:extLst>
              </p14:cNvPr>
              <p14:cNvContentPartPr/>
              <p14:nvPr/>
            </p14:nvContentPartPr>
            <p14:xfrm>
              <a:off x="7966647" y="2081405"/>
              <a:ext cx="309960" cy="344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9843875-DCDA-7C00-5BBA-B579B5E2B8F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57647" y="2072765"/>
                <a:ext cx="32760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CCC4990-9575-7FF9-C6EB-FBE63F096207}"/>
                  </a:ext>
                </a:extLst>
              </p14:cNvPr>
              <p14:cNvContentPartPr/>
              <p14:nvPr/>
            </p14:nvContentPartPr>
            <p14:xfrm>
              <a:off x="8619327" y="2090765"/>
              <a:ext cx="148320" cy="343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CCC4990-9575-7FF9-C6EB-FBE63F09620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10687" y="2081765"/>
                <a:ext cx="16596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FB5897E-E3DF-4E9B-A4F7-9D3F90E1B62C}"/>
                  </a:ext>
                </a:extLst>
              </p14:cNvPr>
              <p14:cNvContentPartPr/>
              <p14:nvPr/>
            </p14:nvContentPartPr>
            <p14:xfrm>
              <a:off x="9170847" y="2032805"/>
              <a:ext cx="150120" cy="243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FB5897E-E3DF-4E9B-A4F7-9D3F90E1B62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62207" y="2023805"/>
                <a:ext cx="1677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418DC0E-A7DB-CC1B-BAF3-139B2082C681}"/>
                  </a:ext>
                </a:extLst>
              </p14:cNvPr>
              <p14:cNvContentPartPr/>
              <p14:nvPr/>
            </p14:nvContentPartPr>
            <p14:xfrm>
              <a:off x="9545967" y="1789805"/>
              <a:ext cx="164520" cy="7711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418DC0E-A7DB-CC1B-BAF3-139B2082C68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536967" y="1780805"/>
                <a:ext cx="182160" cy="78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4E955BD-293F-E175-A8C8-5EDD33871D6C}"/>
                  </a:ext>
                </a:extLst>
              </p14:cNvPr>
              <p14:cNvContentPartPr/>
              <p14:nvPr/>
            </p14:nvContentPartPr>
            <p14:xfrm>
              <a:off x="6904287" y="3112805"/>
              <a:ext cx="247320" cy="583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4E955BD-293F-E175-A8C8-5EDD33871D6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895287" y="3103805"/>
                <a:ext cx="264960" cy="60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5FE17D6-7239-3AD5-5AC2-795D5EA9D2AE}"/>
                  </a:ext>
                </a:extLst>
              </p14:cNvPr>
              <p14:cNvContentPartPr/>
              <p14:nvPr/>
            </p14:nvContentPartPr>
            <p14:xfrm>
              <a:off x="7285887" y="2597285"/>
              <a:ext cx="2014200" cy="39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5FE17D6-7239-3AD5-5AC2-795D5EA9D2A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77247" y="2588285"/>
                <a:ext cx="203184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FA78B294-9C24-B1FA-08E6-30A5D1B18ED7}"/>
              </a:ext>
            </a:extLst>
          </p:cNvPr>
          <p:cNvGrpSpPr/>
          <p:nvPr/>
        </p:nvGrpSpPr>
        <p:grpSpPr>
          <a:xfrm>
            <a:off x="8743887" y="3491885"/>
            <a:ext cx="330840" cy="1082160"/>
            <a:chOff x="8743887" y="3491885"/>
            <a:chExt cx="330840" cy="10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EC84CB-02D1-473F-CBA9-671EEB7E5FDD}"/>
                    </a:ext>
                  </a:extLst>
                </p14:cNvPr>
                <p14:cNvContentPartPr/>
                <p14:nvPr/>
              </p14:nvContentPartPr>
              <p14:xfrm>
                <a:off x="8803647" y="3491885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EC84CB-02D1-473F-CBA9-671EEB7E5F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94647" y="34832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37E2DDE-C229-C4E6-ABB1-C7736FE656BB}"/>
                    </a:ext>
                  </a:extLst>
                </p14:cNvPr>
                <p14:cNvContentPartPr/>
                <p14:nvPr/>
              </p14:nvContentPartPr>
              <p14:xfrm>
                <a:off x="8743887" y="3491885"/>
                <a:ext cx="330840" cy="1082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37E2DDE-C229-C4E6-ABB1-C7736FE656B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35247" y="3483245"/>
                  <a:ext cx="348480" cy="10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634C16-0C56-C959-7A7E-C535D5BA0A7E}"/>
              </a:ext>
            </a:extLst>
          </p:cNvPr>
          <p:cNvGrpSpPr/>
          <p:nvPr/>
        </p:nvGrpSpPr>
        <p:grpSpPr>
          <a:xfrm>
            <a:off x="9583407" y="3346445"/>
            <a:ext cx="1353240" cy="1198440"/>
            <a:chOff x="9583407" y="3346445"/>
            <a:chExt cx="1353240" cy="11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0C669F2-AB84-CA98-EDD8-99E61E1A5CB1}"/>
                    </a:ext>
                  </a:extLst>
                </p14:cNvPr>
                <p14:cNvContentPartPr/>
                <p14:nvPr/>
              </p14:nvContentPartPr>
              <p14:xfrm>
                <a:off x="9583407" y="3861965"/>
                <a:ext cx="354600" cy="576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0C669F2-AB84-CA98-EDD8-99E61E1A5C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74767" y="3852965"/>
                  <a:ext cx="37224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968DC0-0760-7B2C-80A0-3672F35F5C9F}"/>
                    </a:ext>
                  </a:extLst>
                </p14:cNvPr>
                <p14:cNvContentPartPr/>
                <p14:nvPr/>
              </p14:nvContentPartPr>
              <p14:xfrm>
                <a:off x="10109007" y="4270565"/>
                <a:ext cx="17640" cy="123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968DC0-0760-7B2C-80A0-3672F35F5C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00007" y="4261565"/>
                  <a:ext cx="35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C50219E-A737-28DD-6E3F-D6322B52F933}"/>
                    </a:ext>
                  </a:extLst>
                </p14:cNvPr>
                <p14:cNvContentPartPr/>
                <p14:nvPr/>
              </p14:nvContentPartPr>
              <p14:xfrm>
                <a:off x="10417887" y="3792485"/>
                <a:ext cx="207720" cy="538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C50219E-A737-28DD-6E3F-D6322B52F93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09247" y="3783845"/>
                  <a:ext cx="2253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74A953E-6F6E-34AE-0F94-8D6C1FA12CF1}"/>
                    </a:ext>
                  </a:extLst>
                </p14:cNvPr>
                <p14:cNvContentPartPr/>
                <p14:nvPr/>
              </p14:nvContentPartPr>
              <p14:xfrm>
                <a:off x="10750527" y="3346445"/>
                <a:ext cx="186120" cy="1198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74A953E-6F6E-34AE-0F94-8D6C1FA12C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41527" y="3337445"/>
                  <a:ext cx="203760" cy="121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537929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1E59-985E-20B7-49B1-E1CA4247C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5676-BA5B-FB17-042B-9D023010F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this graph G and a set s={1,2,3,4}, we can verify whether there exist a clique with these vertices in S.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verification can be done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polinomial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we can prove that clique problem is NP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BED41-DF28-9AB0-17E0-1AFB4856B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82634-17AD-E3CA-ADBA-C0776006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16AC2-F76C-E209-A54E-5530397B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5333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B2F6-B888-4D15-A597-AD2D49CC9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How to prove that clique problem is NP 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E054-B35C-4B81-8414-445EE140B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5475342" cy="5340097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 an NP problem   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problem in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 time to clique 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we are taking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 set </a:t>
            </a:r>
            <a:r>
              <a:rPr lang="en-US" sz="2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,which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NP problem,  and we  can reduce that problem in polynomial time to clique problem.</a:t>
            </a:r>
          </a:p>
          <a:p>
            <a:pPr algn="just"/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679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3311CC-646C-4544-A7BC-B03FA302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solidFill>
                  <a:schemeClr val="tx2"/>
                </a:solidFill>
              </a:rPr>
              <a:t>Independent set  meaning</a:t>
            </a:r>
            <a:br>
              <a:rPr lang="en-US" sz="4800" b="1" dirty="0">
                <a:solidFill>
                  <a:schemeClr val="tx2"/>
                </a:solidFill>
              </a:rPr>
            </a:b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1F2E4C-E24E-439D-943E-82659AE29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3647" y="114435"/>
            <a:ext cx="5875047" cy="6306207"/>
          </a:xfrm>
        </p:spPr>
        <p:txBody>
          <a:bodyPr anchor="ctr">
            <a:normAutofit fontScale="85000" lnSpcReduction="20000"/>
          </a:bodyPr>
          <a:lstStyle/>
          <a:p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Consider the graph G, 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  </a:t>
            </a:r>
            <a:r>
              <a:rPr lang="en-US" sz="2600" dirty="0">
                <a:solidFill>
                  <a:srgbClr val="C00000"/>
                </a:solidFill>
              </a:rPr>
              <a:t>S={1,2,3,4} </a:t>
            </a:r>
            <a:r>
              <a:rPr lang="en-US" sz="2600" dirty="0">
                <a:solidFill>
                  <a:schemeClr val="tx2"/>
                </a:solidFill>
              </a:rPr>
              <a:t>is an independent set of G.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Means if we take any pair of vertices in U ,we cannot find an edge between them in G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Definition of Independent set </a:t>
            </a:r>
          </a:p>
          <a:p>
            <a:pPr marL="0" indent="0" algn="just">
              <a:buNone/>
            </a:pPr>
            <a:r>
              <a:rPr lang="en-US" sz="2600" i="0" dirty="0">
                <a:solidFill>
                  <a:srgbClr val="273239"/>
                </a:solidFill>
                <a:effectLst/>
                <a:latin typeface="urw-din"/>
              </a:rPr>
              <a:t>An Independent Set S of graph G = (V, E) is a set of vertices such that no two vertices in S are adjacent to each other.</a:t>
            </a:r>
            <a:endParaRPr lang="en-US" sz="2600" dirty="0">
              <a:solidFill>
                <a:schemeClr val="tx2"/>
              </a:solidFill>
            </a:endParaRPr>
          </a:p>
          <a:p>
            <a:pPr algn="just"/>
            <a:endParaRPr lang="en-US" sz="35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         </a:t>
            </a:r>
          </a:p>
          <a:p>
            <a:pPr marL="0" indent="0">
              <a:buNone/>
            </a:pPr>
            <a:endParaRPr lang="en-US" sz="42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4200" b="1" dirty="0">
                <a:solidFill>
                  <a:schemeClr val="tx2"/>
                </a:solidFill>
              </a:rPr>
              <a:t>G</a:t>
            </a:r>
            <a:endParaRPr lang="en-US" sz="1800" b="1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pPr lvl="1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B36FE7-C749-476A-AEF6-45A0C88CE5E4}"/>
              </a:ext>
            </a:extLst>
          </p:cNvPr>
          <p:cNvSpPr/>
          <p:nvPr/>
        </p:nvSpPr>
        <p:spPr>
          <a:xfrm>
            <a:off x="6849095" y="3629708"/>
            <a:ext cx="504497" cy="4939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D948B3-4FC4-4934-888D-8F2B4CC09BD7}"/>
              </a:ext>
            </a:extLst>
          </p:cNvPr>
          <p:cNvSpPr/>
          <p:nvPr/>
        </p:nvSpPr>
        <p:spPr>
          <a:xfrm>
            <a:off x="9026063" y="3678194"/>
            <a:ext cx="504497" cy="4939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AE29DCC-EA60-43C5-946D-115252F29825}"/>
              </a:ext>
            </a:extLst>
          </p:cNvPr>
          <p:cNvSpPr/>
          <p:nvPr/>
        </p:nvSpPr>
        <p:spPr>
          <a:xfrm>
            <a:off x="6849096" y="4725878"/>
            <a:ext cx="504497" cy="4939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6451DCE-5330-47B5-99D0-55148584BB50}"/>
              </a:ext>
            </a:extLst>
          </p:cNvPr>
          <p:cNvSpPr/>
          <p:nvPr/>
        </p:nvSpPr>
        <p:spPr>
          <a:xfrm>
            <a:off x="9026063" y="4748981"/>
            <a:ext cx="504497" cy="470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E5B604-0888-4494-BDC9-B26FEB30065C}"/>
              </a:ext>
            </a:extLst>
          </p:cNvPr>
          <p:cNvSpPr/>
          <p:nvPr/>
        </p:nvSpPr>
        <p:spPr>
          <a:xfrm>
            <a:off x="8058715" y="5996698"/>
            <a:ext cx="504497" cy="4939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6A3099-9432-4273-BCF8-985E692604F5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7205343" y="5219865"/>
            <a:ext cx="927254" cy="849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1E86672-837B-4410-8F8C-3F3E40ADBC1C}"/>
              </a:ext>
            </a:extLst>
          </p:cNvPr>
          <p:cNvCxnSpPr>
            <a:cxnSpLocks/>
            <a:stCxn id="38" idx="7"/>
          </p:cNvCxnSpPr>
          <p:nvPr/>
        </p:nvCxnSpPr>
        <p:spPr>
          <a:xfrm flipV="1">
            <a:off x="8489330" y="5225712"/>
            <a:ext cx="644461" cy="843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2110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A6AC-6EAC-47A2-9964-1315D583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91260"/>
            <a:ext cx="6594189" cy="1625210"/>
          </a:xfrm>
        </p:spPr>
        <p:txBody>
          <a:bodyPr>
            <a:normAutofit/>
          </a:bodyPr>
          <a:lstStyle/>
          <a:p>
            <a:r>
              <a:rPr lang="en-US" b="1" i="0">
                <a:solidFill>
                  <a:srgbClr val="FFFFFF"/>
                </a:solidFill>
                <a:effectLst/>
                <a:latin typeface="urw-din"/>
              </a:rPr>
              <a:t>Independent set Problem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 descr="An abstract financial digital analysis">
            <a:extLst>
              <a:ext uri="{FF2B5EF4-FFF2-40B4-BE49-F238E27FC236}">
                <a16:creationId xmlns:a16="http://schemas.microsoft.com/office/drawing/2014/main" id="{C0AD5BCA-EF35-413F-89DC-1BCA7FB33F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6" r="1999" b="3"/>
          <a:stretch/>
        </p:blipFill>
        <p:spPr>
          <a:xfrm>
            <a:off x="327547" y="2454903"/>
            <a:ext cx="7058306" cy="40802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2B95D-D742-47EF-A2DC-D50A599D3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572" y="917725"/>
            <a:ext cx="4170881" cy="4852362"/>
          </a:xfrm>
        </p:spPr>
        <p:txBody>
          <a:bodyPr anchor="ctr">
            <a:normAutofit/>
          </a:bodyPr>
          <a:lstStyle/>
          <a:p>
            <a:pPr algn="just"/>
            <a:r>
              <a:rPr lang="en-US" sz="3200" b="0" i="0" dirty="0">
                <a:effectLst/>
                <a:latin typeface="urw-din"/>
              </a:rPr>
              <a:t> Given a graph G(V, E) and an integer k, decide if the graph contains an independent set of vertices of size =k.?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200426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1204-9315-4628-9481-D55F47D7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588" y="662400"/>
            <a:ext cx="10055721" cy="1325563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D4FF9-5AA6-4F93-A5A8-98C6ADBAA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197" y="2286001"/>
            <a:ext cx="10089112" cy="3909599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tx1">
                    <a:alpha val="60000"/>
                  </a:schemeClr>
                </a:solidFill>
              </a:rPr>
              <a:t>Consider the following graph G</a:t>
            </a:r>
          </a:p>
          <a:p>
            <a:endParaRPr lang="en-US" sz="2400" dirty="0">
              <a:solidFill>
                <a:schemeClr val="tx1">
                  <a:alpha val="60000"/>
                </a:schemeClr>
              </a:solidFill>
            </a:endParaRPr>
          </a:p>
          <a:p>
            <a:endParaRPr lang="en-US" sz="2400" dirty="0">
              <a:solidFill>
                <a:schemeClr val="tx1">
                  <a:alpha val="60000"/>
                </a:schemeClr>
              </a:solidFill>
            </a:endParaRPr>
          </a:p>
          <a:p>
            <a:endParaRPr lang="en-US" sz="2400" dirty="0">
              <a:solidFill>
                <a:schemeClr val="tx1">
                  <a:alpha val="60000"/>
                </a:schemeClr>
              </a:solidFill>
            </a:endParaRPr>
          </a:p>
          <a:p>
            <a:endParaRPr lang="en-US" sz="2400" dirty="0">
              <a:solidFill>
                <a:schemeClr val="tx1">
                  <a:alpha val="60000"/>
                </a:schemeClr>
              </a:solidFill>
            </a:endParaRPr>
          </a:p>
          <a:p>
            <a:endParaRPr lang="en-US" sz="2400" dirty="0">
              <a:solidFill>
                <a:schemeClr val="tx1">
                  <a:alpha val="60000"/>
                </a:schemeClr>
              </a:solidFill>
            </a:endParaRPr>
          </a:p>
          <a:p>
            <a:endParaRPr lang="en-US" sz="2400" dirty="0">
              <a:solidFill>
                <a:schemeClr val="tx1">
                  <a:alpha val="6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alpha val="60000"/>
                  </a:schemeClr>
                </a:solidFill>
              </a:rPr>
              <a:t>Here S={1,2,3,4} is an independent set of size 4</a:t>
            </a:r>
          </a:p>
          <a:p>
            <a:r>
              <a:rPr lang="en-US" sz="2400" dirty="0">
                <a:solidFill>
                  <a:schemeClr val="tx1">
                    <a:alpha val="60000"/>
                  </a:schemeClr>
                </a:solidFill>
              </a:rPr>
              <a:t>Create the complement G’ of G</a:t>
            </a:r>
          </a:p>
          <a:p>
            <a:r>
              <a:rPr lang="en-US" sz="2400" dirty="0">
                <a:solidFill>
                  <a:schemeClr val="tx1">
                    <a:alpha val="60000"/>
                  </a:schemeClr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8A566-A7DE-4CBB-B189-C13654BF2F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483" t="56399" r="37414" b="13256"/>
          <a:stretch/>
        </p:blipFill>
        <p:spPr>
          <a:xfrm>
            <a:off x="5567082" y="2388475"/>
            <a:ext cx="2207172" cy="208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275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F9688-ACFF-4717-906A-DA82845ED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045" y="1815115"/>
            <a:ext cx="6798363" cy="488328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G’ can be created by addition  and deletion of edges </a:t>
            </a:r>
          </a:p>
          <a:p>
            <a:pPr algn="just"/>
            <a:r>
              <a:rPr lang="en-US" sz="2400" dirty="0"/>
              <a:t>Here G’ contains a clique of size K=4,</a:t>
            </a:r>
          </a:p>
          <a:p>
            <a:pPr algn="just"/>
            <a:r>
              <a:rPr lang="en-US" sz="2400" dirty="0"/>
              <a:t>Thus, we reduced clique of size 4 from Independent set of size 4 in G, which can do in polynomial time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Now take the graph </a:t>
            </a:r>
            <a:r>
              <a:rPr lang="en-US" sz="2400" dirty="0" err="1"/>
              <a:t>G’,it</a:t>
            </a:r>
            <a:r>
              <a:rPr lang="en-US" sz="2400" dirty="0"/>
              <a:t> consist of a clique of size 4,if we take the vertices of clique in </a:t>
            </a:r>
            <a:r>
              <a:rPr lang="en-US" sz="2400" dirty="0" err="1"/>
              <a:t>G’,these</a:t>
            </a:r>
            <a:r>
              <a:rPr lang="en-US" sz="2400" dirty="0"/>
              <a:t> vertices are elements of  independent set in </a:t>
            </a:r>
            <a:r>
              <a:rPr lang="en-US" sz="2400" dirty="0" err="1"/>
              <a:t>G,which</a:t>
            </a:r>
            <a:r>
              <a:rPr lang="en-US" sz="2400" dirty="0"/>
              <a:t> is of size 4</a:t>
            </a:r>
          </a:p>
          <a:p>
            <a:pPr algn="just"/>
            <a:r>
              <a:rPr lang="en-US" sz="2400" dirty="0"/>
              <a:t>Thus, we created   independent set problem from clique problem</a:t>
            </a:r>
          </a:p>
          <a:p>
            <a:pPr algn="just"/>
            <a:r>
              <a:rPr lang="en-US" sz="2400" dirty="0"/>
              <a:t>Thus we can prove that clique problem is NP hard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F197181-AABD-4622-B8DF-6B0EA4D88461}"/>
              </a:ext>
            </a:extLst>
          </p:cNvPr>
          <p:cNvSpPr/>
          <p:nvPr/>
        </p:nvSpPr>
        <p:spPr>
          <a:xfrm>
            <a:off x="2375453" y="1995021"/>
            <a:ext cx="496956" cy="50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9F357BD-E0CA-4DB0-9768-EA9A056E77EC}"/>
              </a:ext>
            </a:extLst>
          </p:cNvPr>
          <p:cNvSpPr/>
          <p:nvPr/>
        </p:nvSpPr>
        <p:spPr>
          <a:xfrm>
            <a:off x="4297018" y="3510116"/>
            <a:ext cx="496956" cy="5474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216EE3-EC50-4857-A37B-148F51A4B7FF}"/>
              </a:ext>
            </a:extLst>
          </p:cNvPr>
          <p:cNvSpPr/>
          <p:nvPr/>
        </p:nvSpPr>
        <p:spPr>
          <a:xfrm>
            <a:off x="2375453" y="3550650"/>
            <a:ext cx="496956" cy="50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3F77DB-BEAF-4DA1-819E-D0D25F1FB79E}"/>
              </a:ext>
            </a:extLst>
          </p:cNvPr>
          <p:cNvSpPr/>
          <p:nvPr/>
        </p:nvSpPr>
        <p:spPr>
          <a:xfrm>
            <a:off x="4297018" y="1938534"/>
            <a:ext cx="496956" cy="50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48E3B0-BA8B-4FC3-ADCF-255459CD0A7A}"/>
              </a:ext>
            </a:extLst>
          </p:cNvPr>
          <p:cNvSpPr/>
          <p:nvPr/>
        </p:nvSpPr>
        <p:spPr>
          <a:xfrm>
            <a:off x="3533361" y="4577292"/>
            <a:ext cx="496956" cy="50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8AA39D-1AB1-4B4E-87F5-6D5C91BA29B2}"/>
              </a:ext>
            </a:extLst>
          </p:cNvPr>
          <p:cNvCxnSpPr/>
          <p:nvPr/>
        </p:nvCxnSpPr>
        <p:spPr>
          <a:xfrm flipV="1">
            <a:off x="8786191" y="2425148"/>
            <a:ext cx="0" cy="9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4D6BF2-EF63-4DCF-AA18-4B8216037DB1}"/>
              </a:ext>
            </a:extLst>
          </p:cNvPr>
          <p:cNvCxnSpPr>
            <a:cxnSpLocks/>
          </p:cNvCxnSpPr>
          <p:nvPr/>
        </p:nvCxnSpPr>
        <p:spPr>
          <a:xfrm>
            <a:off x="2872409" y="2266122"/>
            <a:ext cx="14246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F0C1B2-2622-4258-BF14-3618A359AE75}"/>
              </a:ext>
            </a:extLst>
          </p:cNvPr>
          <p:cNvCxnSpPr>
            <a:cxnSpLocks/>
          </p:cNvCxnSpPr>
          <p:nvPr/>
        </p:nvCxnSpPr>
        <p:spPr>
          <a:xfrm>
            <a:off x="2872409" y="3879575"/>
            <a:ext cx="14246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7107CB-DD1A-4944-B46D-CCFA4DD807B1}"/>
              </a:ext>
            </a:extLst>
          </p:cNvPr>
          <p:cNvCxnSpPr>
            <a:cxnSpLocks/>
          </p:cNvCxnSpPr>
          <p:nvPr/>
        </p:nvCxnSpPr>
        <p:spPr>
          <a:xfrm flipV="1">
            <a:off x="4449418" y="2418522"/>
            <a:ext cx="0" cy="1318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80927F-26B7-4E32-A2D0-C8C4E584561A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2623931" y="2501917"/>
            <a:ext cx="0" cy="1048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B433C1F-4BAD-48D4-922B-960D30E504D5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2799631" y="2427684"/>
            <a:ext cx="1570165" cy="1162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52F1F0-A8E7-4EB6-A38C-7C14D76280BE}"/>
              </a:ext>
            </a:extLst>
          </p:cNvPr>
          <p:cNvCxnSpPr>
            <a:cxnSpLocks/>
          </p:cNvCxnSpPr>
          <p:nvPr/>
        </p:nvCxnSpPr>
        <p:spPr>
          <a:xfrm flipV="1">
            <a:off x="2799631" y="2418522"/>
            <a:ext cx="1649787" cy="1318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CE97514-79F8-4BB3-8A0F-27474B48484F}"/>
              </a:ext>
            </a:extLst>
          </p:cNvPr>
          <p:cNvSpPr txBox="1"/>
          <p:nvPr/>
        </p:nvSpPr>
        <p:spPr>
          <a:xfrm>
            <a:off x="2211456" y="5420550"/>
            <a:ext cx="1321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G’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31D700-A579-5AF7-38F2-9335457BEE85}"/>
              </a:ext>
            </a:extLst>
          </p:cNvPr>
          <p:cNvGrpSpPr/>
          <p:nvPr/>
        </p:nvGrpSpPr>
        <p:grpSpPr>
          <a:xfrm>
            <a:off x="1845567" y="2139725"/>
            <a:ext cx="3476520" cy="2589480"/>
            <a:chOff x="1845567" y="2139725"/>
            <a:chExt cx="3476520" cy="258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B9F555A-EFB2-A413-3876-D76B73A11B90}"/>
                    </a:ext>
                  </a:extLst>
                </p14:cNvPr>
                <p14:cNvContentPartPr/>
                <p14:nvPr/>
              </p14:nvContentPartPr>
              <p14:xfrm>
                <a:off x="1845567" y="2353925"/>
                <a:ext cx="1733760" cy="2375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B9F555A-EFB2-A413-3876-D76B73A11B9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36567" y="2345285"/>
                  <a:ext cx="1751400" cy="23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56CB40-548E-B031-861D-09F090BFEB09}"/>
                    </a:ext>
                  </a:extLst>
                </p14:cNvPr>
                <p14:cNvContentPartPr/>
                <p14:nvPr/>
              </p14:nvContentPartPr>
              <p14:xfrm>
                <a:off x="3989367" y="2237285"/>
                <a:ext cx="1332720" cy="2415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56CB40-548E-B031-861D-09F090BFEB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80367" y="2228285"/>
                  <a:ext cx="1350360" cy="24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D5C21F6-3C4F-2303-624C-9830F4AB96D7}"/>
                    </a:ext>
                  </a:extLst>
                </p14:cNvPr>
                <p14:cNvContentPartPr/>
                <p14:nvPr/>
              </p14:nvContentPartPr>
              <p14:xfrm>
                <a:off x="3492207" y="2139725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D5C21F6-3C4F-2303-624C-9830F4AB96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83207" y="213108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3949D0F-45DF-F701-54C5-AB364B6D5CDA}"/>
                  </a:ext>
                </a:extLst>
              </p14:cNvPr>
              <p14:cNvContentPartPr/>
              <p14:nvPr/>
            </p14:nvContentPartPr>
            <p14:xfrm>
              <a:off x="6002487" y="593165"/>
              <a:ext cx="352080" cy="420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3949D0F-45DF-F701-54C5-AB364B6D5C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93847" y="584165"/>
                <a:ext cx="369720" cy="43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59FD489-614D-9B30-90CD-4CC71C31B5AD}"/>
              </a:ext>
            </a:extLst>
          </p:cNvPr>
          <p:cNvGrpSpPr/>
          <p:nvPr/>
        </p:nvGrpSpPr>
        <p:grpSpPr>
          <a:xfrm>
            <a:off x="6916167" y="690365"/>
            <a:ext cx="290520" cy="117000"/>
            <a:chOff x="6916167" y="690365"/>
            <a:chExt cx="290520" cy="11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A4991C-13FC-F76D-61FB-6B8C6B6A8E71}"/>
                    </a:ext>
                  </a:extLst>
                </p14:cNvPr>
                <p14:cNvContentPartPr/>
                <p14:nvPr/>
              </p14:nvContentPartPr>
              <p14:xfrm>
                <a:off x="6916167" y="690365"/>
                <a:ext cx="21672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A4991C-13FC-F76D-61FB-6B8C6B6A8E7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07167" y="681365"/>
                  <a:ext cx="234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1DAFE8-FD0E-DA79-1FCD-E2348B727FD7}"/>
                    </a:ext>
                  </a:extLst>
                </p14:cNvPr>
                <p14:cNvContentPartPr/>
                <p14:nvPr/>
              </p14:nvContentPartPr>
              <p14:xfrm>
                <a:off x="6955047" y="807005"/>
                <a:ext cx="25164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1DAFE8-FD0E-DA79-1FCD-E2348B727F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46407" y="798365"/>
                  <a:ext cx="2692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FCB4E22-944F-E9BE-E1F0-C01E04A84A67}"/>
                  </a:ext>
                </a:extLst>
              </p14:cNvPr>
              <p14:cNvContentPartPr/>
              <p14:nvPr/>
            </p14:nvContentPartPr>
            <p14:xfrm>
              <a:off x="7610967" y="213725"/>
              <a:ext cx="253800" cy="768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FCB4E22-944F-E9BE-E1F0-C01E04A84A6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02327" y="205085"/>
                <a:ext cx="271440" cy="7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552945F-A1AE-7E4C-B63C-D713816A75EC}"/>
                  </a:ext>
                </a:extLst>
              </p14:cNvPr>
              <p14:cNvContentPartPr/>
              <p14:nvPr/>
            </p14:nvContentPartPr>
            <p14:xfrm>
              <a:off x="8161407" y="544565"/>
              <a:ext cx="360" cy="423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552945F-A1AE-7E4C-B63C-D713816A75E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52767" y="535925"/>
                <a:ext cx="1800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A0EBA07-09FC-CB9F-1088-5D6C2A527AF1}"/>
                  </a:ext>
                </a:extLst>
              </p14:cNvPr>
              <p14:cNvContentPartPr/>
              <p14:nvPr/>
            </p14:nvContentPartPr>
            <p14:xfrm>
              <a:off x="8719047" y="505685"/>
              <a:ext cx="328680" cy="437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A0EBA07-09FC-CB9F-1088-5D6C2A527AF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0407" y="496685"/>
                <a:ext cx="34632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15D9A39-1D87-A588-E56C-EFE6806D2EE9}"/>
                  </a:ext>
                </a:extLst>
              </p14:cNvPr>
              <p14:cNvContentPartPr/>
              <p14:nvPr/>
            </p14:nvContentPartPr>
            <p14:xfrm>
              <a:off x="9455247" y="485165"/>
              <a:ext cx="255600" cy="4406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15D9A39-1D87-A588-E56C-EFE6806D2E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46247" y="476525"/>
                <a:ext cx="273240" cy="45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7656AB9-64FA-987D-6C0B-4191D1A2A0F7}"/>
              </a:ext>
            </a:extLst>
          </p:cNvPr>
          <p:cNvGrpSpPr/>
          <p:nvPr/>
        </p:nvGrpSpPr>
        <p:grpSpPr>
          <a:xfrm>
            <a:off x="10231407" y="324245"/>
            <a:ext cx="779400" cy="796320"/>
            <a:chOff x="10231407" y="324245"/>
            <a:chExt cx="779400" cy="79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3F7CB0F-CC8C-B6F6-5F4E-5E19E214B99D}"/>
                    </a:ext>
                  </a:extLst>
                </p14:cNvPr>
                <p14:cNvContentPartPr/>
                <p14:nvPr/>
              </p14:nvContentPartPr>
              <p14:xfrm>
                <a:off x="10231407" y="583805"/>
                <a:ext cx="286560" cy="457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3F7CB0F-CC8C-B6F6-5F4E-5E19E214B9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22767" y="574805"/>
                  <a:ext cx="3042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5CCA2CF-68CD-FC61-C1B8-E421B3A1D5B7}"/>
                    </a:ext>
                  </a:extLst>
                </p14:cNvPr>
                <p14:cNvContentPartPr/>
                <p14:nvPr/>
              </p14:nvContentPartPr>
              <p14:xfrm>
                <a:off x="10700127" y="324245"/>
                <a:ext cx="310680" cy="796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5CCA2CF-68CD-FC61-C1B8-E421B3A1D5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91487" y="315245"/>
                  <a:ext cx="328320" cy="81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052638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19AD-0F32-4A13-9E3A-907446FE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6D4D-EA30-4C51-860C-D7FF34ACF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proved clique is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NP problem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NP hard problem</a:t>
            </a:r>
          </a:p>
          <a:p>
            <a:pPr marL="0" indent="0">
              <a:buNone/>
            </a:pPr>
            <a:r>
              <a:rPr lang="en-US" dirty="0"/>
              <a:t>Thus, we have proved that clique decision problem in NP Complete </a:t>
            </a:r>
          </a:p>
        </p:txBody>
      </p:sp>
    </p:spTree>
    <p:extLst>
      <p:ext uri="{BB962C8B-B14F-4D97-AF65-F5344CB8AC3E}">
        <p14:creationId xmlns:p14="http://schemas.microsoft.com/office/powerpoint/2010/main" val="41001807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nes intersecting at pushpin">
            <a:extLst>
              <a:ext uri="{FF2B5EF4-FFF2-40B4-BE49-F238E27FC236}">
                <a16:creationId xmlns:a16="http://schemas.microsoft.com/office/drawing/2014/main" id="{2C775337-ABFC-463B-811E-C3DF39F709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9391" b="634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96EDC5D-D3A2-410B-A803-9A723AA5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0" i="0" u="none" strike="noStrike" baseline="0" dirty="0">
                <a:solidFill>
                  <a:srgbClr val="FFC000"/>
                </a:solidFill>
              </a:rPr>
              <a:t> prove that </a:t>
            </a:r>
            <a:r>
              <a:rPr lang="en-US" sz="6000" b="0" i="0" u="none" strike="noStrike" baseline="0" dirty="0">
                <a:solidFill>
                  <a:srgbClr val="00B0F0"/>
                </a:solidFill>
              </a:rPr>
              <a:t>Vertex Cover problem</a:t>
            </a:r>
            <a:r>
              <a:rPr lang="en-US" sz="6000" b="0" i="0" u="none" strike="noStrike" baseline="0" dirty="0">
                <a:solidFill>
                  <a:srgbClr val="FFC000"/>
                </a:solidFill>
              </a:rPr>
              <a:t> is NP Complete</a:t>
            </a:r>
            <a:endParaRPr lang="en-US" sz="6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9418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9B8A7A-CB15-4AA1-8861-0723C27C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Meaning of 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41064F7-82AC-4ADC-91ED-07E04A4E54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9226" y="2890979"/>
                <a:ext cx="10707974" cy="2693976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2"/>
                    </a:solidFill>
                  </a:rPr>
                  <a:t>Let G=(V,E), </a:t>
                </a:r>
              </a:p>
              <a:p>
                <a:r>
                  <a:rPr lang="en-US" dirty="0">
                    <a:solidFill>
                      <a:schemeClr val="tx2"/>
                    </a:solidFill>
                  </a:rPr>
                  <a:t>Let U be a subset of vertices in G</a:t>
                </a:r>
              </a:p>
              <a:p>
                <a:r>
                  <a:rPr lang="en-US" dirty="0">
                    <a:solidFill>
                      <a:schemeClr val="tx2"/>
                    </a:solidFill>
                  </a:rPr>
                  <a:t>U is called vertex cover of G if we take every edge in e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𝑒𝑑𝑔𝑒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𝑤𝑖𝑙𝑙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𝑖𝑛𝑐𝑖𝑑𝑒𝑛𝑡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𝑎𝑡𝑙𝑒𝑎𝑠𝑡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𝑜𝑛𝑒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𝑣𝑒𝑟𝑡𝑒𝑥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endParaRPr lang="en-US" b="0" dirty="0">
                  <a:solidFill>
                    <a:schemeClr val="tx2"/>
                  </a:solidFill>
                  <a:ea typeface="Cambria Math" panose="02040503050406030204" pitchFamily="18" charset="0"/>
                </a:endParaRPr>
              </a:p>
              <a:p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41064F7-82AC-4ADC-91ED-07E04A4E54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9226" y="2890979"/>
                <a:ext cx="10707974" cy="2693976"/>
              </a:xfrm>
              <a:blipFill>
                <a:blip r:embed="rId2"/>
                <a:stretch>
                  <a:fillRect l="-1024" t="-3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1814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E312CC3-BD69-422C-9D7C-86CECA8B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063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5290B4-E8AF-4141-B9BD-1295F3CFC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6764" y="1788105"/>
            <a:ext cx="6467035" cy="4351338"/>
          </a:xfrm>
        </p:spPr>
        <p:txBody>
          <a:bodyPr/>
          <a:lstStyle/>
          <a:p>
            <a:r>
              <a:rPr lang="en-US" dirty="0"/>
              <a:t>Consider this graph G,</a:t>
            </a:r>
          </a:p>
          <a:p>
            <a:r>
              <a:rPr lang="en-US" dirty="0"/>
              <a:t>Let U={1,2,3}</a:t>
            </a:r>
          </a:p>
          <a:p>
            <a:r>
              <a:rPr lang="en-US" dirty="0"/>
              <a:t>The set U is a vertex cover of G ,since each vertex in G incident on </a:t>
            </a:r>
            <a:r>
              <a:rPr lang="en-US" dirty="0" err="1"/>
              <a:t>atleast</a:t>
            </a:r>
            <a:r>
              <a:rPr lang="en-US" dirty="0"/>
              <a:t> one vertex in U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4ACA07-6A03-4D72-91F7-157F1DD47290}"/>
              </a:ext>
            </a:extLst>
          </p:cNvPr>
          <p:cNvSpPr/>
          <p:nvPr/>
        </p:nvSpPr>
        <p:spPr>
          <a:xfrm>
            <a:off x="2337954" y="1995055"/>
            <a:ext cx="498763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70B2D6-CF2F-4073-9A2E-6FED14799768}"/>
              </a:ext>
            </a:extLst>
          </p:cNvPr>
          <p:cNvSpPr/>
          <p:nvPr/>
        </p:nvSpPr>
        <p:spPr>
          <a:xfrm>
            <a:off x="2323981" y="3383795"/>
            <a:ext cx="498763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F91417-1D20-4E83-8C93-5F5ED3DEAFD3}"/>
              </a:ext>
            </a:extLst>
          </p:cNvPr>
          <p:cNvSpPr/>
          <p:nvPr/>
        </p:nvSpPr>
        <p:spPr>
          <a:xfrm>
            <a:off x="4135223" y="3392274"/>
            <a:ext cx="498763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BCD764-B12A-47F8-A474-18974817541F}"/>
              </a:ext>
            </a:extLst>
          </p:cNvPr>
          <p:cNvSpPr/>
          <p:nvPr/>
        </p:nvSpPr>
        <p:spPr>
          <a:xfrm>
            <a:off x="4135224" y="1995055"/>
            <a:ext cx="498763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702947-26CF-440D-AA14-134BC4A3347D}"/>
              </a:ext>
            </a:extLst>
          </p:cNvPr>
          <p:cNvCxnSpPr>
            <a:stCxn id="3" idx="6"/>
            <a:endCxn id="7" idx="2"/>
          </p:cNvCxnSpPr>
          <p:nvPr/>
        </p:nvCxnSpPr>
        <p:spPr>
          <a:xfrm>
            <a:off x="2836717" y="2280805"/>
            <a:ext cx="12985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5F5CA0-2627-4C3D-9A8D-80E290B10947}"/>
              </a:ext>
            </a:extLst>
          </p:cNvPr>
          <p:cNvCxnSpPr>
            <a:cxnSpLocks/>
          </p:cNvCxnSpPr>
          <p:nvPr/>
        </p:nvCxnSpPr>
        <p:spPr>
          <a:xfrm>
            <a:off x="2573362" y="2433205"/>
            <a:ext cx="13974" cy="1087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8BDF3C-31B5-48F2-B160-D5B2CF7541E8}"/>
              </a:ext>
            </a:extLst>
          </p:cNvPr>
          <p:cNvCxnSpPr>
            <a:cxnSpLocks/>
          </p:cNvCxnSpPr>
          <p:nvPr/>
        </p:nvCxnSpPr>
        <p:spPr>
          <a:xfrm flipV="1">
            <a:off x="4461044" y="2433205"/>
            <a:ext cx="0" cy="1236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5E6BB2-E50A-4953-883F-CC6057A4385E}"/>
              </a:ext>
            </a:extLst>
          </p:cNvPr>
          <p:cNvCxnSpPr/>
          <p:nvPr/>
        </p:nvCxnSpPr>
        <p:spPr>
          <a:xfrm>
            <a:off x="2836718" y="3683339"/>
            <a:ext cx="12985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C44420-0C9D-4D6A-8BE6-601BEFB5C5F1}"/>
              </a:ext>
            </a:extLst>
          </p:cNvPr>
          <p:cNvCxnSpPr>
            <a:cxnSpLocks/>
            <a:stCxn id="3" idx="5"/>
            <a:endCxn id="6" idx="1"/>
          </p:cNvCxnSpPr>
          <p:nvPr/>
        </p:nvCxnSpPr>
        <p:spPr>
          <a:xfrm>
            <a:off x="2763675" y="2482861"/>
            <a:ext cx="1444590" cy="9931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22838D3-1179-4DCB-AA20-60A205CC40C9}"/>
              </a:ext>
            </a:extLst>
          </p:cNvPr>
          <p:cNvSpPr txBox="1"/>
          <p:nvPr/>
        </p:nvSpPr>
        <p:spPr>
          <a:xfrm>
            <a:off x="3210791" y="1627626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ABE349-189F-4671-B225-95A458C9255A}"/>
              </a:ext>
            </a:extLst>
          </p:cNvPr>
          <p:cNvSpPr txBox="1"/>
          <p:nvPr/>
        </p:nvSpPr>
        <p:spPr>
          <a:xfrm>
            <a:off x="4633935" y="2691245"/>
            <a:ext cx="61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A345B6-09EA-48C0-9F0B-10B1E7E69167}"/>
              </a:ext>
            </a:extLst>
          </p:cNvPr>
          <p:cNvSpPr txBox="1"/>
          <p:nvPr/>
        </p:nvSpPr>
        <p:spPr>
          <a:xfrm>
            <a:off x="3174219" y="3955295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BD3B85-08CB-4D1D-B5CA-59EE12A4ABF9}"/>
              </a:ext>
            </a:extLst>
          </p:cNvPr>
          <p:cNvSpPr txBox="1"/>
          <p:nvPr/>
        </p:nvSpPr>
        <p:spPr>
          <a:xfrm>
            <a:off x="1986429" y="2836595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98E438-2BE8-4A11-B055-7ED8421456A8}"/>
              </a:ext>
            </a:extLst>
          </p:cNvPr>
          <p:cNvSpPr txBox="1"/>
          <p:nvPr/>
        </p:nvSpPr>
        <p:spPr>
          <a:xfrm>
            <a:off x="3460172" y="2611564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D6D2E0-06F0-E443-1B62-54B851E48963}"/>
              </a:ext>
            </a:extLst>
          </p:cNvPr>
          <p:cNvGrpSpPr/>
          <p:nvPr/>
        </p:nvGrpSpPr>
        <p:grpSpPr>
          <a:xfrm>
            <a:off x="4921767" y="5049245"/>
            <a:ext cx="770040" cy="501840"/>
            <a:chOff x="4921767" y="5049245"/>
            <a:chExt cx="77004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54BEB1A-D0BC-E5C8-DC5B-A99D7D50EA9C}"/>
                    </a:ext>
                  </a:extLst>
                </p14:cNvPr>
                <p14:cNvContentPartPr/>
                <p14:nvPr/>
              </p14:nvContentPartPr>
              <p14:xfrm>
                <a:off x="4921767" y="5070125"/>
                <a:ext cx="468000" cy="480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54BEB1A-D0BC-E5C8-DC5B-A99D7D50EA9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13127" y="5061125"/>
                  <a:ext cx="4856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846E5F4-DB94-C837-2DE9-AA04A0B8991E}"/>
                    </a:ext>
                  </a:extLst>
                </p14:cNvPr>
                <p14:cNvContentPartPr/>
                <p14:nvPr/>
              </p14:nvContentPartPr>
              <p14:xfrm>
                <a:off x="5388687" y="5049245"/>
                <a:ext cx="303120" cy="452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846E5F4-DB94-C837-2DE9-AA04A0B899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80047" y="5040605"/>
                  <a:ext cx="320760" cy="47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8E0E06-035C-02CD-00BB-12EBB47E967A}"/>
                  </a:ext>
                </a:extLst>
              </p14:cNvPr>
              <p14:cNvContentPartPr/>
              <p14:nvPr/>
            </p14:nvContentPartPr>
            <p14:xfrm>
              <a:off x="6040647" y="5126285"/>
              <a:ext cx="177480" cy="10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8E0E06-035C-02CD-00BB-12EBB47E96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31647" y="5117285"/>
                <a:ext cx="19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2FB275-72FF-CCC1-D848-8CFBC726A3EC}"/>
                  </a:ext>
                </a:extLst>
              </p14:cNvPr>
              <p14:cNvContentPartPr/>
              <p14:nvPr/>
            </p14:nvContentPartPr>
            <p14:xfrm>
              <a:off x="6011487" y="5340485"/>
              <a:ext cx="127080" cy="10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12FB275-72FF-CCC1-D848-8CFBC726A3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02847" y="5331485"/>
                <a:ext cx="1447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FCC614-69F9-05CD-8600-7C733BAD61AE}"/>
                  </a:ext>
                </a:extLst>
              </p14:cNvPr>
              <p14:cNvContentPartPr/>
              <p14:nvPr/>
            </p14:nvContentPartPr>
            <p14:xfrm>
              <a:off x="6651567" y="4630205"/>
              <a:ext cx="209880" cy="903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FCC614-69F9-05CD-8600-7C733BAD61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2927" y="4621565"/>
                <a:ext cx="22752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48C46EC-531F-04DB-16E7-C7FCC6B4318A}"/>
                  </a:ext>
                </a:extLst>
              </p14:cNvPr>
              <p14:cNvContentPartPr/>
              <p14:nvPr/>
            </p14:nvContentPartPr>
            <p14:xfrm>
              <a:off x="7207767" y="4931885"/>
              <a:ext cx="360" cy="465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48C46EC-531F-04DB-16E7-C7FCC6B431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99127" y="4922885"/>
                <a:ext cx="1800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D171F4D-A429-475A-79FB-D601C3C2B7B0}"/>
                  </a:ext>
                </a:extLst>
              </p14:cNvPr>
              <p14:cNvContentPartPr/>
              <p14:nvPr/>
            </p14:nvContentPartPr>
            <p14:xfrm>
              <a:off x="8060967" y="4922165"/>
              <a:ext cx="219960" cy="554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D171F4D-A429-475A-79FB-D601C3C2B7B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51967" y="4913165"/>
                <a:ext cx="237600" cy="57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37B3233-8100-35FA-E7DD-EFF3395B0830}"/>
              </a:ext>
            </a:extLst>
          </p:cNvPr>
          <p:cNvGrpSpPr/>
          <p:nvPr/>
        </p:nvGrpSpPr>
        <p:grpSpPr>
          <a:xfrm>
            <a:off x="9075447" y="4844405"/>
            <a:ext cx="724680" cy="760680"/>
            <a:chOff x="9075447" y="4844405"/>
            <a:chExt cx="724680" cy="76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5A92552-E5B6-F9DE-2E73-BFAA02DCFE88}"/>
                    </a:ext>
                  </a:extLst>
                </p14:cNvPr>
                <p14:cNvContentPartPr/>
                <p14:nvPr/>
              </p14:nvContentPartPr>
              <p14:xfrm>
                <a:off x="9075447" y="4921085"/>
                <a:ext cx="387720" cy="450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5A92552-E5B6-F9DE-2E73-BFAA02DCFE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66807" y="4912085"/>
                  <a:ext cx="4053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87480A4-CED2-2C69-E63C-8D991B96FF3B}"/>
                    </a:ext>
                  </a:extLst>
                </p14:cNvPr>
                <p14:cNvContentPartPr/>
                <p14:nvPr/>
              </p14:nvContentPartPr>
              <p14:xfrm>
                <a:off x="9555687" y="4844405"/>
                <a:ext cx="244440" cy="760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87480A4-CED2-2C69-E63C-8D991B96FF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47047" y="4835765"/>
                  <a:ext cx="262080" cy="77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706D638-2078-896E-24A3-CFF5577E02B2}"/>
                  </a:ext>
                </a:extLst>
              </p14:cNvPr>
              <p14:cNvContentPartPr/>
              <p14:nvPr/>
            </p14:nvContentPartPr>
            <p14:xfrm>
              <a:off x="3510927" y="2120645"/>
              <a:ext cx="10440" cy="398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706D638-2078-896E-24A3-CFF5577E02B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02287" y="2111645"/>
                <a:ext cx="2808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D582F2A-20FC-CA5B-D59C-F3C1FC0B211F}"/>
                  </a:ext>
                </a:extLst>
              </p14:cNvPr>
              <p14:cNvContentPartPr/>
              <p14:nvPr/>
            </p14:nvContentPartPr>
            <p14:xfrm>
              <a:off x="4251087" y="2830565"/>
              <a:ext cx="360" cy="2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D582F2A-20FC-CA5B-D59C-F3C1FC0B211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42087" y="2821925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6C568A0-3C44-D3CD-3312-1E6E04258EFE}"/>
                  </a:ext>
                </a:extLst>
              </p14:cNvPr>
              <p14:cNvContentPartPr/>
              <p14:nvPr/>
            </p14:nvContentPartPr>
            <p14:xfrm>
              <a:off x="4124727" y="2888885"/>
              <a:ext cx="56880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6C568A0-3C44-D3CD-3312-1E6E04258E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15727" y="2880245"/>
                <a:ext cx="586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05021A5-FEE2-72E4-8C6D-2B2F21173EE0}"/>
                  </a:ext>
                </a:extLst>
              </p14:cNvPr>
              <p14:cNvContentPartPr/>
              <p14:nvPr/>
            </p14:nvContentPartPr>
            <p14:xfrm>
              <a:off x="3346047" y="3608525"/>
              <a:ext cx="360" cy="205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05021A5-FEE2-72E4-8C6D-2B2F21173EE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37407" y="3599885"/>
                <a:ext cx="180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EF9372C-80AA-EF6D-9BEF-DEBEA890E01A}"/>
                  </a:ext>
                </a:extLst>
              </p14:cNvPr>
              <p14:cNvContentPartPr/>
              <p14:nvPr/>
            </p14:nvContentPartPr>
            <p14:xfrm>
              <a:off x="2480247" y="2946485"/>
              <a:ext cx="340920" cy="59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EF9372C-80AA-EF6D-9BEF-DEBEA890E01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1247" y="2937485"/>
                <a:ext cx="3585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F7E2A47-860B-F983-A59D-ADD57DE80C00}"/>
                  </a:ext>
                </a:extLst>
              </p14:cNvPr>
              <p14:cNvContentPartPr/>
              <p14:nvPr/>
            </p14:nvContentPartPr>
            <p14:xfrm>
              <a:off x="3512367" y="2850005"/>
              <a:ext cx="291240" cy="3492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F7E2A47-860B-F983-A59D-ADD57DE80C0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03727" y="2841005"/>
                <a:ext cx="30888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5C8BC53-090B-4EB4-D057-85A9C38354A2}"/>
                  </a:ext>
                </a:extLst>
              </p14:cNvPr>
              <p14:cNvContentPartPr/>
              <p14:nvPr/>
            </p14:nvContentPartPr>
            <p14:xfrm>
              <a:off x="4182327" y="5187125"/>
              <a:ext cx="627840" cy="392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5C8BC53-090B-4EB4-D057-85A9C38354A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73687" y="5178485"/>
                <a:ext cx="645480" cy="41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4675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4016C48-D708-41F9-BF60-8913E480D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Given a graph G and an integer K. Decide if we can make a vertex cover with K number of vertices?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Example (G,3) - </a:t>
            </a:r>
          </a:p>
        </p:txBody>
      </p:sp>
      <p:pic>
        <p:nvPicPr>
          <p:cNvPr id="14" name="Picture 4" descr="Cathedral ceiling in yellow sunlight design">
            <a:extLst>
              <a:ext uri="{FF2B5EF4-FFF2-40B4-BE49-F238E27FC236}">
                <a16:creationId xmlns:a16="http://schemas.microsoft.com/office/drawing/2014/main" id="{03B005DA-F21E-45B9-9281-A1854A3EAF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19" r="6467" b="-3"/>
          <a:stretch/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56C1CF7D-388B-9626-3F75-9FBFB6835A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FB62B914-1429-B95E-D1F4-BCB593F8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0CA530E5-8507-4EA5-4364-64C8198F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59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D99CD-B3AB-4DE6-96A9-2C94C790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704088"/>
            <a:ext cx="9144000" cy="6766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/>
              <a:t>Vertex cover </a:t>
            </a:r>
            <a:r>
              <a:rPr lang="en-US" sz="4100" kern="1200" err="1"/>
              <a:t>prolem</a:t>
            </a:r>
            <a:endParaRPr lang="en-US" sz="4100" kern="1200"/>
          </a:p>
        </p:txBody>
      </p:sp>
    </p:spTree>
    <p:extLst>
      <p:ext uri="{BB962C8B-B14F-4D97-AF65-F5344CB8AC3E}">
        <p14:creationId xmlns:p14="http://schemas.microsoft.com/office/powerpoint/2010/main" val="5612604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48370CF-7002-16EC-0330-BE249D6F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3F68-0859-4DEC-87B2-CFBD43847C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2108676"/>
            <a:ext cx="10736248" cy="3424107"/>
          </a:xfrm>
        </p:spPr>
        <p:txBody>
          <a:bodyPr>
            <a:normAutofit/>
          </a:bodyPr>
          <a:lstStyle/>
          <a:p>
            <a:r>
              <a:rPr lang="en-US" dirty="0"/>
              <a:t>In order to prove that vertex cover problem is NP complete, we need to prove that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Vertex cover problem is NP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Vertex cover problem is NP hard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90F2919-93DF-6FA0-0C16-37496A28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33B861A8-534D-4978-BA53-17332EED91B3}" type="datetime1">
              <a:rPr lang="en-US"/>
              <a:pPr>
                <a:spcAft>
                  <a:spcPts val="600"/>
                </a:spcAft>
              </a:pPr>
              <a:t>11/17/2023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1D00B56-E30F-05B2-EBEE-1AA480D7A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96F4418-23AD-1821-BD0F-B129F3F7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/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dirty="0"/>
              <a:pPr>
                <a:spcAft>
                  <a:spcPts val="600"/>
                </a:spcAft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548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578D-8D7D-4447-9A8A-EAF77E4D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1.Vertex cover problem is NP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39C6F-EE5A-4FCF-A434-773E1E02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2"/>
                </a:solidFill>
              </a:rPr>
              <a:t>If a graph and a  set of vertices U is given ,we can check if each edge e in E is incident on at least one vertex in G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2"/>
                </a:solidFill>
              </a:rPr>
              <a:t>We can verify this in polynomial time  which means vertex cover problem is NP</a:t>
            </a:r>
          </a:p>
        </p:txBody>
      </p:sp>
    </p:spTree>
    <p:extLst>
      <p:ext uri="{BB962C8B-B14F-4D97-AF65-F5344CB8AC3E}">
        <p14:creationId xmlns:p14="http://schemas.microsoft.com/office/powerpoint/2010/main" val="33461069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E312CC3-BD69-422C-9D7C-86CECA8B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063"/>
            <a:ext cx="10515600" cy="1325563"/>
          </a:xfrm>
        </p:spPr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5290B4-E8AF-4141-B9BD-1295F3CFC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6764" y="1788105"/>
            <a:ext cx="6467035" cy="4351338"/>
          </a:xfrm>
        </p:spPr>
        <p:txBody>
          <a:bodyPr/>
          <a:lstStyle/>
          <a:p>
            <a:r>
              <a:rPr lang="en-US" dirty="0"/>
              <a:t>Consider this graph G,</a:t>
            </a:r>
          </a:p>
          <a:p>
            <a:r>
              <a:rPr lang="en-US" dirty="0"/>
              <a:t>Let U={1,2,3}</a:t>
            </a:r>
          </a:p>
          <a:p>
            <a:r>
              <a:rPr lang="en-US" dirty="0"/>
              <a:t>The set U is a vertex cover of G ,since each vertex in G incident on </a:t>
            </a:r>
            <a:r>
              <a:rPr lang="en-US" dirty="0" err="1"/>
              <a:t>atleast</a:t>
            </a:r>
            <a:r>
              <a:rPr lang="en-US" dirty="0"/>
              <a:t> one vertex in U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4ACA07-6A03-4D72-91F7-157F1DD47290}"/>
              </a:ext>
            </a:extLst>
          </p:cNvPr>
          <p:cNvSpPr/>
          <p:nvPr/>
        </p:nvSpPr>
        <p:spPr>
          <a:xfrm>
            <a:off x="2337954" y="1995055"/>
            <a:ext cx="498763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70B2D6-CF2F-4073-9A2E-6FED14799768}"/>
              </a:ext>
            </a:extLst>
          </p:cNvPr>
          <p:cNvSpPr/>
          <p:nvPr/>
        </p:nvSpPr>
        <p:spPr>
          <a:xfrm>
            <a:off x="2323981" y="3383795"/>
            <a:ext cx="498763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F91417-1D20-4E83-8C93-5F5ED3DEAFD3}"/>
              </a:ext>
            </a:extLst>
          </p:cNvPr>
          <p:cNvSpPr/>
          <p:nvPr/>
        </p:nvSpPr>
        <p:spPr>
          <a:xfrm>
            <a:off x="4135223" y="3392274"/>
            <a:ext cx="498763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BCD764-B12A-47F8-A474-18974817541F}"/>
              </a:ext>
            </a:extLst>
          </p:cNvPr>
          <p:cNvSpPr/>
          <p:nvPr/>
        </p:nvSpPr>
        <p:spPr>
          <a:xfrm>
            <a:off x="4135224" y="1995055"/>
            <a:ext cx="498763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702947-26CF-440D-AA14-134BC4A3347D}"/>
              </a:ext>
            </a:extLst>
          </p:cNvPr>
          <p:cNvCxnSpPr>
            <a:stCxn id="3" idx="6"/>
            <a:endCxn id="7" idx="2"/>
          </p:cNvCxnSpPr>
          <p:nvPr/>
        </p:nvCxnSpPr>
        <p:spPr>
          <a:xfrm>
            <a:off x="2836717" y="2280805"/>
            <a:ext cx="12985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5F5CA0-2627-4C3D-9A8D-80E290B10947}"/>
              </a:ext>
            </a:extLst>
          </p:cNvPr>
          <p:cNvCxnSpPr>
            <a:cxnSpLocks/>
          </p:cNvCxnSpPr>
          <p:nvPr/>
        </p:nvCxnSpPr>
        <p:spPr>
          <a:xfrm>
            <a:off x="2573362" y="2433205"/>
            <a:ext cx="13974" cy="1087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8BDF3C-31B5-48F2-B160-D5B2CF7541E8}"/>
              </a:ext>
            </a:extLst>
          </p:cNvPr>
          <p:cNvCxnSpPr>
            <a:cxnSpLocks/>
          </p:cNvCxnSpPr>
          <p:nvPr/>
        </p:nvCxnSpPr>
        <p:spPr>
          <a:xfrm flipV="1">
            <a:off x="4461044" y="2433205"/>
            <a:ext cx="0" cy="1236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5E6BB2-E50A-4953-883F-CC6057A4385E}"/>
              </a:ext>
            </a:extLst>
          </p:cNvPr>
          <p:cNvCxnSpPr/>
          <p:nvPr/>
        </p:nvCxnSpPr>
        <p:spPr>
          <a:xfrm>
            <a:off x="2836718" y="3683339"/>
            <a:ext cx="12985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C44420-0C9D-4D6A-8BE6-601BEFB5C5F1}"/>
              </a:ext>
            </a:extLst>
          </p:cNvPr>
          <p:cNvCxnSpPr>
            <a:cxnSpLocks/>
            <a:stCxn id="3" idx="5"/>
            <a:endCxn id="6" idx="1"/>
          </p:cNvCxnSpPr>
          <p:nvPr/>
        </p:nvCxnSpPr>
        <p:spPr>
          <a:xfrm>
            <a:off x="2763675" y="2482861"/>
            <a:ext cx="1444590" cy="9931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22838D3-1179-4DCB-AA20-60A205CC40C9}"/>
              </a:ext>
            </a:extLst>
          </p:cNvPr>
          <p:cNvSpPr txBox="1"/>
          <p:nvPr/>
        </p:nvSpPr>
        <p:spPr>
          <a:xfrm>
            <a:off x="3210791" y="1627626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ABE349-189F-4671-B225-95A458C9255A}"/>
              </a:ext>
            </a:extLst>
          </p:cNvPr>
          <p:cNvSpPr txBox="1"/>
          <p:nvPr/>
        </p:nvSpPr>
        <p:spPr>
          <a:xfrm>
            <a:off x="4633935" y="2691245"/>
            <a:ext cx="61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A345B6-09EA-48C0-9F0B-10B1E7E69167}"/>
              </a:ext>
            </a:extLst>
          </p:cNvPr>
          <p:cNvSpPr txBox="1"/>
          <p:nvPr/>
        </p:nvSpPr>
        <p:spPr>
          <a:xfrm>
            <a:off x="3174219" y="3955295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BD3B85-08CB-4D1D-B5CA-59EE12A4ABF9}"/>
              </a:ext>
            </a:extLst>
          </p:cNvPr>
          <p:cNvSpPr txBox="1"/>
          <p:nvPr/>
        </p:nvSpPr>
        <p:spPr>
          <a:xfrm>
            <a:off x="1986429" y="2836595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98E438-2BE8-4A11-B055-7ED8421456A8}"/>
              </a:ext>
            </a:extLst>
          </p:cNvPr>
          <p:cNvSpPr txBox="1"/>
          <p:nvPr/>
        </p:nvSpPr>
        <p:spPr>
          <a:xfrm>
            <a:off x="3460172" y="2611564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D6D2E0-06F0-E443-1B62-54B851E48963}"/>
              </a:ext>
            </a:extLst>
          </p:cNvPr>
          <p:cNvGrpSpPr/>
          <p:nvPr/>
        </p:nvGrpSpPr>
        <p:grpSpPr>
          <a:xfrm>
            <a:off x="4921767" y="5049245"/>
            <a:ext cx="770040" cy="501840"/>
            <a:chOff x="4921767" y="5049245"/>
            <a:chExt cx="77004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54BEB1A-D0BC-E5C8-DC5B-A99D7D50EA9C}"/>
                    </a:ext>
                  </a:extLst>
                </p14:cNvPr>
                <p14:cNvContentPartPr/>
                <p14:nvPr/>
              </p14:nvContentPartPr>
              <p14:xfrm>
                <a:off x="4921767" y="5070125"/>
                <a:ext cx="468000" cy="480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54BEB1A-D0BC-E5C8-DC5B-A99D7D50EA9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13127" y="5061125"/>
                  <a:ext cx="4856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846E5F4-DB94-C837-2DE9-AA04A0B8991E}"/>
                    </a:ext>
                  </a:extLst>
                </p14:cNvPr>
                <p14:cNvContentPartPr/>
                <p14:nvPr/>
              </p14:nvContentPartPr>
              <p14:xfrm>
                <a:off x="5388687" y="5049245"/>
                <a:ext cx="303120" cy="452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846E5F4-DB94-C837-2DE9-AA04A0B899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80047" y="5040605"/>
                  <a:ext cx="320760" cy="47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8E0E06-035C-02CD-00BB-12EBB47E967A}"/>
                  </a:ext>
                </a:extLst>
              </p14:cNvPr>
              <p14:cNvContentPartPr/>
              <p14:nvPr/>
            </p14:nvContentPartPr>
            <p14:xfrm>
              <a:off x="6040647" y="5126285"/>
              <a:ext cx="177480" cy="10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8E0E06-035C-02CD-00BB-12EBB47E96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31647" y="5117285"/>
                <a:ext cx="19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2FB275-72FF-CCC1-D848-8CFBC726A3EC}"/>
                  </a:ext>
                </a:extLst>
              </p14:cNvPr>
              <p14:cNvContentPartPr/>
              <p14:nvPr/>
            </p14:nvContentPartPr>
            <p14:xfrm>
              <a:off x="6011487" y="5340485"/>
              <a:ext cx="127080" cy="10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12FB275-72FF-CCC1-D848-8CFBC726A3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02847" y="5331485"/>
                <a:ext cx="1447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FCC614-69F9-05CD-8600-7C733BAD61AE}"/>
                  </a:ext>
                </a:extLst>
              </p14:cNvPr>
              <p14:cNvContentPartPr/>
              <p14:nvPr/>
            </p14:nvContentPartPr>
            <p14:xfrm>
              <a:off x="6651567" y="4630205"/>
              <a:ext cx="209880" cy="903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FCC614-69F9-05CD-8600-7C733BAD61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2927" y="4621565"/>
                <a:ext cx="22752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48C46EC-531F-04DB-16E7-C7FCC6B4318A}"/>
                  </a:ext>
                </a:extLst>
              </p14:cNvPr>
              <p14:cNvContentPartPr/>
              <p14:nvPr/>
            </p14:nvContentPartPr>
            <p14:xfrm>
              <a:off x="7207767" y="4931885"/>
              <a:ext cx="360" cy="465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48C46EC-531F-04DB-16E7-C7FCC6B431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99127" y="4922885"/>
                <a:ext cx="1800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D171F4D-A429-475A-79FB-D601C3C2B7B0}"/>
                  </a:ext>
                </a:extLst>
              </p14:cNvPr>
              <p14:cNvContentPartPr/>
              <p14:nvPr/>
            </p14:nvContentPartPr>
            <p14:xfrm>
              <a:off x="8060967" y="4922165"/>
              <a:ext cx="219960" cy="554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D171F4D-A429-475A-79FB-D601C3C2B7B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51967" y="4913165"/>
                <a:ext cx="237600" cy="57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37B3233-8100-35FA-E7DD-EFF3395B0830}"/>
              </a:ext>
            </a:extLst>
          </p:cNvPr>
          <p:cNvGrpSpPr/>
          <p:nvPr/>
        </p:nvGrpSpPr>
        <p:grpSpPr>
          <a:xfrm>
            <a:off x="9075447" y="4844405"/>
            <a:ext cx="724680" cy="760680"/>
            <a:chOff x="9075447" y="4844405"/>
            <a:chExt cx="724680" cy="76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5A92552-E5B6-F9DE-2E73-BFAA02DCFE88}"/>
                    </a:ext>
                  </a:extLst>
                </p14:cNvPr>
                <p14:cNvContentPartPr/>
                <p14:nvPr/>
              </p14:nvContentPartPr>
              <p14:xfrm>
                <a:off x="9075447" y="4921085"/>
                <a:ext cx="387720" cy="450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5A92552-E5B6-F9DE-2E73-BFAA02DCFE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66807" y="4912085"/>
                  <a:ext cx="4053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87480A4-CED2-2C69-E63C-8D991B96FF3B}"/>
                    </a:ext>
                  </a:extLst>
                </p14:cNvPr>
                <p14:cNvContentPartPr/>
                <p14:nvPr/>
              </p14:nvContentPartPr>
              <p14:xfrm>
                <a:off x="9555687" y="4844405"/>
                <a:ext cx="244440" cy="760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87480A4-CED2-2C69-E63C-8D991B96FF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47047" y="4835765"/>
                  <a:ext cx="262080" cy="77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706D638-2078-896E-24A3-CFF5577E02B2}"/>
                  </a:ext>
                </a:extLst>
              </p14:cNvPr>
              <p14:cNvContentPartPr/>
              <p14:nvPr/>
            </p14:nvContentPartPr>
            <p14:xfrm>
              <a:off x="3510927" y="2120645"/>
              <a:ext cx="10440" cy="398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706D638-2078-896E-24A3-CFF5577E02B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02287" y="2111645"/>
                <a:ext cx="2808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D582F2A-20FC-CA5B-D59C-F3C1FC0B211F}"/>
                  </a:ext>
                </a:extLst>
              </p14:cNvPr>
              <p14:cNvContentPartPr/>
              <p14:nvPr/>
            </p14:nvContentPartPr>
            <p14:xfrm>
              <a:off x="4251087" y="2830565"/>
              <a:ext cx="360" cy="2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D582F2A-20FC-CA5B-D59C-F3C1FC0B211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42087" y="2821925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6C568A0-3C44-D3CD-3312-1E6E04258EFE}"/>
                  </a:ext>
                </a:extLst>
              </p14:cNvPr>
              <p14:cNvContentPartPr/>
              <p14:nvPr/>
            </p14:nvContentPartPr>
            <p14:xfrm>
              <a:off x="4124727" y="2888885"/>
              <a:ext cx="56880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6C568A0-3C44-D3CD-3312-1E6E04258E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15727" y="2880245"/>
                <a:ext cx="586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05021A5-FEE2-72E4-8C6D-2B2F21173EE0}"/>
                  </a:ext>
                </a:extLst>
              </p14:cNvPr>
              <p14:cNvContentPartPr/>
              <p14:nvPr/>
            </p14:nvContentPartPr>
            <p14:xfrm>
              <a:off x="3346047" y="3608525"/>
              <a:ext cx="360" cy="205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05021A5-FEE2-72E4-8C6D-2B2F21173EE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37407" y="3599885"/>
                <a:ext cx="180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EF9372C-80AA-EF6D-9BEF-DEBEA890E01A}"/>
                  </a:ext>
                </a:extLst>
              </p14:cNvPr>
              <p14:cNvContentPartPr/>
              <p14:nvPr/>
            </p14:nvContentPartPr>
            <p14:xfrm>
              <a:off x="2480247" y="2946485"/>
              <a:ext cx="340920" cy="59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EF9372C-80AA-EF6D-9BEF-DEBEA890E01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1247" y="2937485"/>
                <a:ext cx="3585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F7E2A47-860B-F983-A59D-ADD57DE80C00}"/>
                  </a:ext>
                </a:extLst>
              </p14:cNvPr>
              <p14:cNvContentPartPr/>
              <p14:nvPr/>
            </p14:nvContentPartPr>
            <p14:xfrm>
              <a:off x="3512367" y="2850005"/>
              <a:ext cx="291240" cy="3492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F7E2A47-860B-F983-A59D-ADD57DE80C0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03727" y="2841005"/>
                <a:ext cx="30888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5C8BC53-090B-4EB4-D057-85A9C38354A2}"/>
                  </a:ext>
                </a:extLst>
              </p14:cNvPr>
              <p14:cNvContentPartPr/>
              <p14:nvPr/>
            </p14:nvContentPartPr>
            <p14:xfrm>
              <a:off x="4182327" y="5187125"/>
              <a:ext cx="627840" cy="392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5C8BC53-090B-4EB4-D057-85A9C38354A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73687" y="5178485"/>
                <a:ext cx="645480" cy="41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58359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578D-8D7D-4447-9A8A-EAF77E4D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2.Vertex cover problem is NP 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39C6F-EE5A-4FCF-A434-773E1E02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2"/>
                </a:solidFill>
              </a:rPr>
              <a:t>Here we are taking independent set problem ,which is an NP hard problem and we can reduce it in polynomial time to VC problem</a:t>
            </a:r>
          </a:p>
          <a:p>
            <a:pPr marL="0" indent="0" algn="just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tx2"/>
                </a:solidFill>
              </a:rPr>
              <a:t>IS                 VC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2E75B1-A654-4B8E-AA31-A49AF0AF08FE}"/>
              </a:ext>
            </a:extLst>
          </p:cNvPr>
          <p:cNvGrpSpPr/>
          <p:nvPr/>
        </p:nvGrpSpPr>
        <p:grpSpPr>
          <a:xfrm>
            <a:off x="6995975" y="4834394"/>
            <a:ext cx="834480" cy="883080"/>
            <a:chOff x="6995975" y="4834394"/>
            <a:chExt cx="834480" cy="88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AC94377-6BB4-4627-A8BA-0DAAAB625794}"/>
                    </a:ext>
                  </a:extLst>
                </p14:cNvPr>
                <p14:cNvContentPartPr/>
                <p14:nvPr/>
              </p14:nvContentPartPr>
              <p14:xfrm>
                <a:off x="6995975" y="4834394"/>
                <a:ext cx="329760" cy="279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AC94377-6BB4-4627-A8BA-0DAAAB62579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87335" y="4825754"/>
                  <a:ext cx="3474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A2DF1CA-17E3-484D-889A-1D99AFFF6F06}"/>
                    </a:ext>
                  </a:extLst>
                </p14:cNvPr>
                <p14:cNvContentPartPr/>
                <p14:nvPr/>
              </p14:nvContentPartPr>
              <p14:xfrm>
                <a:off x="7042055" y="5233994"/>
                <a:ext cx="303840" cy="41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A2DF1CA-17E3-484D-889A-1D99AFFF6F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33055" y="5225354"/>
                  <a:ext cx="321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7BA1471-5632-4462-AB5F-CCFBF9F9197F}"/>
                    </a:ext>
                  </a:extLst>
                </p14:cNvPr>
                <p14:cNvContentPartPr/>
                <p14:nvPr/>
              </p14:nvContentPartPr>
              <p14:xfrm>
                <a:off x="7534895" y="5107994"/>
                <a:ext cx="43560" cy="609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7BA1471-5632-4462-AB5F-CCFBF9F919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26255" y="5099354"/>
                  <a:ext cx="6120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026DA89-5174-42B6-9D68-E0FA363C2371}"/>
                    </a:ext>
                  </a:extLst>
                </p14:cNvPr>
                <p14:cNvContentPartPr/>
                <p14:nvPr/>
              </p14:nvContentPartPr>
              <p14:xfrm>
                <a:off x="7546415" y="5149394"/>
                <a:ext cx="108000" cy="19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026DA89-5174-42B6-9D68-E0FA363C23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37775" y="5140394"/>
                  <a:ext cx="125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71C497-428B-49F5-BF92-F882972F99E2}"/>
                    </a:ext>
                  </a:extLst>
                </p14:cNvPr>
                <p14:cNvContentPartPr/>
                <p14:nvPr/>
              </p14:nvContentPartPr>
              <p14:xfrm>
                <a:off x="7830095" y="5055434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71C497-428B-49F5-BF92-F882972F99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21095" y="504643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F7FBC9-CFDF-4B0F-92C6-2DCFEDBAD1EC}"/>
                    </a:ext>
                  </a:extLst>
                </p14:cNvPr>
                <p14:cNvContentPartPr/>
                <p14:nvPr/>
              </p14:nvContentPartPr>
              <p14:xfrm>
                <a:off x="7830095" y="5055434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F7FBC9-CFDF-4B0F-92C6-2DCFEDBAD1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21095" y="504643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66823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2C9E9-CEB2-4B59-831F-2377EAB94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516" y="511373"/>
            <a:ext cx="9833548" cy="269397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let us understand the notion of an instance of a problem.</a:t>
            </a:r>
          </a:p>
          <a:p>
            <a:pPr algn="just"/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instance of a problem is nothing but an input to the given problem. </a:t>
            </a:r>
          </a:p>
          <a:p>
            <a:pPr algn="just"/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instance of the Vertex Cover problem is a graph G (V, E) and a positive integer k, and the problem is to check whether a vertex cover of size at most k exists in G.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an instance of independent set problem Independent Set(G,4)  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make an independent set S={1,2,3,4}    K means size of 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F48D98-E450-425A-A270-875E9B1BCCA8}"/>
              </a:ext>
            </a:extLst>
          </p:cNvPr>
          <p:cNvSpPr/>
          <p:nvPr/>
        </p:nvSpPr>
        <p:spPr>
          <a:xfrm>
            <a:off x="3920359" y="3429000"/>
            <a:ext cx="525517" cy="5754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4327BB-F90D-4C05-ABE1-42F5AF3E8170}"/>
              </a:ext>
            </a:extLst>
          </p:cNvPr>
          <p:cNvSpPr/>
          <p:nvPr/>
        </p:nvSpPr>
        <p:spPr>
          <a:xfrm>
            <a:off x="6006662" y="3141279"/>
            <a:ext cx="525517" cy="5754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6B00B4-A93F-4987-A766-B41A96B638D6}"/>
              </a:ext>
            </a:extLst>
          </p:cNvPr>
          <p:cNvSpPr/>
          <p:nvPr/>
        </p:nvSpPr>
        <p:spPr>
          <a:xfrm>
            <a:off x="7330967" y="4089837"/>
            <a:ext cx="525517" cy="5754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711515-1F74-44AD-8FA3-7D3D6DB62AC8}"/>
              </a:ext>
            </a:extLst>
          </p:cNvPr>
          <p:cNvSpPr/>
          <p:nvPr/>
        </p:nvSpPr>
        <p:spPr>
          <a:xfrm>
            <a:off x="3846786" y="5334021"/>
            <a:ext cx="525517" cy="5754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4F38AF8-58C3-47E4-A135-06E5422B9428}"/>
              </a:ext>
            </a:extLst>
          </p:cNvPr>
          <p:cNvSpPr/>
          <p:nvPr/>
        </p:nvSpPr>
        <p:spPr>
          <a:xfrm>
            <a:off x="6144298" y="5646034"/>
            <a:ext cx="525517" cy="5754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802DB1-0CC1-40C6-9522-4F2BF77D3970}"/>
              </a:ext>
            </a:extLst>
          </p:cNvPr>
          <p:cNvCxnSpPr>
            <a:stCxn id="24" idx="6"/>
            <a:endCxn id="25" idx="2"/>
          </p:cNvCxnSpPr>
          <p:nvPr/>
        </p:nvCxnSpPr>
        <p:spPr>
          <a:xfrm>
            <a:off x="4372303" y="5621742"/>
            <a:ext cx="1771995" cy="312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10EFD3-BA69-4EBF-A784-C7DA878734AD}"/>
              </a:ext>
            </a:extLst>
          </p:cNvPr>
          <p:cNvSpPr txBox="1"/>
          <p:nvPr/>
        </p:nvSpPr>
        <p:spPr>
          <a:xfrm>
            <a:off x="4914900" y="6221475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956578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5715-A068-BBA5-8C2B-42B741F4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8DD86-D25C-89C0-8F5D-4041533F4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example,S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vertex set in 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V-S, where V is set of vertices in given graph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V= {1,2,3,4,5}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V-S={5}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graph {5} is a vertex cover of size 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means if S is an independent set in G with K number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vertices,V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 will be a vertex cover in G with n-k number of vertices ,where n means total number of vertices in 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23B9-CA51-BE99-4324-DF8BA70E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9B15-A9F6-89FA-64B8-553500FA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169EC-D3C8-8C4F-CDFE-5147E4B2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124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BB66-ED8B-4825-2768-A2BA49F0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04834-2A76-166F-D926-F00D178FA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1029026" cy="3877056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one instance of independent set problem, we created a vertex cover problem, and the reduction was done in polynomial time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fore vertex cover problem is an NP hard problem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vertex cover problem is NP and Np hard ,it is an NP complete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594DC-11BE-0C96-0CBA-BD03F287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7483C-1C84-51AB-141E-BF4AF4EE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2E4B6-307E-29F6-09E7-E53F27A4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304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s_Organic_Presentation_Win32_SW_v10.potx" id="{6F7A4518-677F-49D0-AD76-8F0F7DEFB1E5}" vid="{F577DF72-62B0-42B0-B34E-786789A797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{A4E5F13C-D714-495F-989D-A9B359ED9827}tf11964407_win32</Template>
  <TotalTime>5088</TotalTime>
  <Words>3179</Words>
  <Application>Microsoft Office PowerPoint</Application>
  <PresentationFormat>Widescreen</PresentationFormat>
  <Paragraphs>433</Paragraphs>
  <Slides>66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83" baseType="lpstr">
      <vt:lpstr>Aldhabi</vt:lpstr>
      <vt:lpstr>Aparajita</vt:lpstr>
      <vt:lpstr>Arial</vt:lpstr>
      <vt:lpstr>Calibri</vt:lpstr>
      <vt:lpstr>Cambria Math</vt:lpstr>
      <vt:lpstr>Courier New</vt:lpstr>
      <vt:lpstr>Gill Sans Nova</vt:lpstr>
      <vt:lpstr>Gill Sans Nova Light</vt:lpstr>
      <vt:lpstr>Heebo</vt:lpstr>
      <vt:lpstr>Maiandra GD</vt:lpstr>
      <vt:lpstr>Monotype Corsiva</vt:lpstr>
      <vt:lpstr>Nunito</vt:lpstr>
      <vt:lpstr>Sagona Book</vt:lpstr>
      <vt:lpstr>Times New Roman</vt:lpstr>
      <vt:lpstr>urw-din</vt:lpstr>
      <vt:lpstr>Wingdings</vt:lpstr>
      <vt:lpstr>Office Theme</vt:lpstr>
      <vt:lpstr>Complexity theory </vt:lpstr>
      <vt:lpstr>Contents </vt:lpstr>
      <vt:lpstr>Introduction </vt:lpstr>
      <vt:lpstr>Optimization problems  </vt:lpstr>
      <vt:lpstr>Decision Problem </vt:lpstr>
      <vt:lpstr>Cost and Complexity</vt:lpstr>
      <vt:lpstr>Polynomial time Algorithms</vt:lpstr>
      <vt:lpstr>Non-polynomial time  algorithms </vt:lpstr>
      <vt:lpstr>Tractable and intractable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Complexity classes </vt:lpstr>
      <vt:lpstr>Computational theory </vt:lpstr>
      <vt:lpstr>Complexity classes</vt:lpstr>
      <vt:lpstr>Class- P problems </vt:lpstr>
      <vt:lpstr>Features: </vt:lpstr>
      <vt:lpstr>Sample Problems in P</vt:lpstr>
      <vt:lpstr>Class NP</vt:lpstr>
      <vt:lpstr>Features: </vt:lpstr>
      <vt:lpstr>Class-P versus Class - NP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NP hard &amp; NP Complete(NPC) problems</vt:lpstr>
      <vt:lpstr>PowerPoint Presentation</vt:lpstr>
      <vt:lpstr>NP Complete problem</vt:lpstr>
      <vt:lpstr>PowerPoint Presentation</vt:lpstr>
      <vt:lpstr>PowerPoint Presentation</vt:lpstr>
      <vt:lpstr>PowerPoint Presentation</vt:lpstr>
      <vt:lpstr>Clique problem </vt:lpstr>
      <vt:lpstr>What is a complete graph?</vt:lpstr>
      <vt:lpstr>One Property of complete graph is </vt:lpstr>
      <vt:lpstr>PowerPoint Presentation</vt:lpstr>
      <vt:lpstr>What is a clique?</vt:lpstr>
      <vt:lpstr>Example </vt:lpstr>
      <vt:lpstr>Decision  version of  clique problem </vt:lpstr>
      <vt:lpstr>Optimization problem</vt:lpstr>
      <vt:lpstr>Clique decision problem</vt:lpstr>
      <vt:lpstr>Prove that clique problem is NP Complete</vt:lpstr>
      <vt:lpstr>PowerPoint Presentation</vt:lpstr>
      <vt:lpstr>How to prove that Clique problem is NP  </vt:lpstr>
      <vt:lpstr>PowerPoint Presentation</vt:lpstr>
      <vt:lpstr>PowerPoint Presentation</vt:lpstr>
      <vt:lpstr>How to prove that clique problem is NP hard</vt:lpstr>
      <vt:lpstr>Independent set  meaning </vt:lpstr>
      <vt:lpstr>Independent set Problem</vt:lpstr>
      <vt:lpstr>PowerPoint Presentation</vt:lpstr>
      <vt:lpstr>PowerPoint Presentation</vt:lpstr>
      <vt:lpstr>PowerPoint Presentation</vt:lpstr>
      <vt:lpstr> prove that Vertex Cover problem is NP Complete</vt:lpstr>
      <vt:lpstr>Meaning of vertex cover</vt:lpstr>
      <vt:lpstr>PowerPoint Presentation</vt:lpstr>
      <vt:lpstr>Vertex cover prolem</vt:lpstr>
      <vt:lpstr>PowerPoint Presentation</vt:lpstr>
      <vt:lpstr>1.Vertex cover problem is NP</vt:lpstr>
      <vt:lpstr>Example </vt:lpstr>
      <vt:lpstr>2.Vertex cover problem is NP hard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Complexity theory</dc:title>
  <dc:creator>Anju Anil</dc:creator>
  <cp:lastModifiedBy>Anju Anil</cp:lastModifiedBy>
  <cp:revision>36</cp:revision>
  <dcterms:created xsi:type="dcterms:W3CDTF">2022-11-06T13:08:36Z</dcterms:created>
  <dcterms:modified xsi:type="dcterms:W3CDTF">2023-11-17T10:39:08Z</dcterms:modified>
</cp:coreProperties>
</file>