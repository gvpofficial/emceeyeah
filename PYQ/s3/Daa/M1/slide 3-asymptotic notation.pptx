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0" r:id="rId1"/>
    <p:sldMasterId id="2147483683" r:id="rId2"/>
  </p:sldMasterIdLst>
  <p:notesMasterIdLst>
    <p:notesMasterId r:id="rId29"/>
  </p:notesMasterIdLst>
  <p:sldIdLst>
    <p:sldId id="291" r:id="rId3"/>
    <p:sldId id="292" r:id="rId4"/>
    <p:sldId id="306" r:id="rId5"/>
    <p:sldId id="311" r:id="rId6"/>
    <p:sldId id="312" r:id="rId7"/>
    <p:sldId id="313" r:id="rId8"/>
    <p:sldId id="314" r:id="rId9"/>
    <p:sldId id="315" r:id="rId10"/>
    <p:sldId id="316" r:id="rId11"/>
    <p:sldId id="299" r:id="rId12"/>
    <p:sldId id="300" r:id="rId13"/>
    <p:sldId id="260" r:id="rId14"/>
    <p:sldId id="289" r:id="rId15"/>
    <p:sldId id="266" r:id="rId16"/>
    <p:sldId id="265" r:id="rId17"/>
    <p:sldId id="293" r:id="rId18"/>
    <p:sldId id="294" r:id="rId19"/>
    <p:sldId id="269" r:id="rId20"/>
    <p:sldId id="295" r:id="rId21"/>
    <p:sldId id="275" r:id="rId22"/>
    <p:sldId id="298" r:id="rId23"/>
    <p:sldId id="297" r:id="rId24"/>
    <p:sldId id="278" r:id="rId25"/>
    <p:sldId id="264" r:id="rId26"/>
    <p:sldId id="263" r:id="rId27"/>
    <p:sldId id="283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08" autoAdjust="0"/>
    <p:restoredTop sz="94660"/>
  </p:normalViewPr>
  <p:slideViewPr>
    <p:cSldViewPr snapToGrid="0">
      <p:cViewPr varScale="1">
        <p:scale>
          <a:sx n="74" d="100"/>
          <a:sy n="74" d="100"/>
        </p:scale>
        <p:origin x="94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7DC4E7C-5599-48F0-909D-1AF4ABA8F9D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47BEC59-7DDC-4810-AF5F-A8D67BEB728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altLang="en-US" sz="2000" b="1" dirty="0">
              <a:solidFill>
                <a:srgbClr val="008000"/>
              </a:solidFill>
            </a:rPr>
            <a:t>Worst-case:</a:t>
          </a:r>
          <a:r>
            <a:rPr lang="en-US" altLang="en-US" sz="2000" b="1" dirty="0"/>
            <a:t> </a:t>
          </a:r>
          <a:r>
            <a:rPr lang="en-US" altLang="en-US" sz="2000" dirty="0"/>
            <a:t>(usually)</a:t>
          </a:r>
        </a:p>
        <a:p>
          <a:pPr>
            <a:lnSpc>
              <a:spcPct val="100000"/>
            </a:lnSpc>
          </a:pPr>
          <a:r>
            <a:rPr lang="en-US" altLang="en-US" sz="2000" dirty="0"/>
            <a:t>• T(n) = </a:t>
          </a:r>
          <a:r>
            <a:rPr lang="en-US" altLang="en-US" sz="2000" dirty="0">
              <a:solidFill>
                <a:srgbClr val="FF0000"/>
              </a:solidFill>
            </a:rPr>
            <a:t>maximum</a:t>
          </a:r>
          <a:r>
            <a:rPr lang="en-US" altLang="en-US" sz="2000" dirty="0"/>
            <a:t> time of algorithm on any input of 	size n.</a:t>
          </a:r>
          <a:endParaRPr lang="en-US" sz="2000" dirty="0"/>
        </a:p>
      </dgm:t>
    </dgm:pt>
    <dgm:pt modelId="{D8B1D556-6621-49E7-B934-9B37BBF399B9}" type="parTrans" cxnId="{7BF6CF59-F016-4642-A3F0-E63E5238F781}">
      <dgm:prSet/>
      <dgm:spPr/>
      <dgm:t>
        <a:bodyPr/>
        <a:lstStyle/>
        <a:p>
          <a:endParaRPr lang="en-US" sz="2800"/>
        </a:p>
      </dgm:t>
    </dgm:pt>
    <dgm:pt modelId="{A7B1253B-D490-4445-8C9F-FA6A3E71C8E4}" type="sibTrans" cxnId="{7BF6CF59-F016-4642-A3F0-E63E5238F781}">
      <dgm:prSet/>
      <dgm:spPr/>
      <dgm:t>
        <a:bodyPr/>
        <a:lstStyle/>
        <a:p>
          <a:endParaRPr lang="en-US" sz="2800"/>
        </a:p>
      </dgm:t>
    </dgm:pt>
    <dgm:pt modelId="{66BA108C-018C-4FAB-94CD-AEAA8A54130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altLang="en-US" sz="2000" b="1" dirty="0">
              <a:solidFill>
                <a:srgbClr val="008000"/>
              </a:solidFill>
            </a:rPr>
            <a:t>Average-case:</a:t>
          </a:r>
          <a:r>
            <a:rPr lang="en-US" altLang="en-US" sz="2000" b="1" dirty="0"/>
            <a:t> </a:t>
          </a:r>
          <a:r>
            <a:rPr lang="en-US" altLang="en-US" sz="2000" dirty="0"/>
            <a:t>(sometimes)</a:t>
          </a:r>
        </a:p>
        <a:p>
          <a:pPr>
            <a:lnSpc>
              <a:spcPct val="100000"/>
            </a:lnSpc>
          </a:pPr>
          <a:r>
            <a:rPr lang="en-US" altLang="en-US" sz="2000" dirty="0"/>
            <a:t>• T(n) = expected time of algorithm over all inputs of 	size n.</a:t>
          </a:r>
        </a:p>
        <a:p>
          <a:pPr>
            <a:lnSpc>
              <a:spcPct val="100000"/>
            </a:lnSpc>
          </a:pPr>
          <a:r>
            <a:rPr lang="en-US" altLang="en-US" sz="2000" dirty="0"/>
            <a:t>• Need assumption of </a:t>
          </a:r>
          <a:r>
            <a:rPr lang="en-US" altLang="en-US" sz="2000" dirty="0">
              <a:solidFill>
                <a:srgbClr val="FF0000"/>
              </a:solidFill>
            </a:rPr>
            <a:t>statistical distribution of inputs</a:t>
          </a:r>
          <a:r>
            <a:rPr lang="en-US" altLang="en-US" sz="2000" dirty="0"/>
            <a:t>.</a:t>
          </a:r>
          <a:endParaRPr lang="en-US" sz="2000" dirty="0"/>
        </a:p>
      </dgm:t>
    </dgm:pt>
    <dgm:pt modelId="{E1BA4895-B167-4FF0-8C2B-19B0D73AFD93}" type="parTrans" cxnId="{054B96BD-5E4C-4088-B52C-ED3F51369C8C}">
      <dgm:prSet/>
      <dgm:spPr/>
      <dgm:t>
        <a:bodyPr/>
        <a:lstStyle/>
        <a:p>
          <a:endParaRPr lang="en-US" sz="2800"/>
        </a:p>
      </dgm:t>
    </dgm:pt>
    <dgm:pt modelId="{0C2A01F1-88D3-4D0C-9AF7-AAFB263EF0F0}" type="sibTrans" cxnId="{054B96BD-5E4C-4088-B52C-ED3F51369C8C}">
      <dgm:prSet/>
      <dgm:spPr/>
      <dgm:t>
        <a:bodyPr/>
        <a:lstStyle/>
        <a:p>
          <a:endParaRPr lang="en-US" sz="2800"/>
        </a:p>
      </dgm:t>
    </dgm:pt>
    <dgm:pt modelId="{122E1CF8-C3F7-4DFB-9884-C0DE8AA4CB1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altLang="en-US" sz="2000" b="1" dirty="0">
              <a:solidFill>
                <a:srgbClr val="008000"/>
              </a:solidFill>
            </a:rPr>
            <a:t>Best-case:</a:t>
          </a:r>
          <a:endParaRPr lang="en-US" altLang="en-US" sz="2000" dirty="0"/>
        </a:p>
        <a:p>
          <a:pPr>
            <a:lnSpc>
              <a:spcPct val="100000"/>
            </a:lnSpc>
          </a:pPr>
          <a:r>
            <a:rPr lang="en-US" altLang="en-US" sz="2000" dirty="0"/>
            <a:t>• Cheat with a slow algorithm that </a:t>
          </a:r>
          <a:r>
            <a:rPr lang="en-US" altLang="en-US" sz="2000" dirty="0">
              <a:solidFill>
                <a:srgbClr val="FF0000"/>
              </a:solidFill>
            </a:rPr>
            <a:t>works fast </a:t>
          </a:r>
          <a:r>
            <a:rPr lang="en-US" altLang="en-US" sz="2000" dirty="0"/>
            <a:t>on some 	input.</a:t>
          </a:r>
          <a:endParaRPr lang="en-US" sz="2000" dirty="0"/>
        </a:p>
      </dgm:t>
    </dgm:pt>
    <dgm:pt modelId="{B8A438AC-FA6D-4C95-99E1-644AA186165E}" type="parTrans" cxnId="{F4243BF1-4F1D-4206-AC5F-60C5BD4770F8}">
      <dgm:prSet/>
      <dgm:spPr/>
      <dgm:t>
        <a:bodyPr/>
        <a:lstStyle/>
        <a:p>
          <a:endParaRPr lang="en-US" sz="2800"/>
        </a:p>
      </dgm:t>
    </dgm:pt>
    <dgm:pt modelId="{1FC26A38-15F5-47F3-98D8-587091DE0114}" type="sibTrans" cxnId="{F4243BF1-4F1D-4206-AC5F-60C5BD4770F8}">
      <dgm:prSet/>
      <dgm:spPr/>
      <dgm:t>
        <a:bodyPr/>
        <a:lstStyle/>
        <a:p>
          <a:endParaRPr lang="en-US" sz="2800"/>
        </a:p>
      </dgm:t>
    </dgm:pt>
    <dgm:pt modelId="{95C70B4B-D9A9-4860-9C8B-0DA52FE198DA}" type="pres">
      <dgm:prSet presAssocID="{77DC4E7C-5599-48F0-909D-1AF4ABA8F9DD}" presName="root" presStyleCnt="0">
        <dgm:presLayoutVars>
          <dgm:dir/>
          <dgm:resizeHandles val="exact"/>
        </dgm:presLayoutVars>
      </dgm:prSet>
      <dgm:spPr/>
    </dgm:pt>
    <dgm:pt modelId="{94AB1A5C-31CC-4095-8C7E-C9907360CF85}" type="pres">
      <dgm:prSet presAssocID="{847BEC59-7DDC-4810-AF5F-A8D67BEB7288}" presName="compNode" presStyleCnt="0"/>
      <dgm:spPr/>
    </dgm:pt>
    <dgm:pt modelId="{2680151E-419A-4CCD-8F85-65FB28F43E2D}" type="pres">
      <dgm:prSet presAssocID="{847BEC59-7DDC-4810-AF5F-A8D67BEB7288}" presName="bgRect" presStyleLbl="bgShp" presStyleIdx="0" presStyleCnt="3" custLinFactNeighborX="-42" custLinFactNeighborY="-578"/>
      <dgm:spPr/>
    </dgm:pt>
    <dgm:pt modelId="{B3D2B8D2-5075-470D-B7C5-03D0C900069B}" type="pres">
      <dgm:prSet presAssocID="{847BEC59-7DDC-4810-AF5F-A8D67BEB728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mo"/>
        </a:ext>
      </dgm:extLst>
    </dgm:pt>
    <dgm:pt modelId="{0F850E79-7C56-468E-BE4C-016B93E2888B}" type="pres">
      <dgm:prSet presAssocID="{847BEC59-7DDC-4810-AF5F-A8D67BEB7288}" presName="spaceRect" presStyleCnt="0"/>
      <dgm:spPr/>
    </dgm:pt>
    <dgm:pt modelId="{A725F97A-2AC7-4825-9CB5-C687AE9A147E}" type="pres">
      <dgm:prSet presAssocID="{847BEC59-7DDC-4810-AF5F-A8D67BEB7288}" presName="parTx" presStyleLbl="revTx" presStyleIdx="0" presStyleCnt="3">
        <dgm:presLayoutVars>
          <dgm:chMax val="0"/>
          <dgm:chPref val="0"/>
        </dgm:presLayoutVars>
      </dgm:prSet>
      <dgm:spPr/>
    </dgm:pt>
    <dgm:pt modelId="{F93D084C-3CDD-44A6-B979-083A163F69CB}" type="pres">
      <dgm:prSet presAssocID="{A7B1253B-D490-4445-8C9F-FA6A3E71C8E4}" presName="sibTrans" presStyleCnt="0"/>
      <dgm:spPr/>
    </dgm:pt>
    <dgm:pt modelId="{C9EFB8BA-1675-4321-A9A1-6C1CE9FA8681}" type="pres">
      <dgm:prSet presAssocID="{66BA108C-018C-4FAB-94CD-AEAA8A541307}" presName="compNode" presStyleCnt="0"/>
      <dgm:spPr/>
    </dgm:pt>
    <dgm:pt modelId="{A5F34CDC-5B29-494E-99AF-5E08F7B1C00B}" type="pres">
      <dgm:prSet presAssocID="{66BA108C-018C-4FAB-94CD-AEAA8A541307}" presName="bgRect" presStyleLbl="bgShp" presStyleIdx="1" presStyleCnt="3" custLinFactNeighborX="3756" custLinFactNeighborY="2014"/>
      <dgm:spPr/>
    </dgm:pt>
    <dgm:pt modelId="{77DEBA29-17DD-4BD4-82EE-DB19BE24D23C}" type="pres">
      <dgm:prSet presAssocID="{66BA108C-018C-4FAB-94CD-AEAA8A54130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nning"/>
        </a:ext>
      </dgm:extLst>
    </dgm:pt>
    <dgm:pt modelId="{A7448B05-57A5-49AF-9BED-8F9F819766DF}" type="pres">
      <dgm:prSet presAssocID="{66BA108C-018C-4FAB-94CD-AEAA8A541307}" presName="spaceRect" presStyleCnt="0"/>
      <dgm:spPr/>
    </dgm:pt>
    <dgm:pt modelId="{4795C8CD-E296-422E-8AB7-9018C458300D}" type="pres">
      <dgm:prSet presAssocID="{66BA108C-018C-4FAB-94CD-AEAA8A541307}" presName="parTx" presStyleLbl="revTx" presStyleIdx="1" presStyleCnt="3">
        <dgm:presLayoutVars>
          <dgm:chMax val="0"/>
          <dgm:chPref val="0"/>
        </dgm:presLayoutVars>
      </dgm:prSet>
      <dgm:spPr/>
    </dgm:pt>
    <dgm:pt modelId="{1C10E3B2-E0F2-41CB-920E-163B607EB3E8}" type="pres">
      <dgm:prSet presAssocID="{0C2A01F1-88D3-4D0C-9AF7-AAFB263EF0F0}" presName="sibTrans" presStyleCnt="0"/>
      <dgm:spPr/>
    </dgm:pt>
    <dgm:pt modelId="{1BA70FC4-7ED7-45E9-9DD1-F81B458FA45B}" type="pres">
      <dgm:prSet presAssocID="{122E1CF8-C3F7-4DFB-9884-C0DE8AA4CB19}" presName="compNode" presStyleCnt="0"/>
      <dgm:spPr/>
    </dgm:pt>
    <dgm:pt modelId="{9B183794-0359-4553-B9C6-B9123A4C69E0}" type="pres">
      <dgm:prSet presAssocID="{122E1CF8-C3F7-4DFB-9884-C0DE8AA4CB19}" presName="bgRect" presStyleLbl="bgShp" presStyleIdx="2" presStyleCnt="3"/>
      <dgm:spPr/>
    </dgm:pt>
    <dgm:pt modelId="{5DC2F044-2578-49DB-8AFD-BD8118C2EDDF}" type="pres">
      <dgm:prSet presAssocID="{122E1CF8-C3F7-4DFB-9884-C0DE8AA4CB1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C1"/>
        </a:ext>
      </dgm:extLst>
    </dgm:pt>
    <dgm:pt modelId="{3A7D0940-45F1-40AC-90C0-83A0926D84B9}" type="pres">
      <dgm:prSet presAssocID="{122E1CF8-C3F7-4DFB-9884-C0DE8AA4CB19}" presName="spaceRect" presStyleCnt="0"/>
      <dgm:spPr/>
    </dgm:pt>
    <dgm:pt modelId="{7585F569-9D7F-4E01-AF12-1E8781F49B1A}" type="pres">
      <dgm:prSet presAssocID="{122E1CF8-C3F7-4DFB-9884-C0DE8AA4CB1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5650017-59EA-4515-AF59-EFEEF1E79525}" type="presOf" srcId="{847BEC59-7DDC-4810-AF5F-A8D67BEB7288}" destId="{A725F97A-2AC7-4825-9CB5-C687AE9A147E}" srcOrd="0" destOrd="0" presId="urn:microsoft.com/office/officeart/2018/2/layout/IconVerticalSolidList"/>
    <dgm:cxn modelId="{F168883D-7826-4CF1-958B-E61F47CA1938}" type="presOf" srcId="{77DC4E7C-5599-48F0-909D-1AF4ABA8F9DD}" destId="{95C70B4B-D9A9-4860-9C8B-0DA52FE198DA}" srcOrd="0" destOrd="0" presId="urn:microsoft.com/office/officeart/2018/2/layout/IconVerticalSolidList"/>
    <dgm:cxn modelId="{7BF6CF59-F016-4642-A3F0-E63E5238F781}" srcId="{77DC4E7C-5599-48F0-909D-1AF4ABA8F9DD}" destId="{847BEC59-7DDC-4810-AF5F-A8D67BEB7288}" srcOrd="0" destOrd="0" parTransId="{D8B1D556-6621-49E7-B934-9B37BBF399B9}" sibTransId="{A7B1253B-D490-4445-8C9F-FA6A3E71C8E4}"/>
    <dgm:cxn modelId="{43F664BB-5994-43BC-AC06-A395C000679E}" type="presOf" srcId="{122E1CF8-C3F7-4DFB-9884-C0DE8AA4CB19}" destId="{7585F569-9D7F-4E01-AF12-1E8781F49B1A}" srcOrd="0" destOrd="0" presId="urn:microsoft.com/office/officeart/2018/2/layout/IconVerticalSolidList"/>
    <dgm:cxn modelId="{054B96BD-5E4C-4088-B52C-ED3F51369C8C}" srcId="{77DC4E7C-5599-48F0-909D-1AF4ABA8F9DD}" destId="{66BA108C-018C-4FAB-94CD-AEAA8A541307}" srcOrd="1" destOrd="0" parTransId="{E1BA4895-B167-4FF0-8C2B-19B0D73AFD93}" sibTransId="{0C2A01F1-88D3-4D0C-9AF7-AAFB263EF0F0}"/>
    <dgm:cxn modelId="{6BF247D4-635D-47FE-9981-764FB36892C5}" type="presOf" srcId="{66BA108C-018C-4FAB-94CD-AEAA8A541307}" destId="{4795C8CD-E296-422E-8AB7-9018C458300D}" srcOrd="0" destOrd="0" presId="urn:microsoft.com/office/officeart/2018/2/layout/IconVerticalSolidList"/>
    <dgm:cxn modelId="{F4243BF1-4F1D-4206-AC5F-60C5BD4770F8}" srcId="{77DC4E7C-5599-48F0-909D-1AF4ABA8F9DD}" destId="{122E1CF8-C3F7-4DFB-9884-C0DE8AA4CB19}" srcOrd="2" destOrd="0" parTransId="{B8A438AC-FA6D-4C95-99E1-644AA186165E}" sibTransId="{1FC26A38-15F5-47F3-98D8-587091DE0114}"/>
    <dgm:cxn modelId="{F8EF3F3E-4F67-4F4D-AF23-28E1EFF3CB89}" type="presParOf" srcId="{95C70B4B-D9A9-4860-9C8B-0DA52FE198DA}" destId="{94AB1A5C-31CC-4095-8C7E-C9907360CF85}" srcOrd="0" destOrd="0" presId="urn:microsoft.com/office/officeart/2018/2/layout/IconVerticalSolidList"/>
    <dgm:cxn modelId="{9AF82722-3A75-48AE-91C4-4783BC02497C}" type="presParOf" srcId="{94AB1A5C-31CC-4095-8C7E-C9907360CF85}" destId="{2680151E-419A-4CCD-8F85-65FB28F43E2D}" srcOrd="0" destOrd="0" presId="urn:microsoft.com/office/officeart/2018/2/layout/IconVerticalSolidList"/>
    <dgm:cxn modelId="{F5B7DFC5-0100-411E-974F-27C95E7F59D5}" type="presParOf" srcId="{94AB1A5C-31CC-4095-8C7E-C9907360CF85}" destId="{B3D2B8D2-5075-470D-B7C5-03D0C900069B}" srcOrd="1" destOrd="0" presId="urn:microsoft.com/office/officeart/2018/2/layout/IconVerticalSolidList"/>
    <dgm:cxn modelId="{4B7DCBD1-A238-45CC-B662-ED0A5CFED611}" type="presParOf" srcId="{94AB1A5C-31CC-4095-8C7E-C9907360CF85}" destId="{0F850E79-7C56-468E-BE4C-016B93E2888B}" srcOrd="2" destOrd="0" presId="urn:microsoft.com/office/officeart/2018/2/layout/IconVerticalSolidList"/>
    <dgm:cxn modelId="{2E8861D8-7F72-4B65-99A3-02E78ADE2914}" type="presParOf" srcId="{94AB1A5C-31CC-4095-8C7E-C9907360CF85}" destId="{A725F97A-2AC7-4825-9CB5-C687AE9A147E}" srcOrd="3" destOrd="0" presId="urn:microsoft.com/office/officeart/2018/2/layout/IconVerticalSolidList"/>
    <dgm:cxn modelId="{370ABB59-EF01-4847-AD8C-E33AA449F033}" type="presParOf" srcId="{95C70B4B-D9A9-4860-9C8B-0DA52FE198DA}" destId="{F93D084C-3CDD-44A6-B979-083A163F69CB}" srcOrd="1" destOrd="0" presId="urn:microsoft.com/office/officeart/2018/2/layout/IconVerticalSolidList"/>
    <dgm:cxn modelId="{2B565B32-E4D1-4EFA-8C61-9945CC028517}" type="presParOf" srcId="{95C70B4B-D9A9-4860-9C8B-0DA52FE198DA}" destId="{C9EFB8BA-1675-4321-A9A1-6C1CE9FA8681}" srcOrd="2" destOrd="0" presId="urn:microsoft.com/office/officeart/2018/2/layout/IconVerticalSolidList"/>
    <dgm:cxn modelId="{7D101667-603C-4CF8-934C-564F5706DBBB}" type="presParOf" srcId="{C9EFB8BA-1675-4321-A9A1-6C1CE9FA8681}" destId="{A5F34CDC-5B29-494E-99AF-5E08F7B1C00B}" srcOrd="0" destOrd="0" presId="urn:microsoft.com/office/officeart/2018/2/layout/IconVerticalSolidList"/>
    <dgm:cxn modelId="{5B23B2C6-0D42-4454-ADA0-FACC0F03275A}" type="presParOf" srcId="{C9EFB8BA-1675-4321-A9A1-6C1CE9FA8681}" destId="{77DEBA29-17DD-4BD4-82EE-DB19BE24D23C}" srcOrd="1" destOrd="0" presId="urn:microsoft.com/office/officeart/2018/2/layout/IconVerticalSolidList"/>
    <dgm:cxn modelId="{97288B5A-0A3B-4837-B62E-918852853CB1}" type="presParOf" srcId="{C9EFB8BA-1675-4321-A9A1-6C1CE9FA8681}" destId="{A7448B05-57A5-49AF-9BED-8F9F819766DF}" srcOrd="2" destOrd="0" presId="urn:microsoft.com/office/officeart/2018/2/layout/IconVerticalSolidList"/>
    <dgm:cxn modelId="{5A09587F-6AEC-481A-999A-A42F4C44634B}" type="presParOf" srcId="{C9EFB8BA-1675-4321-A9A1-6C1CE9FA8681}" destId="{4795C8CD-E296-422E-8AB7-9018C458300D}" srcOrd="3" destOrd="0" presId="urn:microsoft.com/office/officeart/2018/2/layout/IconVerticalSolidList"/>
    <dgm:cxn modelId="{76E6EEA8-35B9-4350-A487-D392CF0BB94A}" type="presParOf" srcId="{95C70B4B-D9A9-4860-9C8B-0DA52FE198DA}" destId="{1C10E3B2-E0F2-41CB-920E-163B607EB3E8}" srcOrd="3" destOrd="0" presId="urn:microsoft.com/office/officeart/2018/2/layout/IconVerticalSolidList"/>
    <dgm:cxn modelId="{2121DDDC-E1E9-4753-8FAB-FE821ABAD0B7}" type="presParOf" srcId="{95C70B4B-D9A9-4860-9C8B-0DA52FE198DA}" destId="{1BA70FC4-7ED7-45E9-9DD1-F81B458FA45B}" srcOrd="4" destOrd="0" presId="urn:microsoft.com/office/officeart/2018/2/layout/IconVerticalSolidList"/>
    <dgm:cxn modelId="{3CBD388D-BCD1-4A68-9763-B43059FF7B29}" type="presParOf" srcId="{1BA70FC4-7ED7-45E9-9DD1-F81B458FA45B}" destId="{9B183794-0359-4553-B9C6-B9123A4C69E0}" srcOrd="0" destOrd="0" presId="urn:microsoft.com/office/officeart/2018/2/layout/IconVerticalSolidList"/>
    <dgm:cxn modelId="{61EA4771-DD4C-4F8B-A6DA-666F0FA0C6FF}" type="presParOf" srcId="{1BA70FC4-7ED7-45E9-9DD1-F81B458FA45B}" destId="{5DC2F044-2578-49DB-8AFD-BD8118C2EDDF}" srcOrd="1" destOrd="0" presId="urn:microsoft.com/office/officeart/2018/2/layout/IconVerticalSolidList"/>
    <dgm:cxn modelId="{B682FCDC-ABC4-46F6-B605-F5707940CB91}" type="presParOf" srcId="{1BA70FC4-7ED7-45E9-9DD1-F81B458FA45B}" destId="{3A7D0940-45F1-40AC-90C0-83A0926D84B9}" srcOrd="2" destOrd="0" presId="urn:microsoft.com/office/officeart/2018/2/layout/IconVerticalSolidList"/>
    <dgm:cxn modelId="{39025BDC-727F-43F2-940A-41C88C288A10}" type="presParOf" srcId="{1BA70FC4-7ED7-45E9-9DD1-F81B458FA45B}" destId="{7585F569-9D7F-4E01-AF12-1E8781F49B1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5769C8D-53A0-4A96-88DA-88C3CBCCD0D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C8505A0-DD8B-4C1E-9859-C1BC942C0D52}">
      <dgm:prSet/>
      <dgm:spPr/>
      <dgm:t>
        <a:bodyPr/>
        <a:lstStyle/>
        <a:p>
          <a:r>
            <a:rPr lang="en-US" baseline="0" dirty="0"/>
            <a:t>O notation: </a:t>
          </a:r>
          <a:endParaRPr lang="en-US" dirty="0"/>
        </a:p>
      </dgm:t>
    </dgm:pt>
    <dgm:pt modelId="{FF5A7F7A-F93F-4ACC-A99E-42B1ADAFA1A3}" type="parTrans" cxnId="{742DFB11-1EAD-47B2-B2E6-86153C53AFE7}">
      <dgm:prSet/>
      <dgm:spPr/>
      <dgm:t>
        <a:bodyPr/>
        <a:lstStyle/>
        <a:p>
          <a:endParaRPr lang="en-US"/>
        </a:p>
      </dgm:t>
    </dgm:pt>
    <dgm:pt modelId="{6BB1B2CD-891B-4B60-B760-A80909E77559}" type="sibTrans" cxnId="{742DFB11-1EAD-47B2-B2E6-86153C53AFE7}">
      <dgm:prSet/>
      <dgm:spPr/>
      <dgm:t>
        <a:bodyPr/>
        <a:lstStyle/>
        <a:p>
          <a:endParaRPr lang="en-US"/>
        </a:p>
      </dgm:t>
    </dgm:pt>
    <dgm:pt modelId="{C25CCCA0-816E-43F3-86C8-5FC9A82086D8}">
      <dgm:prSet/>
      <dgm:spPr/>
      <dgm:t>
        <a:bodyPr/>
        <a:lstStyle/>
        <a:p>
          <a:r>
            <a:rPr lang="en-US" baseline="0">
              <a:sym typeface="Symbol" panose="05050102010706020507" pitchFamily="18" charset="2"/>
            </a:rPr>
            <a:t></a:t>
          </a:r>
          <a:r>
            <a:rPr lang="en-US" baseline="0"/>
            <a:t> notation: </a:t>
          </a:r>
          <a:endParaRPr lang="en-US"/>
        </a:p>
      </dgm:t>
    </dgm:pt>
    <dgm:pt modelId="{BB96886F-8280-4179-A7D7-F0A8CECDF0EF}" type="parTrans" cxnId="{888BE23A-8FBB-44DB-B439-1CC8F055B337}">
      <dgm:prSet/>
      <dgm:spPr/>
      <dgm:t>
        <a:bodyPr/>
        <a:lstStyle/>
        <a:p>
          <a:endParaRPr lang="en-US"/>
        </a:p>
      </dgm:t>
    </dgm:pt>
    <dgm:pt modelId="{16195810-0082-4BB8-BEEB-E38356EFB62A}" type="sibTrans" cxnId="{888BE23A-8FBB-44DB-B439-1CC8F055B337}">
      <dgm:prSet/>
      <dgm:spPr/>
      <dgm:t>
        <a:bodyPr/>
        <a:lstStyle/>
        <a:p>
          <a:endParaRPr lang="en-US"/>
        </a:p>
      </dgm:t>
    </dgm:pt>
    <dgm:pt modelId="{70835B1F-3788-49AA-8134-A64F28DF99C4}">
      <dgm:prSet/>
      <dgm:spPr/>
      <dgm:t>
        <a:bodyPr/>
        <a:lstStyle/>
        <a:p>
          <a:r>
            <a:rPr lang="en-US" baseline="0">
              <a:sym typeface="Symbol" panose="05050102010706020507" pitchFamily="18" charset="2"/>
            </a:rPr>
            <a:t></a:t>
          </a:r>
          <a:r>
            <a:rPr lang="en-US" baseline="0"/>
            <a:t> notation:</a:t>
          </a:r>
          <a:endParaRPr lang="en-US"/>
        </a:p>
      </dgm:t>
    </dgm:pt>
    <dgm:pt modelId="{D48F089A-6FA5-42BF-BC68-E11CD5D63AD3}" type="parTrans" cxnId="{6FBB3E2F-9522-4C0E-ACA6-64E38CFF5243}">
      <dgm:prSet/>
      <dgm:spPr/>
      <dgm:t>
        <a:bodyPr/>
        <a:lstStyle/>
        <a:p>
          <a:endParaRPr lang="en-US"/>
        </a:p>
      </dgm:t>
    </dgm:pt>
    <dgm:pt modelId="{DCFF6B44-3B79-467C-AD52-D326F171F8EF}" type="sibTrans" cxnId="{6FBB3E2F-9522-4C0E-ACA6-64E38CFF5243}">
      <dgm:prSet/>
      <dgm:spPr/>
      <dgm:t>
        <a:bodyPr/>
        <a:lstStyle/>
        <a:p>
          <a:endParaRPr lang="en-US"/>
        </a:p>
      </dgm:t>
    </dgm:pt>
    <dgm:pt modelId="{40D9C2DF-A907-4799-ADD1-9CFFD1D72A98}">
      <dgm:prSet/>
      <dgm:spPr/>
      <dgm:t>
        <a:bodyPr/>
        <a:lstStyle/>
        <a:p>
          <a:r>
            <a:rPr lang="en-US" baseline="0"/>
            <a:t>little “oh”</a:t>
          </a:r>
          <a:endParaRPr lang="en-US"/>
        </a:p>
      </dgm:t>
    </dgm:pt>
    <dgm:pt modelId="{CB380A3C-C69B-4B75-97A0-C168C6A41032}" type="parTrans" cxnId="{AE24A5CB-FEBD-4428-A8B6-ADA3F507DEC1}">
      <dgm:prSet/>
      <dgm:spPr/>
      <dgm:t>
        <a:bodyPr/>
        <a:lstStyle/>
        <a:p>
          <a:endParaRPr lang="en-US"/>
        </a:p>
      </dgm:t>
    </dgm:pt>
    <dgm:pt modelId="{B7D9148F-2466-4DD8-8DA3-8047A22179B1}" type="sibTrans" cxnId="{AE24A5CB-FEBD-4428-A8B6-ADA3F507DEC1}">
      <dgm:prSet/>
      <dgm:spPr/>
      <dgm:t>
        <a:bodyPr/>
        <a:lstStyle/>
        <a:p>
          <a:endParaRPr lang="en-US"/>
        </a:p>
      </dgm:t>
    </dgm:pt>
    <dgm:pt modelId="{BB6D8985-A300-41D5-90C5-40DB52C79F98}">
      <dgm:prSet/>
      <dgm:spPr/>
      <dgm:t>
        <a:bodyPr/>
        <a:lstStyle/>
        <a:p>
          <a:r>
            <a:rPr lang="en-US" baseline="0"/>
            <a:t>little omega</a:t>
          </a:r>
          <a:endParaRPr lang="en-US"/>
        </a:p>
      </dgm:t>
    </dgm:pt>
    <dgm:pt modelId="{D84D712F-E404-4EDE-9E7B-769A871C9E27}" type="parTrans" cxnId="{977D864C-580A-4B38-AE4A-6D90133D80DE}">
      <dgm:prSet/>
      <dgm:spPr/>
      <dgm:t>
        <a:bodyPr/>
        <a:lstStyle/>
        <a:p>
          <a:endParaRPr lang="en-US"/>
        </a:p>
      </dgm:t>
    </dgm:pt>
    <dgm:pt modelId="{FF355358-2130-46E9-8A8F-65396EE01519}" type="sibTrans" cxnId="{977D864C-580A-4B38-AE4A-6D90133D80DE}">
      <dgm:prSet/>
      <dgm:spPr/>
      <dgm:t>
        <a:bodyPr/>
        <a:lstStyle/>
        <a:p>
          <a:endParaRPr lang="en-US"/>
        </a:p>
      </dgm:t>
    </dgm:pt>
    <dgm:pt modelId="{6C22FF72-90EB-4328-949D-DD89CEEB36C3}" type="pres">
      <dgm:prSet presAssocID="{F5769C8D-53A0-4A96-88DA-88C3CBCCD0DD}" presName="linear" presStyleCnt="0">
        <dgm:presLayoutVars>
          <dgm:animLvl val="lvl"/>
          <dgm:resizeHandles val="exact"/>
        </dgm:presLayoutVars>
      </dgm:prSet>
      <dgm:spPr/>
    </dgm:pt>
    <dgm:pt modelId="{3604F5DF-6764-4603-BEB8-B6DE0469AEB7}" type="pres">
      <dgm:prSet presAssocID="{0C8505A0-DD8B-4C1E-9859-C1BC942C0D52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454DDD47-0B7B-40D7-A2E2-BA4AFEF0136F}" type="pres">
      <dgm:prSet presAssocID="{6BB1B2CD-891B-4B60-B760-A80909E77559}" presName="spacer" presStyleCnt="0"/>
      <dgm:spPr/>
    </dgm:pt>
    <dgm:pt modelId="{4FEF867D-E6A5-48E8-A914-B08A5ECC214E}" type="pres">
      <dgm:prSet presAssocID="{C25CCCA0-816E-43F3-86C8-5FC9A82086D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0EC23656-80E3-4005-8194-3BE7F5583BF4}" type="pres">
      <dgm:prSet presAssocID="{16195810-0082-4BB8-BEEB-E38356EFB62A}" presName="spacer" presStyleCnt="0"/>
      <dgm:spPr/>
    </dgm:pt>
    <dgm:pt modelId="{3C808D7F-2536-4AC8-A59C-7C492FF62D7A}" type="pres">
      <dgm:prSet presAssocID="{70835B1F-3788-49AA-8134-A64F28DF99C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9488D395-59FF-4049-8540-D75056EF1FC0}" type="pres">
      <dgm:prSet presAssocID="{DCFF6B44-3B79-467C-AD52-D326F171F8EF}" presName="spacer" presStyleCnt="0"/>
      <dgm:spPr/>
    </dgm:pt>
    <dgm:pt modelId="{1E32F0C2-F91A-46D7-B942-4334C5F954C4}" type="pres">
      <dgm:prSet presAssocID="{40D9C2DF-A907-4799-ADD1-9CFFD1D72A9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EF8A6CC1-ADF2-4E53-8795-B167205907DF}" type="pres">
      <dgm:prSet presAssocID="{B7D9148F-2466-4DD8-8DA3-8047A22179B1}" presName="spacer" presStyleCnt="0"/>
      <dgm:spPr/>
    </dgm:pt>
    <dgm:pt modelId="{81B9D415-5FEB-4215-820C-5E34406AE686}" type="pres">
      <dgm:prSet presAssocID="{BB6D8985-A300-41D5-90C5-40DB52C79F98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42DFB11-1EAD-47B2-B2E6-86153C53AFE7}" srcId="{F5769C8D-53A0-4A96-88DA-88C3CBCCD0DD}" destId="{0C8505A0-DD8B-4C1E-9859-C1BC942C0D52}" srcOrd="0" destOrd="0" parTransId="{FF5A7F7A-F93F-4ACC-A99E-42B1ADAFA1A3}" sibTransId="{6BB1B2CD-891B-4B60-B760-A80909E77559}"/>
    <dgm:cxn modelId="{6FBB3E2F-9522-4C0E-ACA6-64E38CFF5243}" srcId="{F5769C8D-53A0-4A96-88DA-88C3CBCCD0DD}" destId="{70835B1F-3788-49AA-8134-A64F28DF99C4}" srcOrd="2" destOrd="0" parTransId="{D48F089A-6FA5-42BF-BC68-E11CD5D63AD3}" sibTransId="{DCFF6B44-3B79-467C-AD52-D326F171F8EF}"/>
    <dgm:cxn modelId="{3F839633-30C4-46D9-A297-A0D284EC2D43}" type="presOf" srcId="{F5769C8D-53A0-4A96-88DA-88C3CBCCD0DD}" destId="{6C22FF72-90EB-4328-949D-DD89CEEB36C3}" srcOrd="0" destOrd="0" presId="urn:microsoft.com/office/officeart/2005/8/layout/vList2"/>
    <dgm:cxn modelId="{888BE23A-8FBB-44DB-B439-1CC8F055B337}" srcId="{F5769C8D-53A0-4A96-88DA-88C3CBCCD0DD}" destId="{C25CCCA0-816E-43F3-86C8-5FC9A82086D8}" srcOrd="1" destOrd="0" parTransId="{BB96886F-8280-4179-A7D7-F0A8CECDF0EF}" sibTransId="{16195810-0082-4BB8-BEEB-E38356EFB62A}"/>
    <dgm:cxn modelId="{5CBC333E-3DCB-4C7A-BE93-844B2DF44678}" type="presOf" srcId="{40D9C2DF-A907-4799-ADD1-9CFFD1D72A98}" destId="{1E32F0C2-F91A-46D7-B942-4334C5F954C4}" srcOrd="0" destOrd="0" presId="urn:microsoft.com/office/officeart/2005/8/layout/vList2"/>
    <dgm:cxn modelId="{48E54047-CDE6-47C7-9CA4-006E024CCA04}" type="presOf" srcId="{BB6D8985-A300-41D5-90C5-40DB52C79F98}" destId="{81B9D415-5FEB-4215-820C-5E34406AE686}" srcOrd="0" destOrd="0" presId="urn:microsoft.com/office/officeart/2005/8/layout/vList2"/>
    <dgm:cxn modelId="{977D864C-580A-4B38-AE4A-6D90133D80DE}" srcId="{F5769C8D-53A0-4A96-88DA-88C3CBCCD0DD}" destId="{BB6D8985-A300-41D5-90C5-40DB52C79F98}" srcOrd="4" destOrd="0" parTransId="{D84D712F-E404-4EDE-9E7B-769A871C9E27}" sibTransId="{FF355358-2130-46E9-8A8F-65396EE01519}"/>
    <dgm:cxn modelId="{6E49B75A-6772-420E-A9CA-744DBD12B38B}" type="presOf" srcId="{C25CCCA0-816E-43F3-86C8-5FC9A82086D8}" destId="{4FEF867D-E6A5-48E8-A914-B08A5ECC214E}" srcOrd="0" destOrd="0" presId="urn:microsoft.com/office/officeart/2005/8/layout/vList2"/>
    <dgm:cxn modelId="{193A0182-445C-42EE-97B3-AD9821EE7519}" type="presOf" srcId="{70835B1F-3788-49AA-8134-A64F28DF99C4}" destId="{3C808D7F-2536-4AC8-A59C-7C492FF62D7A}" srcOrd="0" destOrd="0" presId="urn:microsoft.com/office/officeart/2005/8/layout/vList2"/>
    <dgm:cxn modelId="{AE24A5CB-FEBD-4428-A8B6-ADA3F507DEC1}" srcId="{F5769C8D-53A0-4A96-88DA-88C3CBCCD0DD}" destId="{40D9C2DF-A907-4799-ADD1-9CFFD1D72A98}" srcOrd="3" destOrd="0" parTransId="{CB380A3C-C69B-4B75-97A0-C168C6A41032}" sibTransId="{B7D9148F-2466-4DD8-8DA3-8047A22179B1}"/>
    <dgm:cxn modelId="{8C8D4BF8-FA65-4AE1-AF2B-9C036CE7885B}" type="presOf" srcId="{0C8505A0-DD8B-4C1E-9859-C1BC942C0D52}" destId="{3604F5DF-6764-4603-BEB8-B6DE0469AEB7}" srcOrd="0" destOrd="0" presId="urn:microsoft.com/office/officeart/2005/8/layout/vList2"/>
    <dgm:cxn modelId="{6567DBA8-3C84-4BB3-A5F4-0E84213974D3}" type="presParOf" srcId="{6C22FF72-90EB-4328-949D-DD89CEEB36C3}" destId="{3604F5DF-6764-4603-BEB8-B6DE0469AEB7}" srcOrd="0" destOrd="0" presId="urn:microsoft.com/office/officeart/2005/8/layout/vList2"/>
    <dgm:cxn modelId="{B4F5BE54-A3F4-4EDE-BFDE-3954165C5284}" type="presParOf" srcId="{6C22FF72-90EB-4328-949D-DD89CEEB36C3}" destId="{454DDD47-0B7B-40D7-A2E2-BA4AFEF0136F}" srcOrd="1" destOrd="0" presId="urn:microsoft.com/office/officeart/2005/8/layout/vList2"/>
    <dgm:cxn modelId="{46A2B11E-249C-4C7D-93BF-BA2BF3940B5E}" type="presParOf" srcId="{6C22FF72-90EB-4328-949D-DD89CEEB36C3}" destId="{4FEF867D-E6A5-48E8-A914-B08A5ECC214E}" srcOrd="2" destOrd="0" presId="urn:microsoft.com/office/officeart/2005/8/layout/vList2"/>
    <dgm:cxn modelId="{51462934-BDF1-4B58-AB8D-FA057A7C5282}" type="presParOf" srcId="{6C22FF72-90EB-4328-949D-DD89CEEB36C3}" destId="{0EC23656-80E3-4005-8194-3BE7F5583BF4}" srcOrd="3" destOrd="0" presId="urn:microsoft.com/office/officeart/2005/8/layout/vList2"/>
    <dgm:cxn modelId="{6F24175B-814A-41CD-8D4E-EE9DE9579F04}" type="presParOf" srcId="{6C22FF72-90EB-4328-949D-DD89CEEB36C3}" destId="{3C808D7F-2536-4AC8-A59C-7C492FF62D7A}" srcOrd="4" destOrd="0" presId="urn:microsoft.com/office/officeart/2005/8/layout/vList2"/>
    <dgm:cxn modelId="{5D0CB333-B21A-4622-88D5-FC468FF0962F}" type="presParOf" srcId="{6C22FF72-90EB-4328-949D-DD89CEEB36C3}" destId="{9488D395-59FF-4049-8540-D75056EF1FC0}" srcOrd="5" destOrd="0" presId="urn:microsoft.com/office/officeart/2005/8/layout/vList2"/>
    <dgm:cxn modelId="{DA9D906A-D147-4ECF-AEB0-D415ACE9C7BE}" type="presParOf" srcId="{6C22FF72-90EB-4328-949D-DD89CEEB36C3}" destId="{1E32F0C2-F91A-46D7-B942-4334C5F954C4}" srcOrd="6" destOrd="0" presId="urn:microsoft.com/office/officeart/2005/8/layout/vList2"/>
    <dgm:cxn modelId="{24F9E6BD-A041-42EB-BF18-A404BAFC542A}" type="presParOf" srcId="{6C22FF72-90EB-4328-949D-DD89CEEB36C3}" destId="{EF8A6CC1-ADF2-4E53-8795-B167205907DF}" srcOrd="7" destOrd="0" presId="urn:microsoft.com/office/officeart/2005/8/layout/vList2"/>
    <dgm:cxn modelId="{7075C0BF-9E62-42BE-8398-A310F62CFF7B}" type="presParOf" srcId="{6C22FF72-90EB-4328-949D-DD89CEEB36C3}" destId="{81B9D415-5FEB-4215-820C-5E34406AE686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3CF2D26-AB1D-4C2F-A0E2-5284B873E3F5}" type="doc">
      <dgm:prSet loTypeId="urn:microsoft.com/office/officeart/2005/8/layout/vList2" loCatId="list" qsTypeId="urn:microsoft.com/office/officeart/2005/8/quickstyle/simple2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5D2859D-D358-4949-BE07-206BCA455B60}">
      <dgm:prSet custT="1"/>
      <dgm:spPr/>
      <dgm:t>
        <a:bodyPr/>
        <a:lstStyle/>
        <a:p>
          <a:r>
            <a:rPr lang="en-US" sz="2000" dirty="0"/>
            <a:t> </a:t>
          </a:r>
          <a:r>
            <a:rPr lang="en-US" sz="2000" dirty="0">
              <a:solidFill>
                <a:srgbClr val="FFC000"/>
              </a:solidFill>
            </a:rPr>
            <a:t>asymptotic upper bound </a:t>
          </a:r>
          <a:r>
            <a:rPr lang="en-US" sz="2000" dirty="0"/>
            <a:t>of this function  </a:t>
          </a:r>
          <a:r>
            <a:rPr lang="en-US" sz="2000" dirty="0" err="1"/>
            <a:t>Ie</a:t>
          </a:r>
          <a:r>
            <a:rPr lang="en-US" sz="2000" dirty="0"/>
            <a:t>: </a:t>
          </a:r>
          <a:r>
            <a:rPr lang="en-US" sz="2000" dirty="0">
              <a:solidFill>
                <a:srgbClr val="FFC000"/>
              </a:solidFill>
            </a:rPr>
            <a:t>worst case</a:t>
          </a:r>
        </a:p>
        <a:p>
          <a:r>
            <a:rPr lang="en-US" sz="2000" dirty="0"/>
            <a:t>Most commonly used</a:t>
          </a:r>
        </a:p>
      </dgm:t>
    </dgm:pt>
    <dgm:pt modelId="{2CC4232D-F3F1-4962-A6A0-85888458546B}" type="parTrans" cxnId="{BC06EBCB-D3A1-4901-99D5-9E79D2923A9D}">
      <dgm:prSet/>
      <dgm:spPr/>
      <dgm:t>
        <a:bodyPr/>
        <a:lstStyle/>
        <a:p>
          <a:endParaRPr lang="en-US" sz="9600"/>
        </a:p>
      </dgm:t>
    </dgm:pt>
    <dgm:pt modelId="{A9946CA2-E8D6-46BA-9171-A092C5D972B7}" type="sibTrans" cxnId="{BC06EBCB-D3A1-4901-99D5-9E79D2923A9D}">
      <dgm:prSet/>
      <dgm:spPr/>
      <dgm:t>
        <a:bodyPr/>
        <a:lstStyle/>
        <a:p>
          <a:endParaRPr lang="en-US" sz="6600"/>
        </a:p>
      </dgm:t>
    </dgm:pt>
    <dgm:pt modelId="{9A436337-6CD2-491D-9262-CCBDF94AF42C}">
      <dgm:prSet custT="1"/>
      <dgm:spPr/>
      <dgm:t>
        <a:bodyPr/>
        <a:lstStyle/>
        <a:p>
          <a:r>
            <a:rPr lang="en-US" sz="2000" dirty="0">
              <a:solidFill>
                <a:srgbClr val="FFC000"/>
              </a:solidFill>
            </a:rPr>
            <a:t>f(n)</a:t>
          </a:r>
          <a:r>
            <a:rPr lang="en-US" sz="2000" dirty="0"/>
            <a:t>-rate of growth of time  of an algorithm for an input n.</a:t>
          </a:r>
        </a:p>
      </dgm:t>
    </dgm:pt>
    <dgm:pt modelId="{19870B8A-DACA-487D-8A11-0D0EEFF5B0BC}" type="parTrans" cxnId="{307D96EA-5C87-4787-A372-4785D5ACF9A9}">
      <dgm:prSet/>
      <dgm:spPr/>
      <dgm:t>
        <a:bodyPr/>
        <a:lstStyle/>
        <a:p>
          <a:endParaRPr lang="en-US" sz="9600"/>
        </a:p>
      </dgm:t>
    </dgm:pt>
    <dgm:pt modelId="{9CFD38C3-750F-4DC5-830D-408EDC23E7A3}" type="sibTrans" cxnId="{307D96EA-5C87-4787-A372-4785D5ACF9A9}">
      <dgm:prSet/>
      <dgm:spPr/>
      <dgm:t>
        <a:bodyPr/>
        <a:lstStyle/>
        <a:p>
          <a:endParaRPr lang="en-US" sz="6600"/>
        </a:p>
      </dgm:t>
    </dgm:pt>
    <dgm:pt modelId="{BF2DC9E3-657E-420D-957B-5A40E1AAAF04}">
      <dgm:prSet custT="1"/>
      <dgm:spPr/>
      <dgm:t>
        <a:bodyPr/>
        <a:lstStyle/>
        <a:p>
          <a:r>
            <a:rPr lang="en-US" sz="2000" dirty="0"/>
            <a:t>FIND another function </a:t>
          </a:r>
          <a:r>
            <a:rPr lang="en-US" sz="2000" dirty="0">
              <a:solidFill>
                <a:srgbClr val="FFC000"/>
              </a:solidFill>
            </a:rPr>
            <a:t>g(n)</a:t>
          </a:r>
          <a:r>
            <a:rPr lang="en-US" sz="2000" dirty="0"/>
            <a:t>  such that there exist a value of </a:t>
          </a:r>
          <a:r>
            <a:rPr lang="en-US" sz="2000" dirty="0">
              <a:solidFill>
                <a:srgbClr val="FFC000"/>
              </a:solidFill>
            </a:rPr>
            <a:t>+</a:t>
          </a:r>
          <a:r>
            <a:rPr lang="en-US" sz="2000" dirty="0" err="1">
              <a:solidFill>
                <a:srgbClr val="FFC000"/>
              </a:solidFill>
            </a:rPr>
            <a:t>ve</a:t>
          </a:r>
          <a:r>
            <a:rPr lang="en-US" sz="2000" dirty="0">
              <a:solidFill>
                <a:srgbClr val="FFC000"/>
              </a:solidFill>
            </a:rPr>
            <a:t> integer n &amp; n0 and a positive constant c</a:t>
          </a:r>
          <a:r>
            <a:rPr lang="en-US" sz="2000" dirty="0"/>
            <a:t> such that  f(n)&lt;=</a:t>
          </a:r>
          <a:r>
            <a:rPr lang="en-US" sz="2000" dirty="0" err="1"/>
            <a:t>C.g</a:t>
          </a:r>
          <a:r>
            <a:rPr lang="en-US" sz="2000" dirty="0"/>
            <a:t>(n)   ;   n&gt;=n0,   C&gt;0,   n0&gt;=1( in all case)</a:t>
          </a:r>
        </a:p>
        <a:p>
          <a:endParaRPr lang="en-US" sz="2000" dirty="0"/>
        </a:p>
      </dgm:t>
    </dgm:pt>
    <dgm:pt modelId="{3F96FDF6-928B-4A1A-9AC3-18E2FA3F6486}" type="parTrans" cxnId="{6E14B3E0-F3B0-4634-8B1E-27EF1EB2EC76}">
      <dgm:prSet/>
      <dgm:spPr/>
      <dgm:t>
        <a:bodyPr/>
        <a:lstStyle/>
        <a:p>
          <a:endParaRPr lang="en-US" sz="9600"/>
        </a:p>
      </dgm:t>
    </dgm:pt>
    <dgm:pt modelId="{7CB782ED-4BC9-4A78-8858-289C4FE4024A}" type="sibTrans" cxnId="{6E14B3E0-F3B0-4634-8B1E-27EF1EB2EC76}">
      <dgm:prSet/>
      <dgm:spPr/>
      <dgm:t>
        <a:bodyPr/>
        <a:lstStyle/>
        <a:p>
          <a:endParaRPr lang="en-US" sz="6600"/>
        </a:p>
      </dgm:t>
    </dgm:pt>
    <dgm:pt modelId="{A071D9B0-7EDB-4498-B12B-E62B434EFE2E}">
      <dgm:prSet custT="1"/>
      <dgm:spPr/>
      <dgm:t>
        <a:bodyPr/>
        <a:lstStyle/>
        <a:p>
          <a:endParaRPr lang="en-US" sz="2000" dirty="0"/>
        </a:p>
        <a:p>
          <a:r>
            <a:rPr lang="en-US" sz="2000" dirty="0"/>
            <a:t>Then we  can write </a:t>
          </a:r>
        </a:p>
        <a:p>
          <a:r>
            <a:rPr lang="en-US" sz="2000" b="1" baseline="0" dirty="0">
              <a:solidFill>
                <a:srgbClr val="FFC000"/>
              </a:solidFill>
            </a:rPr>
            <a:t>f(n)= O(g(n))</a:t>
          </a:r>
        </a:p>
        <a:p>
          <a:r>
            <a:rPr lang="en-US" sz="2000" baseline="0" dirty="0"/>
            <a:t>Hence </a:t>
          </a:r>
          <a:r>
            <a:rPr lang="en-US" sz="2000" baseline="0" dirty="0">
              <a:solidFill>
                <a:srgbClr val="FFC000"/>
              </a:solidFill>
            </a:rPr>
            <a:t>function g(n) is upper bound  for function f(n)</a:t>
          </a:r>
          <a:r>
            <a:rPr lang="en-US" sz="2000" baseline="0" dirty="0"/>
            <a:t> and </a:t>
          </a:r>
          <a:r>
            <a:rPr lang="en-US" sz="2000" baseline="0" dirty="0">
              <a:solidFill>
                <a:srgbClr val="FFC000"/>
              </a:solidFill>
            </a:rPr>
            <a:t>g(n) grows faster </a:t>
          </a:r>
          <a:r>
            <a:rPr lang="en-US" sz="2000" baseline="0" dirty="0"/>
            <a:t>than f(n)</a:t>
          </a:r>
        </a:p>
        <a:p>
          <a:endParaRPr lang="en-US" sz="2000" dirty="0"/>
        </a:p>
      </dgm:t>
    </dgm:pt>
    <dgm:pt modelId="{3AD56D37-7CC9-4BFF-A6EE-82BB4BC7EFB0}" type="parTrans" cxnId="{264074C3-369C-49E9-A74F-7C814B21FAB9}">
      <dgm:prSet/>
      <dgm:spPr/>
      <dgm:t>
        <a:bodyPr/>
        <a:lstStyle/>
        <a:p>
          <a:endParaRPr lang="en-US" sz="9600"/>
        </a:p>
      </dgm:t>
    </dgm:pt>
    <dgm:pt modelId="{612A869F-F8FC-427E-AA31-C693F0083F2A}" type="sibTrans" cxnId="{264074C3-369C-49E9-A74F-7C814B21FAB9}">
      <dgm:prSet/>
      <dgm:spPr/>
      <dgm:t>
        <a:bodyPr/>
        <a:lstStyle/>
        <a:p>
          <a:endParaRPr lang="en-US" sz="6600"/>
        </a:p>
      </dgm:t>
    </dgm:pt>
    <dgm:pt modelId="{4F6DE78D-3329-497F-A71B-E4123429D6BB}" type="pres">
      <dgm:prSet presAssocID="{E3CF2D26-AB1D-4C2F-A0E2-5284B873E3F5}" presName="linear" presStyleCnt="0">
        <dgm:presLayoutVars>
          <dgm:animLvl val="lvl"/>
          <dgm:resizeHandles val="exact"/>
        </dgm:presLayoutVars>
      </dgm:prSet>
      <dgm:spPr/>
    </dgm:pt>
    <dgm:pt modelId="{A0228418-B37B-4615-A1F5-B311F97C39E5}" type="pres">
      <dgm:prSet presAssocID="{05D2859D-D358-4949-BE07-206BCA455B6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3C36626-7995-457C-B57C-9ECEB1EA44E0}" type="pres">
      <dgm:prSet presAssocID="{A9946CA2-E8D6-46BA-9171-A092C5D972B7}" presName="spacer" presStyleCnt="0"/>
      <dgm:spPr/>
    </dgm:pt>
    <dgm:pt modelId="{E74E2260-3295-4C52-A9BF-BD3558B58AF6}" type="pres">
      <dgm:prSet presAssocID="{9A436337-6CD2-491D-9262-CCBDF94AF42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1E1CFEE-8C30-40D9-90AA-0802F5721269}" type="pres">
      <dgm:prSet presAssocID="{9CFD38C3-750F-4DC5-830D-408EDC23E7A3}" presName="spacer" presStyleCnt="0"/>
      <dgm:spPr/>
    </dgm:pt>
    <dgm:pt modelId="{D1157555-50BD-4795-979A-253D1F7FF501}" type="pres">
      <dgm:prSet presAssocID="{BF2DC9E3-657E-420D-957B-5A40E1AAAF0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ABF8555-49D3-4E2A-9FB3-7269B2111AC8}" type="pres">
      <dgm:prSet presAssocID="{7CB782ED-4BC9-4A78-8858-289C4FE4024A}" presName="spacer" presStyleCnt="0"/>
      <dgm:spPr/>
    </dgm:pt>
    <dgm:pt modelId="{24122383-4CA0-4AE6-A73E-CDD57B5095AA}" type="pres">
      <dgm:prSet presAssocID="{A071D9B0-7EDB-4498-B12B-E62B434EFE2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C37442E-B55F-451F-AFAE-AC85CEDE736B}" type="presOf" srcId="{BF2DC9E3-657E-420D-957B-5A40E1AAAF04}" destId="{D1157555-50BD-4795-979A-253D1F7FF501}" srcOrd="0" destOrd="0" presId="urn:microsoft.com/office/officeart/2005/8/layout/vList2"/>
    <dgm:cxn modelId="{41CBB562-3BB8-40D9-ACCA-C4A839B8C6E4}" type="presOf" srcId="{A071D9B0-7EDB-4498-B12B-E62B434EFE2E}" destId="{24122383-4CA0-4AE6-A73E-CDD57B5095AA}" srcOrd="0" destOrd="0" presId="urn:microsoft.com/office/officeart/2005/8/layout/vList2"/>
    <dgm:cxn modelId="{0DFD258B-B0BF-4691-A97A-95017B48864D}" type="presOf" srcId="{9A436337-6CD2-491D-9262-CCBDF94AF42C}" destId="{E74E2260-3295-4C52-A9BF-BD3558B58AF6}" srcOrd="0" destOrd="0" presId="urn:microsoft.com/office/officeart/2005/8/layout/vList2"/>
    <dgm:cxn modelId="{26BC0298-5D66-4DE1-9D37-993CB555BB8A}" type="presOf" srcId="{05D2859D-D358-4949-BE07-206BCA455B60}" destId="{A0228418-B37B-4615-A1F5-B311F97C39E5}" srcOrd="0" destOrd="0" presId="urn:microsoft.com/office/officeart/2005/8/layout/vList2"/>
    <dgm:cxn modelId="{F00E1AB8-2EC9-4E85-8DFA-18E34805B76A}" type="presOf" srcId="{E3CF2D26-AB1D-4C2F-A0E2-5284B873E3F5}" destId="{4F6DE78D-3329-497F-A71B-E4123429D6BB}" srcOrd="0" destOrd="0" presId="urn:microsoft.com/office/officeart/2005/8/layout/vList2"/>
    <dgm:cxn modelId="{264074C3-369C-49E9-A74F-7C814B21FAB9}" srcId="{E3CF2D26-AB1D-4C2F-A0E2-5284B873E3F5}" destId="{A071D9B0-7EDB-4498-B12B-E62B434EFE2E}" srcOrd="3" destOrd="0" parTransId="{3AD56D37-7CC9-4BFF-A6EE-82BB4BC7EFB0}" sibTransId="{612A869F-F8FC-427E-AA31-C693F0083F2A}"/>
    <dgm:cxn modelId="{BC06EBCB-D3A1-4901-99D5-9E79D2923A9D}" srcId="{E3CF2D26-AB1D-4C2F-A0E2-5284B873E3F5}" destId="{05D2859D-D358-4949-BE07-206BCA455B60}" srcOrd="0" destOrd="0" parTransId="{2CC4232D-F3F1-4962-A6A0-85888458546B}" sibTransId="{A9946CA2-E8D6-46BA-9171-A092C5D972B7}"/>
    <dgm:cxn modelId="{6E14B3E0-F3B0-4634-8B1E-27EF1EB2EC76}" srcId="{E3CF2D26-AB1D-4C2F-A0E2-5284B873E3F5}" destId="{BF2DC9E3-657E-420D-957B-5A40E1AAAF04}" srcOrd="2" destOrd="0" parTransId="{3F96FDF6-928B-4A1A-9AC3-18E2FA3F6486}" sibTransId="{7CB782ED-4BC9-4A78-8858-289C4FE4024A}"/>
    <dgm:cxn modelId="{307D96EA-5C87-4787-A372-4785D5ACF9A9}" srcId="{E3CF2D26-AB1D-4C2F-A0E2-5284B873E3F5}" destId="{9A436337-6CD2-491D-9262-CCBDF94AF42C}" srcOrd="1" destOrd="0" parTransId="{19870B8A-DACA-487D-8A11-0D0EEFF5B0BC}" sibTransId="{9CFD38C3-750F-4DC5-830D-408EDC23E7A3}"/>
    <dgm:cxn modelId="{4A07C77A-7629-476B-AD3C-4147BD1429F6}" type="presParOf" srcId="{4F6DE78D-3329-497F-A71B-E4123429D6BB}" destId="{A0228418-B37B-4615-A1F5-B311F97C39E5}" srcOrd="0" destOrd="0" presId="urn:microsoft.com/office/officeart/2005/8/layout/vList2"/>
    <dgm:cxn modelId="{57C91BA8-03E7-4AF9-A278-8F587C9A8C47}" type="presParOf" srcId="{4F6DE78D-3329-497F-A71B-E4123429D6BB}" destId="{33C36626-7995-457C-B57C-9ECEB1EA44E0}" srcOrd="1" destOrd="0" presId="urn:microsoft.com/office/officeart/2005/8/layout/vList2"/>
    <dgm:cxn modelId="{CE589A3C-B417-4237-8B23-2FF101D424B5}" type="presParOf" srcId="{4F6DE78D-3329-497F-A71B-E4123429D6BB}" destId="{E74E2260-3295-4C52-A9BF-BD3558B58AF6}" srcOrd="2" destOrd="0" presId="urn:microsoft.com/office/officeart/2005/8/layout/vList2"/>
    <dgm:cxn modelId="{BA9454F1-D249-47C8-AA1E-3EE7DC9E774F}" type="presParOf" srcId="{4F6DE78D-3329-497F-A71B-E4123429D6BB}" destId="{01E1CFEE-8C30-40D9-90AA-0802F5721269}" srcOrd="3" destOrd="0" presId="urn:microsoft.com/office/officeart/2005/8/layout/vList2"/>
    <dgm:cxn modelId="{811556C1-CDED-4939-8FD9-146543D3E7F4}" type="presParOf" srcId="{4F6DE78D-3329-497F-A71B-E4123429D6BB}" destId="{D1157555-50BD-4795-979A-253D1F7FF501}" srcOrd="4" destOrd="0" presId="urn:microsoft.com/office/officeart/2005/8/layout/vList2"/>
    <dgm:cxn modelId="{9A032544-9463-462A-BB17-34CBDE521710}" type="presParOf" srcId="{4F6DE78D-3329-497F-A71B-E4123429D6BB}" destId="{6ABF8555-49D3-4E2A-9FB3-7269B2111AC8}" srcOrd="5" destOrd="0" presId="urn:microsoft.com/office/officeart/2005/8/layout/vList2"/>
    <dgm:cxn modelId="{4E2CA326-B0CD-48FD-8E33-4AFC02029552}" type="presParOf" srcId="{4F6DE78D-3329-497F-A71B-E4123429D6BB}" destId="{24122383-4CA0-4AE6-A73E-CDD57B5095A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8362211-B851-44BB-B13F-9AA42AC93CB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6EFE6D4-C061-46A7-AA06-8E1BD976F244}">
      <dgm:prSet/>
      <dgm:spPr/>
      <dgm:t>
        <a:bodyPr/>
        <a:lstStyle/>
        <a:p>
          <a:r>
            <a:rPr lang="en-US" b="1" baseline="0"/>
            <a:t>Big O </a:t>
          </a:r>
          <a:r>
            <a:rPr lang="en-US" b="1" baseline="0">
              <a:sym typeface="Wingdings" panose="05000000000000000000" pitchFamily="2" charset="2"/>
            </a:rPr>
            <a:t></a:t>
          </a:r>
          <a:r>
            <a:rPr lang="en-US" b="1" baseline="0"/>
            <a:t> worst case</a:t>
          </a:r>
          <a:endParaRPr lang="en-US"/>
        </a:p>
      </dgm:t>
    </dgm:pt>
    <dgm:pt modelId="{54EDAE07-975B-4502-B56B-EDEB3F81BAF1}" type="parTrans" cxnId="{E560DA30-47F4-4AE2-9A0F-18E3C83E9CB8}">
      <dgm:prSet/>
      <dgm:spPr/>
      <dgm:t>
        <a:bodyPr/>
        <a:lstStyle/>
        <a:p>
          <a:endParaRPr lang="en-US"/>
        </a:p>
      </dgm:t>
    </dgm:pt>
    <dgm:pt modelId="{8787D115-81F4-4AE7-B442-4B0B7A5E953E}" type="sibTrans" cxnId="{E560DA30-47F4-4AE2-9A0F-18E3C83E9CB8}">
      <dgm:prSet/>
      <dgm:spPr/>
      <dgm:t>
        <a:bodyPr/>
        <a:lstStyle/>
        <a:p>
          <a:endParaRPr lang="en-US"/>
        </a:p>
      </dgm:t>
    </dgm:pt>
    <dgm:pt modelId="{CD18D321-2255-4BDA-B728-50FBB1363DF9}">
      <dgm:prSet/>
      <dgm:spPr/>
      <dgm:t>
        <a:bodyPr/>
        <a:lstStyle/>
        <a:p>
          <a:r>
            <a:rPr lang="en-US" b="1" baseline="0">
              <a:sym typeface="Symbol" panose="05050102010706020507" pitchFamily="18" charset="2"/>
            </a:rPr>
            <a:t></a:t>
          </a:r>
          <a:r>
            <a:rPr lang="en-US" b="1" baseline="0"/>
            <a:t> </a:t>
          </a:r>
          <a:r>
            <a:rPr lang="en-US" b="1" baseline="0">
              <a:sym typeface="Wingdings" panose="05000000000000000000" pitchFamily="2" charset="2"/>
            </a:rPr>
            <a:t></a:t>
          </a:r>
          <a:r>
            <a:rPr lang="en-US" b="1" baseline="0"/>
            <a:t> best case</a:t>
          </a:r>
          <a:endParaRPr lang="en-US"/>
        </a:p>
      </dgm:t>
    </dgm:pt>
    <dgm:pt modelId="{4A37953B-8D86-44C4-B81A-B08850BDC4A9}" type="parTrans" cxnId="{F6AB2F5B-FB8F-442C-8AA5-9E26EB71155C}">
      <dgm:prSet/>
      <dgm:spPr/>
      <dgm:t>
        <a:bodyPr/>
        <a:lstStyle/>
        <a:p>
          <a:endParaRPr lang="en-US"/>
        </a:p>
      </dgm:t>
    </dgm:pt>
    <dgm:pt modelId="{C1B93A12-4637-4FCA-B7D2-9F06823A7EEC}" type="sibTrans" cxnId="{F6AB2F5B-FB8F-442C-8AA5-9E26EB71155C}">
      <dgm:prSet/>
      <dgm:spPr/>
      <dgm:t>
        <a:bodyPr/>
        <a:lstStyle/>
        <a:p>
          <a:endParaRPr lang="en-US"/>
        </a:p>
      </dgm:t>
    </dgm:pt>
    <dgm:pt modelId="{E32A323D-33AD-4B22-8602-C6B55A0E22DE}">
      <dgm:prSet/>
      <dgm:spPr/>
      <dgm:t>
        <a:bodyPr/>
        <a:lstStyle/>
        <a:p>
          <a:r>
            <a:rPr lang="en-US" b="1" baseline="0">
              <a:sym typeface="Symbol" panose="05050102010706020507" pitchFamily="18" charset="2"/>
            </a:rPr>
            <a:t></a:t>
          </a:r>
          <a:r>
            <a:rPr lang="en-US" b="1" baseline="0"/>
            <a:t>  </a:t>
          </a:r>
          <a:r>
            <a:rPr lang="en-US" b="1" baseline="0">
              <a:sym typeface="Wingdings" panose="05000000000000000000" pitchFamily="2" charset="2"/>
            </a:rPr>
            <a:t></a:t>
          </a:r>
          <a:r>
            <a:rPr lang="en-US" b="1" baseline="0"/>
            <a:t>  averagecase</a:t>
          </a:r>
          <a:endParaRPr lang="en-US"/>
        </a:p>
      </dgm:t>
    </dgm:pt>
    <dgm:pt modelId="{0E28C347-447D-41D5-9FE5-643D37BA18C6}" type="parTrans" cxnId="{B188A499-9D04-4581-8EAB-2DD119F65A7C}">
      <dgm:prSet/>
      <dgm:spPr/>
      <dgm:t>
        <a:bodyPr/>
        <a:lstStyle/>
        <a:p>
          <a:endParaRPr lang="en-US"/>
        </a:p>
      </dgm:t>
    </dgm:pt>
    <dgm:pt modelId="{09414BDD-064B-4D5E-B70E-AAE160F2A7F6}" type="sibTrans" cxnId="{B188A499-9D04-4581-8EAB-2DD119F65A7C}">
      <dgm:prSet/>
      <dgm:spPr/>
      <dgm:t>
        <a:bodyPr/>
        <a:lstStyle/>
        <a:p>
          <a:endParaRPr lang="en-US"/>
        </a:p>
      </dgm:t>
    </dgm:pt>
    <dgm:pt modelId="{220DF7C5-D10C-4D16-A37C-C6336A4A5E83}">
      <dgm:prSet/>
      <dgm:spPr/>
      <dgm:t>
        <a:bodyPr/>
        <a:lstStyle/>
        <a:p>
          <a:r>
            <a:rPr lang="en-US" baseline="0"/>
            <a:t>Always  Interested in worst case</a:t>
          </a:r>
          <a:endParaRPr lang="en-US"/>
        </a:p>
      </dgm:t>
    </dgm:pt>
    <dgm:pt modelId="{0B6925A1-FD12-4456-83F0-EC90DE42AEB6}" type="parTrans" cxnId="{D51738DD-E6AC-4864-85E7-54D49CCE9E69}">
      <dgm:prSet/>
      <dgm:spPr/>
      <dgm:t>
        <a:bodyPr/>
        <a:lstStyle/>
        <a:p>
          <a:endParaRPr lang="en-US"/>
        </a:p>
      </dgm:t>
    </dgm:pt>
    <dgm:pt modelId="{08C7D176-09ED-4EBB-AF91-273507DDEEC2}" type="sibTrans" cxnId="{D51738DD-E6AC-4864-85E7-54D49CCE9E69}">
      <dgm:prSet/>
      <dgm:spPr/>
      <dgm:t>
        <a:bodyPr/>
        <a:lstStyle/>
        <a:p>
          <a:endParaRPr lang="en-US"/>
        </a:p>
      </dgm:t>
    </dgm:pt>
    <dgm:pt modelId="{E2804691-1F6A-4442-A46F-8FEC76C5A9B0}">
      <dgm:prSet/>
      <dgm:spPr/>
      <dgm:t>
        <a:bodyPr/>
        <a:lstStyle/>
        <a:p>
          <a:r>
            <a:rPr lang="en-US" baseline="0"/>
            <a:t>Average case used when best &amp; worst case same</a:t>
          </a:r>
          <a:endParaRPr lang="en-US"/>
        </a:p>
      </dgm:t>
    </dgm:pt>
    <dgm:pt modelId="{6ABA865A-3737-4C40-A41F-10AED6ACFF00}" type="parTrans" cxnId="{5B0D1BF1-4D0B-4968-8036-2FE0101205BB}">
      <dgm:prSet/>
      <dgm:spPr/>
      <dgm:t>
        <a:bodyPr/>
        <a:lstStyle/>
        <a:p>
          <a:endParaRPr lang="en-US"/>
        </a:p>
      </dgm:t>
    </dgm:pt>
    <dgm:pt modelId="{5C3AB895-CA3D-4835-A929-31F90C187A6D}" type="sibTrans" cxnId="{5B0D1BF1-4D0B-4968-8036-2FE0101205BB}">
      <dgm:prSet/>
      <dgm:spPr/>
      <dgm:t>
        <a:bodyPr/>
        <a:lstStyle/>
        <a:p>
          <a:endParaRPr lang="en-US"/>
        </a:p>
      </dgm:t>
    </dgm:pt>
    <dgm:pt modelId="{6B7978BE-635A-4B25-B0A9-BB24F1BD4738}" type="pres">
      <dgm:prSet presAssocID="{88362211-B851-44BB-B13F-9AA42AC93CB7}" presName="linear" presStyleCnt="0">
        <dgm:presLayoutVars>
          <dgm:animLvl val="lvl"/>
          <dgm:resizeHandles val="exact"/>
        </dgm:presLayoutVars>
      </dgm:prSet>
      <dgm:spPr/>
    </dgm:pt>
    <dgm:pt modelId="{EFA0C75C-BBAD-47EE-967B-C329FE366CA1}" type="pres">
      <dgm:prSet presAssocID="{E6EFE6D4-C061-46A7-AA06-8E1BD976F24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2E008318-3111-4BBA-9854-DC62F55990F4}" type="pres">
      <dgm:prSet presAssocID="{8787D115-81F4-4AE7-B442-4B0B7A5E953E}" presName="spacer" presStyleCnt="0"/>
      <dgm:spPr/>
    </dgm:pt>
    <dgm:pt modelId="{D6CD4137-CDEA-4767-A2BC-D7E676157A5B}" type="pres">
      <dgm:prSet presAssocID="{CD18D321-2255-4BDA-B728-50FBB1363DF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72D21DA-1CA8-4313-B085-1B6A555FF210}" type="pres">
      <dgm:prSet presAssocID="{C1B93A12-4637-4FCA-B7D2-9F06823A7EEC}" presName="spacer" presStyleCnt="0"/>
      <dgm:spPr/>
    </dgm:pt>
    <dgm:pt modelId="{2B8AB02C-6552-4B1D-A7F3-04E142802214}" type="pres">
      <dgm:prSet presAssocID="{E32A323D-33AD-4B22-8602-C6B55A0E22DE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B3F95E52-59ED-4809-9622-20F7E18714E2}" type="pres">
      <dgm:prSet presAssocID="{09414BDD-064B-4D5E-B70E-AAE160F2A7F6}" presName="spacer" presStyleCnt="0"/>
      <dgm:spPr/>
    </dgm:pt>
    <dgm:pt modelId="{9863658E-48A1-4374-A674-06B17995B5E1}" type="pres">
      <dgm:prSet presAssocID="{220DF7C5-D10C-4D16-A37C-C6336A4A5E8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AC525D5A-DD7F-40D6-B1C1-45A11E3D6DFE}" type="pres">
      <dgm:prSet presAssocID="{08C7D176-09ED-4EBB-AF91-273507DDEEC2}" presName="spacer" presStyleCnt="0"/>
      <dgm:spPr/>
    </dgm:pt>
    <dgm:pt modelId="{8DF0AFD1-1B8D-4D51-B42C-B43F60EB45BF}" type="pres">
      <dgm:prSet presAssocID="{E2804691-1F6A-4442-A46F-8FEC76C5A9B0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BA0EE90A-BBE8-45A9-8F43-C3D684FB1E47}" type="presOf" srcId="{88362211-B851-44BB-B13F-9AA42AC93CB7}" destId="{6B7978BE-635A-4B25-B0A9-BB24F1BD4738}" srcOrd="0" destOrd="0" presId="urn:microsoft.com/office/officeart/2005/8/layout/vList2"/>
    <dgm:cxn modelId="{AFCE0615-EBE5-4EF0-8CE9-380EC8BE616F}" type="presOf" srcId="{CD18D321-2255-4BDA-B728-50FBB1363DF9}" destId="{D6CD4137-CDEA-4767-A2BC-D7E676157A5B}" srcOrd="0" destOrd="0" presId="urn:microsoft.com/office/officeart/2005/8/layout/vList2"/>
    <dgm:cxn modelId="{E560DA30-47F4-4AE2-9A0F-18E3C83E9CB8}" srcId="{88362211-B851-44BB-B13F-9AA42AC93CB7}" destId="{E6EFE6D4-C061-46A7-AA06-8E1BD976F244}" srcOrd="0" destOrd="0" parTransId="{54EDAE07-975B-4502-B56B-EDEB3F81BAF1}" sibTransId="{8787D115-81F4-4AE7-B442-4B0B7A5E953E}"/>
    <dgm:cxn modelId="{E85DE83B-1825-43D1-B9D3-2E0CCC7F8FAA}" type="presOf" srcId="{E2804691-1F6A-4442-A46F-8FEC76C5A9B0}" destId="{8DF0AFD1-1B8D-4D51-B42C-B43F60EB45BF}" srcOrd="0" destOrd="0" presId="urn:microsoft.com/office/officeart/2005/8/layout/vList2"/>
    <dgm:cxn modelId="{F6AB2F5B-FB8F-442C-8AA5-9E26EB71155C}" srcId="{88362211-B851-44BB-B13F-9AA42AC93CB7}" destId="{CD18D321-2255-4BDA-B728-50FBB1363DF9}" srcOrd="1" destOrd="0" parTransId="{4A37953B-8D86-44C4-B81A-B08850BDC4A9}" sibTransId="{C1B93A12-4637-4FCA-B7D2-9F06823A7EEC}"/>
    <dgm:cxn modelId="{E6775777-24D4-42AE-B0C9-7DD2F054134E}" type="presOf" srcId="{E6EFE6D4-C061-46A7-AA06-8E1BD976F244}" destId="{EFA0C75C-BBAD-47EE-967B-C329FE366CA1}" srcOrd="0" destOrd="0" presId="urn:microsoft.com/office/officeart/2005/8/layout/vList2"/>
    <dgm:cxn modelId="{B188A499-9D04-4581-8EAB-2DD119F65A7C}" srcId="{88362211-B851-44BB-B13F-9AA42AC93CB7}" destId="{E32A323D-33AD-4B22-8602-C6B55A0E22DE}" srcOrd="2" destOrd="0" parTransId="{0E28C347-447D-41D5-9FE5-643D37BA18C6}" sibTransId="{09414BDD-064B-4D5E-B70E-AAE160F2A7F6}"/>
    <dgm:cxn modelId="{547E53D1-289F-4FA5-8997-9B3CC54E7A8E}" type="presOf" srcId="{E32A323D-33AD-4B22-8602-C6B55A0E22DE}" destId="{2B8AB02C-6552-4B1D-A7F3-04E142802214}" srcOrd="0" destOrd="0" presId="urn:microsoft.com/office/officeart/2005/8/layout/vList2"/>
    <dgm:cxn modelId="{FFE996DB-F537-45D2-9109-4ACF94A92910}" type="presOf" srcId="{220DF7C5-D10C-4D16-A37C-C6336A4A5E83}" destId="{9863658E-48A1-4374-A674-06B17995B5E1}" srcOrd="0" destOrd="0" presId="urn:microsoft.com/office/officeart/2005/8/layout/vList2"/>
    <dgm:cxn modelId="{D51738DD-E6AC-4864-85E7-54D49CCE9E69}" srcId="{88362211-B851-44BB-B13F-9AA42AC93CB7}" destId="{220DF7C5-D10C-4D16-A37C-C6336A4A5E83}" srcOrd="3" destOrd="0" parTransId="{0B6925A1-FD12-4456-83F0-EC90DE42AEB6}" sibTransId="{08C7D176-09ED-4EBB-AF91-273507DDEEC2}"/>
    <dgm:cxn modelId="{5B0D1BF1-4D0B-4968-8036-2FE0101205BB}" srcId="{88362211-B851-44BB-B13F-9AA42AC93CB7}" destId="{E2804691-1F6A-4442-A46F-8FEC76C5A9B0}" srcOrd="4" destOrd="0" parTransId="{6ABA865A-3737-4C40-A41F-10AED6ACFF00}" sibTransId="{5C3AB895-CA3D-4835-A929-31F90C187A6D}"/>
    <dgm:cxn modelId="{262EE2EA-60D8-4DAB-90B2-C71CACE774AB}" type="presParOf" srcId="{6B7978BE-635A-4B25-B0A9-BB24F1BD4738}" destId="{EFA0C75C-BBAD-47EE-967B-C329FE366CA1}" srcOrd="0" destOrd="0" presId="urn:microsoft.com/office/officeart/2005/8/layout/vList2"/>
    <dgm:cxn modelId="{9187FEEA-2FD0-47CF-8C28-793B7E1CE53A}" type="presParOf" srcId="{6B7978BE-635A-4B25-B0A9-BB24F1BD4738}" destId="{2E008318-3111-4BBA-9854-DC62F55990F4}" srcOrd="1" destOrd="0" presId="urn:microsoft.com/office/officeart/2005/8/layout/vList2"/>
    <dgm:cxn modelId="{E41940F4-C60C-4629-9AD0-A880E1647DE3}" type="presParOf" srcId="{6B7978BE-635A-4B25-B0A9-BB24F1BD4738}" destId="{D6CD4137-CDEA-4767-A2BC-D7E676157A5B}" srcOrd="2" destOrd="0" presId="urn:microsoft.com/office/officeart/2005/8/layout/vList2"/>
    <dgm:cxn modelId="{2902F83A-1656-468D-85D6-8D75AE3C4904}" type="presParOf" srcId="{6B7978BE-635A-4B25-B0A9-BB24F1BD4738}" destId="{972D21DA-1CA8-4313-B085-1B6A555FF210}" srcOrd="3" destOrd="0" presId="urn:microsoft.com/office/officeart/2005/8/layout/vList2"/>
    <dgm:cxn modelId="{730C6411-72A5-4D59-A661-3792C8067B32}" type="presParOf" srcId="{6B7978BE-635A-4B25-B0A9-BB24F1BD4738}" destId="{2B8AB02C-6552-4B1D-A7F3-04E142802214}" srcOrd="4" destOrd="0" presId="urn:microsoft.com/office/officeart/2005/8/layout/vList2"/>
    <dgm:cxn modelId="{99E29206-8577-48B9-845A-B512C6A1DE99}" type="presParOf" srcId="{6B7978BE-635A-4B25-B0A9-BB24F1BD4738}" destId="{B3F95E52-59ED-4809-9622-20F7E18714E2}" srcOrd="5" destOrd="0" presId="urn:microsoft.com/office/officeart/2005/8/layout/vList2"/>
    <dgm:cxn modelId="{70FEC104-82B4-4C7D-8CA8-22B921C14560}" type="presParOf" srcId="{6B7978BE-635A-4B25-B0A9-BB24F1BD4738}" destId="{9863658E-48A1-4374-A674-06B17995B5E1}" srcOrd="6" destOrd="0" presId="urn:microsoft.com/office/officeart/2005/8/layout/vList2"/>
    <dgm:cxn modelId="{BBF3D937-F38C-42FD-927D-CF4CBCF58DED}" type="presParOf" srcId="{6B7978BE-635A-4B25-B0A9-BB24F1BD4738}" destId="{AC525D5A-DD7F-40D6-B1C1-45A11E3D6DFE}" srcOrd="7" destOrd="0" presId="urn:microsoft.com/office/officeart/2005/8/layout/vList2"/>
    <dgm:cxn modelId="{D65A0757-6446-4C77-855C-18600746EB66}" type="presParOf" srcId="{6B7978BE-635A-4B25-B0A9-BB24F1BD4738}" destId="{8DF0AFD1-1B8D-4D51-B42C-B43F60EB45BF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80151E-419A-4CCD-8F85-65FB28F43E2D}">
      <dsp:nvSpPr>
        <dsp:cNvPr id="0" name=""/>
        <dsp:cNvSpPr/>
      </dsp:nvSpPr>
      <dsp:spPr>
        <a:xfrm>
          <a:off x="0" y="0"/>
          <a:ext cx="6248400" cy="10939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D2B8D2-5075-470D-B7C5-03D0C900069B}">
      <dsp:nvSpPr>
        <dsp:cNvPr id="0" name=""/>
        <dsp:cNvSpPr/>
      </dsp:nvSpPr>
      <dsp:spPr>
        <a:xfrm>
          <a:off x="330917" y="249976"/>
          <a:ext cx="602255" cy="6016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25F97A-2AC7-4825-9CB5-C687AE9A147E}">
      <dsp:nvSpPr>
        <dsp:cNvPr id="0" name=""/>
        <dsp:cNvSpPr/>
      </dsp:nvSpPr>
      <dsp:spPr>
        <a:xfrm>
          <a:off x="1264090" y="3839"/>
          <a:ext cx="4331819" cy="16750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281" tIns="177281" rIns="177281" bIns="17728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000" b="1" kern="1200" dirty="0">
              <a:solidFill>
                <a:srgbClr val="008000"/>
              </a:solidFill>
            </a:rPr>
            <a:t>Worst-case:</a:t>
          </a:r>
          <a:r>
            <a:rPr lang="en-US" altLang="en-US" sz="2000" b="1" kern="1200" dirty="0"/>
            <a:t> </a:t>
          </a:r>
          <a:r>
            <a:rPr lang="en-US" altLang="en-US" sz="2000" kern="1200" dirty="0"/>
            <a:t>(usually)</a:t>
          </a:r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000" kern="1200" dirty="0"/>
            <a:t>• T(n) = </a:t>
          </a:r>
          <a:r>
            <a:rPr lang="en-US" altLang="en-US" sz="2000" kern="1200" dirty="0">
              <a:solidFill>
                <a:srgbClr val="FF0000"/>
              </a:solidFill>
            </a:rPr>
            <a:t>maximum</a:t>
          </a:r>
          <a:r>
            <a:rPr lang="en-US" altLang="en-US" sz="2000" kern="1200" dirty="0"/>
            <a:t> time of algorithm on any input of 	size n.</a:t>
          </a:r>
          <a:endParaRPr lang="en-US" sz="2000" kern="1200" dirty="0"/>
        </a:p>
      </dsp:txBody>
      <dsp:txXfrm>
        <a:off x="1264090" y="3839"/>
        <a:ext cx="4331819" cy="1675097"/>
      </dsp:txXfrm>
    </dsp:sp>
    <dsp:sp modelId="{A5F34CDC-5B29-494E-99AF-5E08F7B1C00B}">
      <dsp:nvSpPr>
        <dsp:cNvPr id="0" name=""/>
        <dsp:cNvSpPr/>
      </dsp:nvSpPr>
      <dsp:spPr>
        <a:xfrm>
          <a:off x="0" y="2012614"/>
          <a:ext cx="6248400" cy="10939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DEBA29-17DD-4BD4-82EE-DB19BE24D23C}">
      <dsp:nvSpPr>
        <dsp:cNvPr id="0" name=""/>
        <dsp:cNvSpPr/>
      </dsp:nvSpPr>
      <dsp:spPr>
        <a:xfrm>
          <a:off x="330917" y="2236719"/>
          <a:ext cx="602255" cy="6016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95C8CD-E296-422E-8AB7-9018C458300D}">
      <dsp:nvSpPr>
        <dsp:cNvPr id="0" name=""/>
        <dsp:cNvSpPr/>
      </dsp:nvSpPr>
      <dsp:spPr>
        <a:xfrm>
          <a:off x="1264090" y="1990582"/>
          <a:ext cx="4331819" cy="16750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281" tIns="177281" rIns="177281" bIns="17728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000" b="1" kern="1200" dirty="0">
              <a:solidFill>
                <a:srgbClr val="008000"/>
              </a:solidFill>
            </a:rPr>
            <a:t>Average-case:</a:t>
          </a:r>
          <a:r>
            <a:rPr lang="en-US" altLang="en-US" sz="2000" b="1" kern="1200" dirty="0"/>
            <a:t> </a:t>
          </a:r>
          <a:r>
            <a:rPr lang="en-US" altLang="en-US" sz="2000" kern="1200" dirty="0"/>
            <a:t>(sometimes)</a:t>
          </a:r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000" kern="1200" dirty="0"/>
            <a:t>• T(n) = expected time of algorithm over all inputs of 	size n.</a:t>
          </a:r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000" kern="1200" dirty="0"/>
            <a:t>• Need assumption of </a:t>
          </a:r>
          <a:r>
            <a:rPr lang="en-US" altLang="en-US" sz="2000" kern="1200" dirty="0">
              <a:solidFill>
                <a:srgbClr val="FF0000"/>
              </a:solidFill>
            </a:rPr>
            <a:t>statistical distribution of inputs</a:t>
          </a:r>
          <a:r>
            <a:rPr lang="en-US" altLang="en-US" sz="2000" kern="1200" dirty="0"/>
            <a:t>.</a:t>
          </a:r>
          <a:endParaRPr lang="en-US" sz="2000" kern="1200" dirty="0"/>
        </a:p>
      </dsp:txBody>
      <dsp:txXfrm>
        <a:off x="1264090" y="1990582"/>
        <a:ext cx="4331819" cy="1675097"/>
      </dsp:txXfrm>
    </dsp:sp>
    <dsp:sp modelId="{9B183794-0359-4553-B9C6-B9123A4C69E0}">
      <dsp:nvSpPr>
        <dsp:cNvPr id="0" name=""/>
        <dsp:cNvSpPr/>
      </dsp:nvSpPr>
      <dsp:spPr>
        <a:xfrm>
          <a:off x="0" y="3977326"/>
          <a:ext cx="6248400" cy="10939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C2F044-2578-49DB-8AFD-BD8118C2EDDF}">
      <dsp:nvSpPr>
        <dsp:cNvPr id="0" name=""/>
        <dsp:cNvSpPr/>
      </dsp:nvSpPr>
      <dsp:spPr>
        <a:xfrm>
          <a:off x="330917" y="4223462"/>
          <a:ext cx="602255" cy="6016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85F569-9D7F-4E01-AF12-1E8781F49B1A}">
      <dsp:nvSpPr>
        <dsp:cNvPr id="0" name=""/>
        <dsp:cNvSpPr/>
      </dsp:nvSpPr>
      <dsp:spPr>
        <a:xfrm>
          <a:off x="1264090" y="3977326"/>
          <a:ext cx="4331819" cy="16750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281" tIns="177281" rIns="177281" bIns="17728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000" b="1" kern="1200" dirty="0">
              <a:solidFill>
                <a:srgbClr val="008000"/>
              </a:solidFill>
            </a:rPr>
            <a:t>Best-case:</a:t>
          </a:r>
          <a:endParaRPr lang="en-US" altLang="en-US" sz="2000" kern="1200" dirty="0"/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000" kern="1200" dirty="0"/>
            <a:t>• Cheat with a slow algorithm that </a:t>
          </a:r>
          <a:r>
            <a:rPr lang="en-US" altLang="en-US" sz="2000" kern="1200" dirty="0">
              <a:solidFill>
                <a:srgbClr val="FF0000"/>
              </a:solidFill>
            </a:rPr>
            <a:t>works fast </a:t>
          </a:r>
          <a:r>
            <a:rPr lang="en-US" altLang="en-US" sz="2000" kern="1200" dirty="0"/>
            <a:t>on some 	input.</a:t>
          </a:r>
          <a:endParaRPr lang="en-US" sz="2000" kern="1200" dirty="0"/>
        </a:p>
      </dsp:txBody>
      <dsp:txXfrm>
        <a:off x="1264090" y="3977326"/>
        <a:ext cx="4331819" cy="167509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04F5DF-6764-4603-BEB8-B6DE0469AEB7}">
      <dsp:nvSpPr>
        <dsp:cNvPr id="0" name=""/>
        <dsp:cNvSpPr/>
      </dsp:nvSpPr>
      <dsp:spPr>
        <a:xfrm>
          <a:off x="0" y="52832"/>
          <a:ext cx="5783802" cy="76677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baseline="0" dirty="0"/>
            <a:t>O notation: </a:t>
          </a:r>
          <a:endParaRPr lang="en-US" sz="3100" kern="1200" dirty="0"/>
        </a:p>
      </dsp:txBody>
      <dsp:txXfrm>
        <a:off x="37431" y="90263"/>
        <a:ext cx="5708940" cy="691908"/>
      </dsp:txXfrm>
    </dsp:sp>
    <dsp:sp modelId="{4FEF867D-E6A5-48E8-A914-B08A5ECC214E}">
      <dsp:nvSpPr>
        <dsp:cNvPr id="0" name=""/>
        <dsp:cNvSpPr/>
      </dsp:nvSpPr>
      <dsp:spPr>
        <a:xfrm>
          <a:off x="0" y="908883"/>
          <a:ext cx="5783802" cy="766770"/>
        </a:xfrm>
        <a:prstGeom prst="roundRect">
          <a:avLst/>
        </a:prstGeom>
        <a:solidFill>
          <a:schemeClr val="accent2">
            <a:hueOff val="316159"/>
            <a:satOff val="-930"/>
            <a:lumOff val="-686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baseline="0">
              <a:sym typeface="Symbol" panose="05050102010706020507" pitchFamily="18" charset="2"/>
            </a:rPr>
            <a:t></a:t>
          </a:r>
          <a:r>
            <a:rPr lang="en-US" sz="3100" kern="1200" baseline="0"/>
            <a:t> notation: </a:t>
          </a:r>
          <a:endParaRPr lang="en-US" sz="3100" kern="1200"/>
        </a:p>
      </dsp:txBody>
      <dsp:txXfrm>
        <a:off x="37431" y="946314"/>
        <a:ext cx="5708940" cy="691908"/>
      </dsp:txXfrm>
    </dsp:sp>
    <dsp:sp modelId="{3C808D7F-2536-4AC8-A59C-7C492FF62D7A}">
      <dsp:nvSpPr>
        <dsp:cNvPr id="0" name=""/>
        <dsp:cNvSpPr/>
      </dsp:nvSpPr>
      <dsp:spPr>
        <a:xfrm>
          <a:off x="0" y="1764933"/>
          <a:ext cx="5783802" cy="766770"/>
        </a:xfrm>
        <a:prstGeom prst="roundRect">
          <a:avLst/>
        </a:prstGeom>
        <a:solidFill>
          <a:schemeClr val="accent2">
            <a:hueOff val="632318"/>
            <a:satOff val="-1859"/>
            <a:lumOff val="-1372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baseline="0">
              <a:sym typeface="Symbol" panose="05050102010706020507" pitchFamily="18" charset="2"/>
            </a:rPr>
            <a:t></a:t>
          </a:r>
          <a:r>
            <a:rPr lang="en-US" sz="3100" kern="1200" baseline="0"/>
            <a:t> notation:</a:t>
          </a:r>
          <a:endParaRPr lang="en-US" sz="3100" kern="1200"/>
        </a:p>
      </dsp:txBody>
      <dsp:txXfrm>
        <a:off x="37431" y="1802364"/>
        <a:ext cx="5708940" cy="691908"/>
      </dsp:txXfrm>
    </dsp:sp>
    <dsp:sp modelId="{1E32F0C2-F91A-46D7-B942-4334C5F954C4}">
      <dsp:nvSpPr>
        <dsp:cNvPr id="0" name=""/>
        <dsp:cNvSpPr/>
      </dsp:nvSpPr>
      <dsp:spPr>
        <a:xfrm>
          <a:off x="0" y="2620984"/>
          <a:ext cx="5783802" cy="766770"/>
        </a:xfrm>
        <a:prstGeom prst="roundRect">
          <a:avLst/>
        </a:prstGeom>
        <a:solidFill>
          <a:schemeClr val="accent2">
            <a:hueOff val="948478"/>
            <a:satOff val="-2789"/>
            <a:lumOff val="-2059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baseline="0"/>
            <a:t>little “oh”</a:t>
          </a:r>
          <a:endParaRPr lang="en-US" sz="3100" kern="1200"/>
        </a:p>
      </dsp:txBody>
      <dsp:txXfrm>
        <a:off x="37431" y="2658415"/>
        <a:ext cx="5708940" cy="691908"/>
      </dsp:txXfrm>
    </dsp:sp>
    <dsp:sp modelId="{81B9D415-5FEB-4215-820C-5E34406AE686}">
      <dsp:nvSpPr>
        <dsp:cNvPr id="0" name=""/>
        <dsp:cNvSpPr/>
      </dsp:nvSpPr>
      <dsp:spPr>
        <a:xfrm>
          <a:off x="0" y="3477034"/>
          <a:ext cx="5783802" cy="766770"/>
        </a:xfrm>
        <a:prstGeom prst="roundRect">
          <a:avLst/>
        </a:prstGeom>
        <a:solidFill>
          <a:schemeClr val="accent2">
            <a:hueOff val="1264637"/>
            <a:satOff val="-3718"/>
            <a:lumOff val="-2745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baseline="0"/>
            <a:t>little omega</a:t>
          </a:r>
          <a:endParaRPr lang="en-US" sz="3100" kern="1200"/>
        </a:p>
      </dsp:txBody>
      <dsp:txXfrm>
        <a:off x="37431" y="3514465"/>
        <a:ext cx="5708940" cy="69190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228418-B37B-4615-A1F5-B311F97C39E5}">
      <dsp:nvSpPr>
        <dsp:cNvPr id="0" name=""/>
        <dsp:cNvSpPr/>
      </dsp:nvSpPr>
      <dsp:spPr>
        <a:xfrm>
          <a:off x="0" y="1047"/>
          <a:ext cx="11682919" cy="108854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 </a:t>
          </a:r>
          <a:r>
            <a:rPr lang="en-US" sz="2000" kern="1200" dirty="0">
              <a:solidFill>
                <a:srgbClr val="FFC000"/>
              </a:solidFill>
            </a:rPr>
            <a:t>asymptotic upper bound </a:t>
          </a:r>
          <a:r>
            <a:rPr lang="en-US" sz="2000" kern="1200" dirty="0"/>
            <a:t>of this function  </a:t>
          </a:r>
          <a:r>
            <a:rPr lang="en-US" sz="2000" kern="1200" dirty="0" err="1"/>
            <a:t>Ie</a:t>
          </a:r>
          <a:r>
            <a:rPr lang="en-US" sz="2000" kern="1200" dirty="0"/>
            <a:t>: </a:t>
          </a:r>
          <a:r>
            <a:rPr lang="en-US" sz="2000" kern="1200" dirty="0">
              <a:solidFill>
                <a:srgbClr val="FFC000"/>
              </a:solidFill>
            </a:rPr>
            <a:t>worst case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Most commonly used</a:t>
          </a:r>
        </a:p>
      </dsp:txBody>
      <dsp:txXfrm>
        <a:off x="53139" y="54186"/>
        <a:ext cx="11576641" cy="982270"/>
      </dsp:txXfrm>
    </dsp:sp>
    <dsp:sp modelId="{E74E2260-3295-4C52-A9BF-BD3558B58AF6}">
      <dsp:nvSpPr>
        <dsp:cNvPr id="0" name=""/>
        <dsp:cNvSpPr/>
      </dsp:nvSpPr>
      <dsp:spPr>
        <a:xfrm>
          <a:off x="0" y="1096648"/>
          <a:ext cx="11682919" cy="1088548"/>
        </a:xfrm>
        <a:prstGeom prst="roundRect">
          <a:avLst/>
        </a:prstGeom>
        <a:solidFill>
          <a:schemeClr val="accent5">
            <a:hueOff val="-5315159"/>
            <a:satOff val="4234"/>
            <a:lumOff val="-4510"/>
            <a:alphaOff val="0"/>
          </a:schemeClr>
        </a:solidFill>
        <a:ln w="1905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FFC000"/>
              </a:solidFill>
            </a:rPr>
            <a:t>f(n)</a:t>
          </a:r>
          <a:r>
            <a:rPr lang="en-US" sz="2000" kern="1200" dirty="0"/>
            <a:t>-rate of growth of time  of an algorithm for an input n.</a:t>
          </a:r>
        </a:p>
      </dsp:txBody>
      <dsp:txXfrm>
        <a:off x="53139" y="1149787"/>
        <a:ext cx="11576641" cy="982270"/>
      </dsp:txXfrm>
    </dsp:sp>
    <dsp:sp modelId="{D1157555-50BD-4795-979A-253D1F7FF501}">
      <dsp:nvSpPr>
        <dsp:cNvPr id="0" name=""/>
        <dsp:cNvSpPr/>
      </dsp:nvSpPr>
      <dsp:spPr>
        <a:xfrm>
          <a:off x="0" y="2192249"/>
          <a:ext cx="11682919" cy="1088548"/>
        </a:xfrm>
        <a:prstGeom prst="roundRect">
          <a:avLst/>
        </a:prstGeom>
        <a:solidFill>
          <a:schemeClr val="accent5">
            <a:hueOff val="-10630318"/>
            <a:satOff val="8468"/>
            <a:lumOff val="-9020"/>
            <a:alphaOff val="0"/>
          </a:schemeClr>
        </a:solidFill>
        <a:ln w="1905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FIND another function </a:t>
          </a:r>
          <a:r>
            <a:rPr lang="en-US" sz="2000" kern="1200" dirty="0">
              <a:solidFill>
                <a:srgbClr val="FFC000"/>
              </a:solidFill>
            </a:rPr>
            <a:t>g(n)</a:t>
          </a:r>
          <a:r>
            <a:rPr lang="en-US" sz="2000" kern="1200" dirty="0"/>
            <a:t>  such that there exist a value of </a:t>
          </a:r>
          <a:r>
            <a:rPr lang="en-US" sz="2000" kern="1200" dirty="0">
              <a:solidFill>
                <a:srgbClr val="FFC000"/>
              </a:solidFill>
            </a:rPr>
            <a:t>+</a:t>
          </a:r>
          <a:r>
            <a:rPr lang="en-US" sz="2000" kern="1200" dirty="0" err="1">
              <a:solidFill>
                <a:srgbClr val="FFC000"/>
              </a:solidFill>
            </a:rPr>
            <a:t>ve</a:t>
          </a:r>
          <a:r>
            <a:rPr lang="en-US" sz="2000" kern="1200" dirty="0">
              <a:solidFill>
                <a:srgbClr val="FFC000"/>
              </a:solidFill>
            </a:rPr>
            <a:t> integer n &amp; n0 and a positive constant c</a:t>
          </a:r>
          <a:r>
            <a:rPr lang="en-US" sz="2000" kern="1200" dirty="0"/>
            <a:t> such that  f(n)&lt;=</a:t>
          </a:r>
          <a:r>
            <a:rPr lang="en-US" sz="2000" kern="1200" dirty="0" err="1"/>
            <a:t>C.g</a:t>
          </a:r>
          <a:r>
            <a:rPr lang="en-US" sz="2000" kern="1200" dirty="0"/>
            <a:t>(n)   ;   n&gt;=n0,   C&gt;0,   n0&gt;=1( in all case)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</dsp:txBody>
      <dsp:txXfrm>
        <a:off x="53139" y="2245388"/>
        <a:ext cx="11576641" cy="982270"/>
      </dsp:txXfrm>
    </dsp:sp>
    <dsp:sp modelId="{24122383-4CA0-4AE6-A73E-CDD57B5095AA}">
      <dsp:nvSpPr>
        <dsp:cNvPr id="0" name=""/>
        <dsp:cNvSpPr/>
      </dsp:nvSpPr>
      <dsp:spPr>
        <a:xfrm>
          <a:off x="0" y="3287850"/>
          <a:ext cx="11682919" cy="1088548"/>
        </a:xfrm>
        <a:prstGeom prst="roundRect">
          <a:avLst/>
        </a:prstGeom>
        <a:solidFill>
          <a:schemeClr val="accent5">
            <a:hueOff val="-15945476"/>
            <a:satOff val="12702"/>
            <a:lumOff val="-13530"/>
            <a:alphaOff val="0"/>
          </a:schemeClr>
        </a:solidFill>
        <a:ln w="1905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Then we  can write 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baseline="0" dirty="0">
              <a:solidFill>
                <a:srgbClr val="FFC000"/>
              </a:solidFill>
            </a:rPr>
            <a:t>f(n)= O(g(n))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baseline="0" dirty="0"/>
            <a:t>Hence </a:t>
          </a:r>
          <a:r>
            <a:rPr lang="en-US" sz="2000" kern="1200" baseline="0" dirty="0">
              <a:solidFill>
                <a:srgbClr val="FFC000"/>
              </a:solidFill>
            </a:rPr>
            <a:t>function g(n) is upper bound  for function f(n)</a:t>
          </a:r>
          <a:r>
            <a:rPr lang="en-US" sz="2000" kern="1200" baseline="0" dirty="0"/>
            <a:t> and </a:t>
          </a:r>
          <a:r>
            <a:rPr lang="en-US" sz="2000" kern="1200" baseline="0" dirty="0">
              <a:solidFill>
                <a:srgbClr val="FFC000"/>
              </a:solidFill>
            </a:rPr>
            <a:t>g(n) grows faster </a:t>
          </a:r>
          <a:r>
            <a:rPr lang="en-US" sz="2000" kern="1200" baseline="0" dirty="0"/>
            <a:t>than f(n)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</dsp:txBody>
      <dsp:txXfrm>
        <a:off x="53139" y="3340989"/>
        <a:ext cx="11576641" cy="98227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A0C75C-BBAD-47EE-967B-C329FE366CA1}">
      <dsp:nvSpPr>
        <dsp:cNvPr id="0" name=""/>
        <dsp:cNvSpPr/>
      </dsp:nvSpPr>
      <dsp:spPr>
        <a:xfrm>
          <a:off x="0" y="10923"/>
          <a:ext cx="6248400" cy="106435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baseline="0"/>
            <a:t>Big O </a:t>
          </a:r>
          <a:r>
            <a:rPr lang="en-US" sz="2700" b="1" kern="1200" baseline="0">
              <a:sym typeface="Wingdings" panose="05000000000000000000" pitchFamily="2" charset="2"/>
            </a:rPr>
            <a:t></a:t>
          </a:r>
          <a:r>
            <a:rPr lang="en-US" sz="2700" b="1" kern="1200" baseline="0"/>
            <a:t> worst case</a:t>
          </a:r>
          <a:endParaRPr lang="en-US" sz="2700" kern="1200"/>
        </a:p>
      </dsp:txBody>
      <dsp:txXfrm>
        <a:off x="51958" y="62881"/>
        <a:ext cx="6144484" cy="960441"/>
      </dsp:txXfrm>
    </dsp:sp>
    <dsp:sp modelId="{D6CD4137-CDEA-4767-A2BC-D7E676157A5B}">
      <dsp:nvSpPr>
        <dsp:cNvPr id="0" name=""/>
        <dsp:cNvSpPr/>
      </dsp:nvSpPr>
      <dsp:spPr>
        <a:xfrm>
          <a:off x="0" y="1153040"/>
          <a:ext cx="6248400" cy="1064357"/>
        </a:xfrm>
        <a:prstGeom prst="roundRect">
          <a:avLst/>
        </a:prstGeom>
        <a:solidFill>
          <a:schemeClr val="accent2">
            <a:hueOff val="316159"/>
            <a:satOff val="-930"/>
            <a:lumOff val="-686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baseline="0">
              <a:sym typeface="Symbol" panose="05050102010706020507" pitchFamily="18" charset="2"/>
            </a:rPr>
            <a:t></a:t>
          </a:r>
          <a:r>
            <a:rPr lang="en-US" sz="2700" b="1" kern="1200" baseline="0"/>
            <a:t> </a:t>
          </a:r>
          <a:r>
            <a:rPr lang="en-US" sz="2700" b="1" kern="1200" baseline="0">
              <a:sym typeface="Wingdings" panose="05000000000000000000" pitchFamily="2" charset="2"/>
            </a:rPr>
            <a:t></a:t>
          </a:r>
          <a:r>
            <a:rPr lang="en-US" sz="2700" b="1" kern="1200" baseline="0"/>
            <a:t> best case</a:t>
          </a:r>
          <a:endParaRPr lang="en-US" sz="2700" kern="1200"/>
        </a:p>
      </dsp:txBody>
      <dsp:txXfrm>
        <a:off x="51958" y="1204998"/>
        <a:ext cx="6144484" cy="960441"/>
      </dsp:txXfrm>
    </dsp:sp>
    <dsp:sp modelId="{2B8AB02C-6552-4B1D-A7F3-04E142802214}">
      <dsp:nvSpPr>
        <dsp:cNvPr id="0" name=""/>
        <dsp:cNvSpPr/>
      </dsp:nvSpPr>
      <dsp:spPr>
        <a:xfrm>
          <a:off x="0" y="2295158"/>
          <a:ext cx="6248400" cy="1064357"/>
        </a:xfrm>
        <a:prstGeom prst="roundRect">
          <a:avLst/>
        </a:prstGeom>
        <a:solidFill>
          <a:schemeClr val="accent2">
            <a:hueOff val="632318"/>
            <a:satOff val="-1859"/>
            <a:lumOff val="-1372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baseline="0">
              <a:sym typeface="Symbol" panose="05050102010706020507" pitchFamily="18" charset="2"/>
            </a:rPr>
            <a:t></a:t>
          </a:r>
          <a:r>
            <a:rPr lang="en-US" sz="2700" b="1" kern="1200" baseline="0"/>
            <a:t>  </a:t>
          </a:r>
          <a:r>
            <a:rPr lang="en-US" sz="2700" b="1" kern="1200" baseline="0">
              <a:sym typeface="Wingdings" panose="05000000000000000000" pitchFamily="2" charset="2"/>
            </a:rPr>
            <a:t></a:t>
          </a:r>
          <a:r>
            <a:rPr lang="en-US" sz="2700" b="1" kern="1200" baseline="0"/>
            <a:t>  averagecase</a:t>
          </a:r>
          <a:endParaRPr lang="en-US" sz="2700" kern="1200"/>
        </a:p>
      </dsp:txBody>
      <dsp:txXfrm>
        <a:off x="51958" y="2347116"/>
        <a:ext cx="6144484" cy="960441"/>
      </dsp:txXfrm>
    </dsp:sp>
    <dsp:sp modelId="{9863658E-48A1-4374-A674-06B17995B5E1}">
      <dsp:nvSpPr>
        <dsp:cNvPr id="0" name=""/>
        <dsp:cNvSpPr/>
      </dsp:nvSpPr>
      <dsp:spPr>
        <a:xfrm>
          <a:off x="0" y="3437276"/>
          <a:ext cx="6248400" cy="1064357"/>
        </a:xfrm>
        <a:prstGeom prst="roundRect">
          <a:avLst/>
        </a:prstGeom>
        <a:solidFill>
          <a:schemeClr val="accent2">
            <a:hueOff val="948478"/>
            <a:satOff val="-2789"/>
            <a:lumOff val="-2059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baseline="0"/>
            <a:t>Always  Interested in worst case</a:t>
          </a:r>
          <a:endParaRPr lang="en-US" sz="2700" kern="1200"/>
        </a:p>
      </dsp:txBody>
      <dsp:txXfrm>
        <a:off x="51958" y="3489234"/>
        <a:ext cx="6144484" cy="960441"/>
      </dsp:txXfrm>
    </dsp:sp>
    <dsp:sp modelId="{8DF0AFD1-1B8D-4D51-B42C-B43F60EB45BF}">
      <dsp:nvSpPr>
        <dsp:cNvPr id="0" name=""/>
        <dsp:cNvSpPr/>
      </dsp:nvSpPr>
      <dsp:spPr>
        <a:xfrm>
          <a:off x="0" y="4579394"/>
          <a:ext cx="6248400" cy="1064357"/>
        </a:xfrm>
        <a:prstGeom prst="roundRect">
          <a:avLst/>
        </a:prstGeom>
        <a:solidFill>
          <a:schemeClr val="accent2">
            <a:hueOff val="1264637"/>
            <a:satOff val="-3718"/>
            <a:lumOff val="-2745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baseline="0"/>
            <a:t>Average case used when best &amp; worst case same</a:t>
          </a:r>
          <a:endParaRPr lang="en-US" sz="2700" kern="1200"/>
        </a:p>
      </dsp:txBody>
      <dsp:txXfrm>
        <a:off x="51958" y="4631352"/>
        <a:ext cx="6144484" cy="9604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24T04:46:32.08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24T04:46:40.98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24T04:46:48.37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24T04:47:13.42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24T04:47:19.82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5EF676-BD68-4193-AAA6-A6197197F1CC}" type="datetimeFigureOut">
              <a:rPr lang="en-IN" smtClean="0"/>
              <a:t>15-09-2023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178FEC-7D0B-41A4-9ADD-D3340D4E2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0718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 altLang="en-US"/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82137CB-DDF1-4EFA-880C-D96F39E70DB2}" type="slidenum">
              <a:rPr lang="en-US" altLang="en-US"/>
              <a:pPr eaLnBrk="1" hangingPunct="1"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998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B87AA26-F9E7-4204-8C76-5CFA0736F240}" type="slidenum">
              <a:rPr lang="en-US" altLang="en-US"/>
              <a:pPr eaLnBrk="1" hangingPunct="1"/>
              <a:t>24</a:t>
            </a:fld>
            <a:endParaRPr lang="en-US" alt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92323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 title="Page Number Shape"/>
          <p:cNvSpPr/>
          <p:nvPr/>
        </p:nvSpPr>
        <p:spPr bwMode="auto">
          <a:xfrm>
            <a:off x="11784011" y="118920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8913" y="1143293"/>
            <a:ext cx="7034362" cy="4268965"/>
          </a:xfrm>
        </p:spPr>
        <p:txBody>
          <a:bodyPr anchor="t">
            <a:normAutofit/>
          </a:bodyPr>
          <a:lstStyle>
            <a:lvl1pPr algn="l">
              <a:lnSpc>
                <a:spcPct val="85000"/>
              </a:lnSpc>
              <a:defRPr sz="77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8914" y="5537925"/>
            <a:ext cx="7034362" cy="706355"/>
          </a:xfrm>
        </p:spPr>
        <p:txBody>
          <a:bodyPr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sz="2000" b="0" i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88913" y="6314440"/>
            <a:ext cx="1596622" cy="365125"/>
          </a:xfrm>
        </p:spPr>
        <p:txBody>
          <a:bodyPr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3663BBFF-77C1-4BF1-A3B2-2505841100BA}" type="datetimeFigureOut">
              <a:rPr lang="en-US" smtClean="0"/>
              <a:t>9/15/2023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00591" y="6314440"/>
            <a:ext cx="5122683" cy="365125"/>
          </a:xfrm>
        </p:spPr>
        <p:txBody>
          <a:bodyPr/>
          <a:lstStyle>
            <a:lvl1pPr algn="l">
              <a:defRPr b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84011" y="1416216"/>
            <a:ext cx="407988" cy="365125"/>
          </a:xfrm>
        </p:spPr>
        <p:txBody>
          <a:bodyPr/>
          <a:lstStyle>
            <a:lvl1pPr algn="r">
              <a:defRPr>
                <a:solidFill>
                  <a:schemeClr val="bg2"/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 title="Verticle Rule Line"/>
          <p:cNvCxnSpPr/>
          <p:nvPr/>
        </p:nvCxnSpPr>
        <p:spPr>
          <a:xfrm>
            <a:off x="773855" y="1257300"/>
            <a:ext cx="0" cy="560070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82866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79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D2BB1-BB31-4EB8-A961-18800A74EAA8}" type="datetimeFigureOut">
              <a:rPr lang="en-US" smtClean="0"/>
              <a:t>9/15/2023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603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 title="Page Number Shape"/>
          <p:cNvSpPr/>
          <p:nvPr/>
        </p:nvSpPr>
        <p:spPr bwMode="auto">
          <a:xfrm>
            <a:off x="11784011" y="1393748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7673" y="2571722"/>
            <a:ext cx="8296654" cy="3286153"/>
          </a:xfrm>
        </p:spPr>
        <p:txBody>
          <a:bodyPr anchor="t">
            <a:normAutofit/>
          </a:bodyPr>
          <a:lstStyle>
            <a:lvl1pPr>
              <a:lnSpc>
                <a:spcPct val="85000"/>
              </a:lnSpc>
              <a:defRPr sz="7700" cap="all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7673" y="1393748"/>
            <a:ext cx="8401429" cy="81915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3000"/>
              </a:lnSpc>
              <a:spcBef>
                <a:spcPts val="0"/>
              </a:spcBef>
              <a:buNone/>
              <a:defRPr sz="20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42955" y="6314439"/>
            <a:ext cx="1596622" cy="365125"/>
          </a:xfrm>
        </p:spPr>
        <p:txBody>
          <a:bodyPr/>
          <a:lstStyle>
            <a:lvl1pPr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B40B886-74BB-4D5E-9EA9-584482FE40E6}" type="datetimeFigureOut">
              <a:rPr lang="en-US" smtClean="0"/>
              <a:t>9/15/2023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47673" y="6314440"/>
            <a:ext cx="6480226" cy="365125"/>
          </a:xfrm>
        </p:spPr>
        <p:txBody>
          <a:bodyPr/>
          <a:lstStyle>
            <a:lvl1pPr>
              <a:defRPr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84011" y="1620760"/>
            <a:ext cx="407988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 title="Horizontal Rule Line"/>
          <p:cNvCxnSpPr/>
          <p:nvPr/>
        </p:nvCxnSpPr>
        <p:spPr>
          <a:xfrm flipH="1">
            <a:off x="1" y="6178167"/>
            <a:ext cx="10244326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36203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5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81600" y="540628"/>
            <a:ext cx="6248400" cy="24889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81600" y="3712467"/>
            <a:ext cx="6248400" cy="2482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4CCD1-3502-4C30-947C-75FC88992007}" type="datetimeFigureOut">
              <a:rPr lang="en-US" smtClean="0"/>
              <a:t>9/15/2023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4840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7784"/>
            <a:ext cx="3831336" cy="49560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81600" y="558065"/>
            <a:ext cx="6245352" cy="914400"/>
          </a:xfrm>
        </p:spPr>
        <p:txBody>
          <a:bodyPr anchor="b"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buNone/>
              <a:defRPr sz="24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81600" y="1526671"/>
            <a:ext cx="6245352" cy="1755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81600" y="3700826"/>
            <a:ext cx="6248400" cy="91440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81600" y="4669432"/>
            <a:ext cx="6245352" cy="1755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B797A-E8AF-4231-9C64-308C5BB9ED3E}" type="datetimeFigureOut">
              <a:rPr lang="en-US" smtClean="0"/>
              <a:t>9/15/2023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681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24146-07E2-48CA-8629-5887ED47FCDB}" type="datetimeFigureOut">
              <a:rPr lang="en-US" smtClean="0"/>
              <a:t>9/15/2023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391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7E718-B4F0-433E-A285-0013249184C0}" type="datetimeFigureOut">
              <a:rPr lang="en-US" smtClean="0"/>
              <a:t>9/15/2023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058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5479"/>
            <a:ext cx="3838776" cy="1921022"/>
          </a:xfrm>
        </p:spPr>
        <p:txBody>
          <a:bodyPr anchor="t">
            <a:noAutofit/>
          </a:bodyPr>
          <a:lstStyle>
            <a:lvl1pPr>
              <a:lnSpc>
                <a:spcPct val="93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564147"/>
            <a:ext cx="6248400" cy="5622644"/>
          </a:xfrm>
        </p:spPr>
        <p:txBody>
          <a:bodyPr/>
          <a:lstStyle>
            <a:lvl1pPr>
              <a:lnSpc>
                <a:spcPct val="112000"/>
              </a:lnSpc>
              <a:defRPr sz="2000"/>
            </a:lvl1pPr>
            <a:lvl2pPr>
              <a:lnSpc>
                <a:spcPct val="112000"/>
              </a:lnSpc>
              <a:defRPr sz="1800"/>
            </a:lvl2pPr>
            <a:lvl3pPr>
              <a:lnSpc>
                <a:spcPct val="112000"/>
              </a:lnSpc>
              <a:defRPr sz="1600"/>
            </a:lvl3pPr>
            <a:lvl4pPr>
              <a:lnSpc>
                <a:spcPct val="112000"/>
              </a:lnSpc>
              <a:defRPr sz="1400"/>
            </a:lvl4pPr>
            <a:lvl5pPr>
              <a:lnSpc>
                <a:spcPct val="112000"/>
              </a:lnSpc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0" y="2621512"/>
            <a:ext cx="3838776" cy="3239537"/>
          </a:xfrm>
        </p:spPr>
        <p:txBody>
          <a:bodyPr/>
          <a:lstStyle>
            <a:lvl1pPr marL="0" indent="0" algn="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E44C4-3D72-4D6E-86A4-F5491DC49E6D}" type="datetimeFigureOut">
              <a:rPr lang="en-US" smtClean="0"/>
              <a:t>9/15/2023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47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952" y="557261"/>
            <a:ext cx="3840480" cy="1919239"/>
          </a:xfrm>
        </p:spPr>
        <p:txBody>
          <a:bodyPr anchor="t">
            <a:noAutofit/>
          </a:bodyPr>
          <a:lstStyle>
            <a:lvl1pPr>
              <a:lnSpc>
                <a:spcPct val="93000"/>
              </a:lnSpc>
              <a:defRPr sz="40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57800" y="0"/>
            <a:ext cx="6172200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8952" y="2621512"/>
            <a:ext cx="3840480" cy="3236976"/>
          </a:xfrm>
        </p:spPr>
        <p:txBody>
          <a:bodyPr/>
          <a:lstStyle>
            <a:lvl1pPr marL="0" indent="0" algn="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8EA14-E6AC-4B59-973C-7A06B0EDE3E3}" type="datetimeFigureOut">
              <a:rPr lang="en-US" smtClean="0"/>
              <a:t>9/15/2023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283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81600" y="640080"/>
            <a:ext cx="6248398" cy="558414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D2069-43FA-49C5-9F0E-58E1EB237AEF}" type="datetimeFigureOut">
              <a:rPr lang="en-US" smtClean="0"/>
              <a:t>9/15/2023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341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 title="Page Number Shape"/>
          <p:cNvSpPr/>
          <p:nvPr/>
        </p:nvSpPr>
        <p:spPr bwMode="auto">
          <a:xfrm>
            <a:off x="11784011" y="5380580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rgbClr val="262626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0765" y="642931"/>
            <a:ext cx="2446670" cy="467810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642932"/>
            <a:ext cx="7070678" cy="46781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36187" y="5927131"/>
            <a:ext cx="3814856" cy="365125"/>
          </a:xfrm>
        </p:spPr>
        <p:txBody>
          <a:bodyPr/>
          <a:lstStyle/>
          <a:p>
            <a:fld id="{C05854CA-19F4-4771-B6A2-DA5C0742B220}" type="datetimeFigureOut">
              <a:rPr lang="en-US" smtClean="0"/>
              <a:t>9/15/2023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536187" y="6315949"/>
            <a:ext cx="381485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84011" y="5607592"/>
            <a:ext cx="40798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3" name="Straight Connector 12" title="Horizontal Rule Line"/>
          <p:cNvCxnSpPr/>
          <p:nvPr/>
        </p:nvCxnSpPr>
        <p:spPr>
          <a:xfrm>
            <a:off x="0" y="6199730"/>
            <a:ext cx="10260011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9251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5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084" y="100013"/>
            <a:ext cx="10972800" cy="9064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67784" y="1214439"/>
            <a:ext cx="5384800" cy="50768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55784" y="1214439"/>
            <a:ext cx="5384800" cy="50768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97625"/>
            <a:ext cx="2844800" cy="3238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737600" y="6397625"/>
            <a:ext cx="2844800" cy="323850"/>
          </a:xfrm>
        </p:spPr>
        <p:txBody>
          <a:bodyPr/>
          <a:lstStyle>
            <a:lvl1pPr>
              <a:defRPr/>
            </a:lvl1pPr>
          </a:lstStyle>
          <a:p>
            <a:fld id="{479FB469-44B6-40CD-BDD8-F59D373248B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32293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6A35EAA-ED80-4FF1-942C-82B1D483AF60}"/>
              </a:ext>
            </a:extLst>
          </p:cNvPr>
          <p:cNvSpPr/>
          <p:nvPr/>
        </p:nvSpPr>
        <p:spPr>
          <a:xfrm rot="21133683" flipH="1">
            <a:off x="977627" y="481134"/>
            <a:ext cx="9378187" cy="5238589"/>
          </a:xfrm>
          <a:custGeom>
            <a:avLst/>
            <a:gdLst>
              <a:gd name="connsiteX0" fmla="*/ 628580 w 1248448"/>
              <a:gd name="connsiteY0" fmla="*/ 873029 h 873038"/>
              <a:gd name="connsiteX1" fmla="*/ 820985 w 1248448"/>
              <a:gd name="connsiteY1" fmla="*/ 803115 h 873038"/>
              <a:gd name="connsiteX2" fmla="*/ 1179791 w 1248448"/>
              <a:gd name="connsiteY2" fmla="*/ 630332 h 873038"/>
              <a:gd name="connsiteX3" fmla="*/ 1178744 w 1248448"/>
              <a:gd name="connsiteY3" fmla="*/ 192753 h 873038"/>
              <a:gd name="connsiteX4" fmla="*/ 459416 w 1248448"/>
              <a:gd name="connsiteY4" fmla="*/ 32447 h 873038"/>
              <a:gd name="connsiteX5" fmla="*/ 7264 w 1248448"/>
              <a:gd name="connsiteY5" fmla="*/ 595184 h 873038"/>
              <a:gd name="connsiteX6" fmla="*/ 545617 w 1248448"/>
              <a:gd name="connsiteY6" fmla="*/ 737202 h 873038"/>
              <a:gd name="connsiteX7" fmla="*/ 628580 w 1248448"/>
              <a:gd name="connsiteY7" fmla="*/ 873029 h 873038"/>
              <a:gd name="connsiteX0" fmla="*/ 628618 w 1248446"/>
              <a:gd name="connsiteY0" fmla="*/ 873038 h 873038"/>
              <a:gd name="connsiteX1" fmla="*/ 821023 w 1248446"/>
              <a:gd name="connsiteY1" fmla="*/ 803124 h 873038"/>
              <a:gd name="connsiteX2" fmla="*/ 1179829 w 1248446"/>
              <a:gd name="connsiteY2" fmla="*/ 630341 h 873038"/>
              <a:gd name="connsiteX3" fmla="*/ 1178782 w 1248446"/>
              <a:gd name="connsiteY3" fmla="*/ 192762 h 873038"/>
              <a:gd name="connsiteX4" fmla="*/ 459454 w 1248446"/>
              <a:gd name="connsiteY4" fmla="*/ 32456 h 873038"/>
              <a:gd name="connsiteX5" fmla="*/ 7302 w 1248446"/>
              <a:gd name="connsiteY5" fmla="*/ 595193 h 873038"/>
              <a:gd name="connsiteX6" fmla="*/ 547734 w 1248446"/>
              <a:gd name="connsiteY6" fmla="*/ 751246 h 873038"/>
              <a:gd name="connsiteX7" fmla="*/ 628618 w 1248446"/>
              <a:gd name="connsiteY7" fmla="*/ 873038 h 873038"/>
              <a:gd name="connsiteX0" fmla="*/ 635867 w 1255695"/>
              <a:gd name="connsiteY0" fmla="*/ 873038 h 873038"/>
              <a:gd name="connsiteX1" fmla="*/ 828272 w 1255695"/>
              <a:gd name="connsiteY1" fmla="*/ 803124 h 873038"/>
              <a:gd name="connsiteX2" fmla="*/ 1187078 w 1255695"/>
              <a:gd name="connsiteY2" fmla="*/ 630341 h 873038"/>
              <a:gd name="connsiteX3" fmla="*/ 1186031 w 1255695"/>
              <a:gd name="connsiteY3" fmla="*/ 192762 h 873038"/>
              <a:gd name="connsiteX4" fmla="*/ 466703 w 1255695"/>
              <a:gd name="connsiteY4" fmla="*/ 32456 h 873038"/>
              <a:gd name="connsiteX5" fmla="*/ 14551 w 1255695"/>
              <a:gd name="connsiteY5" fmla="*/ 595193 h 873038"/>
              <a:gd name="connsiteX6" fmla="*/ 554983 w 1255695"/>
              <a:gd name="connsiteY6" fmla="*/ 751246 h 873038"/>
              <a:gd name="connsiteX7" fmla="*/ 635867 w 1255695"/>
              <a:gd name="connsiteY7" fmla="*/ 873038 h 873038"/>
              <a:gd name="connsiteX0" fmla="*/ 635867 w 1255695"/>
              <a:gd name="connsiteY0" fmla="*/ 873038 h 873038"/>
              <a:gd name="connsiteX1" fmla="*/ 828272 w 1255695"/>
              <a:gd name="connsiteY1" fmla="*/ 803124 h 873038"/>
              <a:gd name="connsiteX2" fmla="*/ 1187078 w 1255695"/>
              <a:gd name="connsiteY2" fmla="*/ 630341 h 873038"/>
              <a:gd name="connsiteX3" fmla="*/ 1186031 w 1255695"/>
              <a:gd name="connsiteY3" fmla="*/ 192762 h 873038"/>
              <a:gd name="connsiteX4" fmla="*/ 466703 w 1255695"/>
              <a:gd name="connsiteY4" fmla="*/ 32456 h 873038"/>
              <a:gd name="connsiteX5" fmla="*/ 14551 w 1255695"/>
              <a:gd name="connsiteY5" fmla="*/ 595193 h 873038"/>
              <a:gd name="connsiteX6" fmla="*/ 554983 w 1255695"/>
              <a:gd name="connsiteY6" fmla="*/ 751246 h 873038"/>
              <a:gd name="connsiteX7" fmla="*/ 635867 w 1255695"/>
              <a:gd name="connsiteY7" fmla="*/ 873038 h 873038"/>
              <a:gd name="connsiteX0" fmla="*/ 635867 w 1249939"/>
              <a:gd name="connsiteY0" fmla="*/ 873038 h 873038"/>
              <a:gd name="connsiteX1" fmla="*/ 828272 w 1249939"/>
              <a:gd name="connsiteY1" fmla="*/ 793767 h 873038"/>
              <a:gd name="connsiteX2" fmla="*/ 1187078 w 1249939"/>
              <a:gd name="connsiteY2" fmla="*/ 630341 h 873038"/>
              <a:gd name="connsiteX3" fmla="*/ 1186031 w 1249939"/>
              <a:gd name="connsiteY3" fmla="*/ 192762 h 873038"/>
              <a:gd name="connsiteX4" fmla="*/ 466703 w 1249939"/>
              <a:gd name="connsiteY4" fmla="*/ 32456 h 873038"/>
              <a:gd name="connsiteX5" fmla="*/ 14551 w 1249939"/>
              <a:gd name="connsiteY5" fmla="*/ 595193 h 873038"/>
              <a:gd name="connsiteX6" fmla="*/ 554983 w 1249939"/>
              <a:gd name="connsiteY6" fmla="*/ 751246 h 873038"/>
              <a:gd name="connsiteX7" fmla="*/ 635867 w 1249939"/>
              <a:gd name="connsiteY7" fmla="*/ 873038 h 873038"/>
              <a:gd name="connsiteX0" fmla="*/ 615218 w 1229290"/>
              <a:gd name="connsiteY0" fmla="*/ 861281 h 861281"/>
              <a:gd name="connsiteX1" fmla="*/ 807623 w 1229290"/>
              <a:gd name="connsiteY1" fmla="*/ 782010 h 861281"/>
              <a:gd name="connsiteX2" fmla="*/ 1166429 w 1229290"/>
              <a:gd name="connsiteY2" fmla="*/ 618584 h 861281"/>
              <a:gd name="connsiteX3" fmla="*/ 1165382 w 1229290"/>
              <a:gd name="connsiteY3" fmla="*/ 181005 h 861281"/>
              <a:gd name="connsiteX4" fmla="*/ 446054 w 1229290"/>
              <a:gd name="connsiteY4" fmla="*/ 20699 h 861281"/>
              <a:gd name="connsiteX5" fmla="*/ 5663 w 1229290"/>
              <a:gd name="connsiteY5" fmla="*/ 576828 h 861281"/>
              <a:gd name="connsiteX6" fmla="*/ 534334 w 1229290"/>
              <a:gd name="connsiteY6" fmla="*/ 739489 h 861281"/>
              <a:gd name="connsiteX7" fmla="*/ 615218 w 1229290"/>
              <a:gd name="connsiteY7" fmla="*/ 861281 h 861281"/>
              <a:gd name="connsiteX0" fmla="*/ 619617 w 1233689"/>
              <a:gd name="connsiteY0" fmla="*/ 861281 h 861281"/>
              <a:gd name="connsiteX1" fmla="*/ 812022 w 1233689"/>
              <a:gd name="connsiteY1" fmla="*/ 782010 h 861281"/>
              <a:gd name="connsiteX2" fmla="*/ 1170828 w 1233689"/>
              <a:gd name="connsiteY2" fmla="*/ 618584 h 861281"/>
              <a:gd name="connsiteX3" fmla="*/ 1169781 w 1233689"/>
              <a:gd name="connsiteY3" fmla="*/ 181005 h 861281"/>
              <a:gd name="connsiteX4" fmla="*/ 450453 w 1233689"/>
              <a:gd name="connsiteY4" fmla="*/ 20699 h 861281"/>
              <a:gd name="connsiteX5" fmla="*/ 10062 w 1233689"/>
              <a:gd name="connsiteY5" fmla="*/ 576828 h 861281"/>
              <a:gd name="connsiteX6" fmla="*/ 538733 w 1233689"/>
              <a:gd name="connsiteY6" fmla="*/ 739489 h 861281"/>
              <a:gd name="connsiteX7" fmla="*/ 619617 w 1233689"/>
              <a:gd name="connsiteY7" fmla="*/ 861281 h 861281"/>
              <a:gd name="connsiteX0" fmla="*/ 619579 w 1239236"/>
              <a:gd name="connsiteY0" fmla="*/ 863398 h 863398"/>
              <a:gd name="connsiteX1" fmla="*/ 811984 w 1239236"/>
              <a:gd name="connsiteY1" fmla="*/ 784127 h 863398"/>
              <a:gd name="connsiteX2" fmla="*/ 1170790 w 1239236"/>
              <a:gd name="connsiteY2" fmla="*/ 620701 h 863398"/>
              <a:gd name="connsiteX3" fmla="*/ 1169743 w 1239236"/>
              <a:gd name="connsiteY3" fmla="*/ 183122 h 863398"/>
              <a:gd name="connsiteX4" fmla="*/ 451887 w 1239236"/>
              <a:gd name="connsiteY4" fmla="*/ 17855 h 863398"/>
              <a:gd name="connsiteX5" fmla="*/ 10024 w 1239236"/>
              <a:gd name="connsiteY5" fmla="*/ 578945 h 863398"/>
              <a:gd name="connsiteX6" fmla="*/ 538695 w 1239236"/>
              <a:gd name="connsiteY6" fmla="*/ 741606 h 863398"/>
              <a:gd name="connsiteX7" fmla="*/ 619579 w 1239236"/>
              <a:gd name="connsiteY7" fmla="*/ 863398 h 863398"/>
              <a:gd name="connsiteX0" fmla="*/ 623569 w 1243226"/>
              <a:gd name="connsiteY0" fmla="*/ 870437 h 870437"/>
              <a:gd name="connsiteX1" fmla="*/ 815974 w 1243226"/>
              <a:gd name="connsiteY1" fmla="*/ 791166 h 870437"/>
              <a:gd name="connsiteX2" fmla="*/ 1174780 w 1243226"/>
              <a:gd name="connsiteY2" fmla="*/ 627740 h 870437"/>
              <a:gd name="connsiteX3" fmla="*/ 1173733 w 1243226"/>
              <a:gd name="connsiteY3" fmla="*/ 190161 h 870437"/>
              <a:gd name="connsiteX4" fmla="*/ 455877 w 1243226"/>
              <a:gd name="connsiteY4" fmla="*/ 24894 h 870437"/>
              <a:gd name="connsiteX5" fmla="*/ 14014 w 1243226"/>
              <a:gd name="connsiteY5" fmla="*/ 585984 h 870437"/>
              <a:gd name="connsiteX6" fmla="*/ 542685 w 1243226"/>
              <a:gd name="connsiteY6" fmla="*/ 748645 h 870437"/>
              <a:gd name="connsiteX7" fmla="*/ 623569 w 1243226"/>
              <a:gd name="connsiteY7" fmla="*/ 870437 h 870437"/>
              <a:gd name="connsiteX0" fmla="*/ 624861 w 1244518"/>
              <a:gd name="connsiteY0" fmla="*/ 869274 h 869274"/>
              <a:gd name="connsiteX1" fmla="*/ 817266 w 1244518"/>
              <a:gd name="connsiteY1" fmla="*/ 790003 h 869274"/>
              <a:gd name="connsiteX2" fmla="*/ 1176072 w 1244518"/>
              <a:gd name="connsiteY2" fmla="*/ 626577 h 869274"/>
              <a:gd name="connsiteX3" fmla="*/ 1175025 w 1244518"/>
              <a:gd name="connsiteY3" fmla="*/ 188998 h 869274"/>
              <a:gd name="connsiteX4" fmla="*/ 457169 w 1244518"/>
              <a:gd name="connsiteY4" fmla="*/ 23731 h 869274"/>
              <a:gd name="connsiteX5" fmla="*/ 15306 w 1244518"/>
              <a:gd name="connsiteY5" fmla="*/ 584821 h 869274"/>
              <a:gd name="connsiteX6" fmla="*/ 543977 w 1244518"/>
              <a:gd name="connsiteY6" fmla="*/ 747482 h 869274"/>
              <a:gd name="connsiteX7" fmla="*/ 624861 w 1244518"/>
              <a:gd name="connsiteY7" fmla="*/ 869274 h 869274"/>
              <a:gd name="connsiteX0" fmla="*/ 619558 w 1235941"/>
              <a:gd name="connsiteY0" fmla="*/ 867295 h 867295"/>
              <a:gd name="connsiteX1" fmla="*/ 811963 w 1235941"/>
              <a:gd name="connsiteY1" fmla="*/ 788024 h 867295"/>
              <a:gd name="connsiteX2" fmla="*/ 1170769 w 1235941"/>
              <a:gd name="connsiteY2" fmla="*/ 624598 h 867295"/>
              <a:gd name="connsiteX3" fmla="*/ 1164738 w 1235941"/>
              <a:gd name="connsiteY3" fmla="*/ 164190 h 867295"/>
              <a:gd name="connsiteX4" fmla="*/ 451866 w 1235941"/>
              <a:gd name="connsiteY4" fmla="*/ 21752 h 867295"/>
              <a:gd name="connsiteX5" fmla="*/ 10003 w 1235941"/>
              <a:gd name="connsiteY5" fmla="*/ 582842 h 867295"/>
              <a:gd name="connsiteX6" fmla="*/ 538674 w 1235941"/>
              <a:gd name="connsiteY6" fmla="*/ 745503 h 867295"/>
              <a:gd name="connsiteX7" fmla="*/ 619558 w 1235941"/>
              <a:gd name="connsiteY7" fmla="*/ 867295 h 867295"/>
              <a:gd name="connsiteX0" fmla="*/ 622435 w 1238818"/>
              <a:gd name="connsiteY0" fmla="*/ 868328 h 868328"/>
              <a:gd name="connsiteX1" fmla="*/ 814840 w 1238818"/>
              <a:gd name="connsiteY1" fmla="*/ 789057 h 868328"/>
              <a:gd name="connsiteX2" fmla="*/ 1173646 w 1238818"/>
              <a:gd name="connsiteY2" fmla="*/ 625631 h 868328"/>
              <a:gd name="connsiteX3" fmla="*/ 1167615 w 1238818"/>
              <a:gd name="connsiteY3" fmla="*/ 165223 h 868328"/>
              <a:gd name="connsiteX4" fmla="*/ 454743 w 1238818"/>
              <a:gd name="connsiteY4" fmla="*/ 22785 h 868328"/>
              <a:gd name="connsiteX5" fmla="*/ 12880 w 1238818"/>
              <a:gd name="connsiteY5" fmla="*/ 583875 h 868328"/>
              <a:gd name="connsiteX6" fmla="*/ 541551 w 1238818"/>
              <a:gd name="connsiteY6" fmla="*/ 746536 h 868328"/>
              <a:gd name="connsiteX7" fmla="*/ 622435 w 1238818"/>
              <a:gd name="connsiteY7" fmla="*/ 868328 h 868328"/>
              <a:gd name="connsiteX0" fmla="*/ 618931 w 1201319"/>
              <a:gd name="connsiteY0" fmla="*/ 879992 h 879992"/>
              <a:gd name="connsiteX1" fmla="*/ 811336 w 1201319"/>
              <a:gd name="connsiteY1" fmla="*/ 800721 h 879992"/>
              <a:gd name="connsiteX2" fmla="*/ 1170142 w 1201319"/>
              <a:gd name="connsiteY2" fmla="*/ 637295 h 879992"/>
              <a:gd name="connsiteX3" fmla="*/ 1164111 w 1201319"/>
              <a:gd name="connsiteY3" fmla="*/ 176887 h 879992"/>
              <a:gd name="connsiteX4" fmla="*/ 1005959 w 1201319"/>
              <a:gd name="connsiteY4" fmla="*/ 73552 h 879992"/>
              <a:gd name="connsiteX5" fmla="*/ 451239 w 1201319"/>
              <a:gd name="connsiteY5" fmla="*/ 34449 h 879992"/>
              <a:gd name="connsiteX6" fmla="*/ 9376 w 1201319"/>
              <a:gd name="connsiteY6" fmla="*/ 595539 h 879992"/>
              <a:gd name="connsiteX7" fmla="*/ 538047 w 1201319"/>
              <a:gd name="connsiteY7" fmla="*/ 758200 h 879992"/>
              <a:gd name="connsiteX8" fmla="*/ 618931 w 1201319"/>
              <a:gd name="connsiteY8" fmla="*/ 879992 h 879992"/>
              <a:gd name="connsiteX0" fmla="*/ 618931 w 1214866"/>
              <a:gd name="connsiteY0" fmla="*/ 879992 h 879992"/>
              <a:gd name="connsiteX1" fmla="*/ 811336 w 1214866"/>
              <a:gd name="connsiteY1" fmla="*/ 800721 h 879992"/>
              <a:gd name="connsiteX2" fmla="*/ 1170142 w 1214866"/>
              <a:gd name="connsiteY2" fmla="*/ 637295 h 879992"/>
              <a:gd name="connsiteX3" fmla="*/ 1164111 w 1214866"/>
              <a:gd name="connsiteY3" fmla="*/ 176887 h 879992"/>
              <a:gd name="connsiteX4" fmla="*/ 1005959 w 1214866"/>
              <a:gd name="connsiteY4" fmla="*/ 73552 h 879992"/>
              <a:gd name="connsiteX5" fmla="*/ 451239 w 1214866"/>
              <a:gd name="connsiteY5" fmla="*/ 34449 h 879992"/>
              <a:gd name="connsiteX6" fmla="*/ 9376 w 1214866"/>
              <a:gd name="connsiteY6" fmla="*/ 595539 h 879992"/>
              <a:gd name="connsiteX7" fmla="*/ 538047 w 1214866"/>
              <a:gd name="connsiteY7" fmla="*/ 758200 h 879992"/>
              <a:gd name="connsiteX8" fmla="*/ 618931 w 1214866"/>
              <a:gd name="connsiteY8" fmla="*/ 879992 h 879992"/>
              <a:gd name="connsiteX0" fmla="*/ 618871 w 1202016"/>
              <a:gd name="connsiteY0" fmla="*/ 888796 h 888796"/>
              <a:gd name="connsiteX1" fmla="*/ 811276 w 1202016"/>
              <a:gd name="connsiteY1" fmla="*/ 809525 h 888796"/>
              <a:gd name="connsiteX2" fmla="*/ 1170082 w 1202016"/>
              <a:gd name="connsiteY2" fmla="*/ 646099 h 888796"/>
              <a:gd name="connsiteX3" fmla="*/ 1164051 w 1202016"/>
              <a:gd name="connsiteY3" fmla="*/ 185691 h 888796"/>
              <a:gd name="connsiteX4" fmla="*/ 989748 w 1202016"/>
              <a:gd name="connsiteY4" fmla="*/ 54225 h 888796"/>
              <a:gd name="connsiteX5" fmla="*/ 451179 w 1202016"/>
              <a:gd name="connsiteY5" fmla="*/ 43253 h 888796"/>
              <a:gd name="connsiteX6" fmla="*/ 9316 w 1202016"/>
              <a:gd name="connsiteY6" fmla="*/ 604343 h 888796"/>
              <a:gd name="connsiteX7" fmla="*/ 537987 w 1202016"/>
              <a:gd name="connsiteY7" fmla="*/ 767004 h 888796"/>
              <a:gd name="connsiteX8" fmla="*/ 618871 w 1202016"/>
              <a:gd name="connsiteY8" fmla="*/ 888796 h 888796"/>
              <a:gd name="connsiteX0" fmla="*/ 618871 w 1202016"/>
              <a:gd name="connsiteY0" fmla="*/ 888796 h 888796"/>
              <a:gd name="connsiteX1" fmla="*/ 811276 w 1202016"/>
              <a:gd name="connsiteY1" fmla="*/ 809525 h 888796"/>
              <a:gd name="connsiteX2" fmla="*/ 1170082 w 1202016"/>
              <a:gd name="connsiteY2" fmla="*/ 646099 h 888796"/>
              <a:gd name="connsiteX3" fmla="*/ 1164051 w 1202016"/>
              <a:gd name="connsiteY3" fmla="*/ 185691 h 888796"/>
              <a:gd name="connsiteX4" fmla="*/ 989748 w 1202016"/>
              <a:gd name="connsiteY4" fmla="*/ 54225 h 888796"/>
              <a:gd name="connsiteX5" fmla="*/ 451179 w 1202016"/>
              <a:gd name="connsiteY5" fmla="*/ 43253 h 888796"/>
              <a:gd name="connsiteX6" fmla="*/ 9316 w 1202016"/>
              <a:gd name="connsiteY6" fmla="*/ 604343 h 888796"/>
              <a:gd name="connsiteX7" fmla="*/ 537987 w 1202016"/>
              <a:gd name="connsiteY7" fmla="*/ 767004 h 888796"/>
              <a:gd name="connsiteX8" fmla="*/ 618871 w 1202016"/>
              <a:gd name="connsiteY8" fmla="*/ 888796 h 888796"/>
              <a:gd name="connsiteX0" fmla="*/ 620039 w 1203184"/>
              <a:gd name="connsiteY0" fmla="*/ 874240 h 874240"/>
              <a:gd name="connsiteX1" fmla="*/ 812444 w 1203184"/>
              <a:gd name="connsiteY1" fmla="*/ 794969 h 874240"/>
              <a:gd name="connsiteX2" fmla="*/ 1171250 w 1203184"/>
              <a:gd name="connsiteY2" fmla="*/ 631543 h 874240"/>
              <a:gd name="connsiteX3" fmla="*/ 1165219 w 1203184"/>
              <a:gd name="connsiteY3" fmla="*/ 171135 h 874240"/>
              <a:gd name="connsiteX4" fmla="*/ 990916 w 1203184"/>
              <a:gd name="connsiteY4" fmla="*/ 39669 h 874240"/>
              <a:gd name="connsiteX5" fmla="*/ 406775 w 1203184"/>
              <a:gd name="connsiteY5" fmla="*/ 50168 h 874240"/>
              <a:gd name="connsiteX6" fmla="*/ 10484 w 1203184"/>
              <a:gd name="connsiteY6" fmla="*/ 589787 h 874240"/>
              <a:gd name="connsiteX7" fmla="*/ 539155 w 1203184"/>
              <a:gd name="connsiteY7" fmla="*/ 752448 h 874240"/>
              <a:gd name="connsiteX8" fmla="*/ 620039 w 1203184"/>
              <a:gd name="connsiteY8" fmla="*/ 874240 h 874240"/>
              <a:gd name="connsiteX0" fmla="*/ 620213 w 1203358"/>
              <a:gd name="connsiteY0" fmla="*/ 867642 h 867642"/>
              <a:gd name="connsiteX1" fmla="*/ 812618 w 1203358"/>
              <a:gd name="connsiteY1" fmla="*/ 788371 h 867642"/>
              <a:gd name="connsiteX2" fmla="*/ 1171424 w 1203358"/>
              <a:gd name="connsiteY2" fmla="*/ 624945 h 867642"/>
              <a:gd name="connsiteX3" fmla="*/ 1165393 w 1203358"/>
              <a:gd name="connsiteY3" fmla="*/ 164537 h 867642"/>
              <a:gd name="connsiteX4" fmla="*/ 991090 w 1203358"/>
              <a:gd name="connsiteY4" fmla="*/ 33071 h 867642"/>
              <a:gd name="connsiteX5" fmla="*/ 406949 w 1203358"/>
              <a:gd name="connsiteY5" fmla="*/ 43570 h 867642"/>
              <a:gd name="connsiteX6" fmla="*/ 10658 w 1203358"/>
              <a:gd name="connsiteY6" fmla="*/ 583189 h 867642"/>
              <a:gd name="connsiteX7" fmla="*/ 539329 w 1203358"/>
              <a:gd name="connsiteY7" fmla="*/ 745850 h 867642"/>
              <a:gd name="connsiteX8" fmla="*/ 620213 w 1203358"/>
              <a:gd name="connsiteY8" fmla="*/ 867642 h 867642"/>
              <a:gd name="connsiteX0" fmla="*/ 621220 w 1204365"/>
              <a:gd name="connsiteY0" fmla="*/ 864871 h 864871"/>
              <a:gd name="connsiteX1" fmla="*/ 813625 w 1204365"/>
              <a:gd name="connsiteY1" fmla="*/ 785600 h 864871"/>
              <a:gd name="connsiteX2" fmla="*/ 1172431 w 1204365"/>
              <a:gd name="connsiteY2" fmla="*/ 622174 h 864871"/>
              <a:gd name="connsiteX3" fmla="*/ 1166400 w 1204365"/>
              <a:gd name="connsiteY3" fmla="*/ 161766 h 864871"/>
              <a:gd name="connsiteX4" fmla="*/ 992097 w 1204365"/>
              <a:gd name="connsiteY4" fmla="*/ 30300 h 864871"/>
              <a:gd name="connsiteX5" fmla="*/ 407956 w 1204365"/>
              <a:gd name="connsiteY5" fmla="*/ 40799 h 864871"/>
              <a:gd name="connsiteX6" fmla="*/ 11665 w 1204365"/>
              <a:gd name="connsiteY6" fmla="*/ 580418 h 864871"/>
              <a:gd name="connsiteX7" fmla="*/ 540336 w 1204365"/>
              <a:gd name="connsiteY7" fmla="*/ 743079 h 864871"/>
              <a:gd name="connsiteX8" fmla="*/ 621220 w 1204365"/>
              <a:gd name="connsiteY8" fmla="*/ 864871 h 864871"/>
              <a:gd name="connsiteX0" fmla="*/ 619935 w 1204190"/>
              <a:gd name="connsiteY0" fmla="*/ 873669 h 873669"/>
              <a:gd name="connsiteX1" fmla="*/ 812340 w 1204190"/>
              <a:gd name="connsiteY1" fmla="*/ 794398 h 873669"/>
              <a:gd name="connsiteX2" fmla="*/ 1171146 w 1204190"/>
              <a:gd name="connsiteY2" fmla="*/ 630972 h 873669"/>
              <a:gd name="connsiteX3" fmla="*/ 1165115 w 1204190"/>
              <a:gd name="connsiteY3" fmla="*/ 170564 h 873669"/>
              <a:gd name="connsiteX4" fmla="*/ 967884 w 1204190"/>
              <a:gd name="connsiteY4" fmla="*/ 40405 h 873669"/>
              <a:gd name="connsiteX5" fmla="*/ 406671 w 1204190"/>
              <a:gd name="connsiteY5" fmla="*/ 49597 h 873669"/>
              <a:gd name="connsiteX6" fmla="*/ 10380 w 1204190"/>
              <a:gd name="connsiteY6" fmla="*/ 589216 h 873669"/>
              <a:gd name="connsiteX7" fmla="*/ 539051 w 1204190"/>
              <a:gd name="connsiteY7" fmla="*/ 751877 h 873669"/>
              <a:gd name="connsiteX8" fmla="*/ 619935 w 1204190"/>
              <a:gd name="connsiteY8" fmla="*/ 873669 h 873669"/>
              <a:gd name="connsiteX0" fmla="*/ 628446 w 1212701"/>
              <a:gd name="connsiteY0" fmla="*/ 842371 h 842371"/>
              <a:gd name="connsiteX1" fmla="*/ 820851 w 1212701"/>
              <a:gd name="connsiteY1" fmla="*/ 763100 h 842371"/>
              <a:gd name="connsiteX2" fmla="*/ 1179657 w 1212701"/>
              <a:gd name="connsiteY2" fmla="*/ 599674 h 842371"/>
              <a:gd name="connsiteX3" fmla="*/ 1173626 w 1212701"/>
              <a:gd name="connsiteY3" fmla="*/ 139266 h 842371"/>
              <a:gd name="connsiteX4" fmla="*/ 976395 w 1212701"/>
              <a:gd name="connsiteY4" fmla="*/ 9107 h 842371"/>
              <a:gd name="connsiteX5" fmla="*/ 246714 w 1212701"/>
              <a:gd name="connsiteY5" fmla="*/ 97247 h 842371"/>
              <a:gd name="connsiteX6" fmla="*/ 18891 w 1212701"/>
              <a:gd name="connsiteY6" fmla="*/ 557918 h 842371"/>
              <a:gd name="connsiteX7" fmla="*/ 547562 w 1212701"/>
              <a:gd name="connsiteY7" fmla="*/ 720579 h 842371"/>
              <a:gd name="connsiteX8" fmla="*/ 628446 w 1212701"/>
              <a:gd name="connsiteY8" fmla="*/ 842371 h 842371"/>
              <a:gd name="connsiteX0" fmla="*/ 628446 w 1211895"/>
              <a:gd name="connsiteY0" fmla="*/ 842371 h 842371"/>
              <a:gd name="connsiteX1" fmla="*/ 820851 w 1211895"/>
              <a:gd name="connsiteY1" fmla="*/ 763100 h 842371"/>
              <a:gd name="connsiteX2" fmla="*/ 1178477 w 1211895"/>
              <a:gd name="connsiteY2" fmla="*/ 606951 h 842371"/>
              <a:gd name="connsiteX3" fmla="*/ 1173626 w 1211895"/>
              <a:gd name="connsiteY3" fmla="*/ 139266 h 842371"/>
              <a:gd name="connsiteX4" fmla="*/ 976395 w 1211895"/>
              <a:gd name="connsiteY4" fmla="*/ 9107 h 842371"/>
              <a:gd name="connsiteX5" fmla="*/ 246714 w 1211895"/>
              <a:gd name="connsiteY5" fmla="*/ 97247 h 842371"/>
              <a:gd name="connsiteX6" fmla="*/ 18891 w 1211895"/>
              <a:gd name="connsiteY6" fmla="*/ 557918 h 842371"/>
              <a:gd name="connsiteX7" fmla="*/ 547562 w 1211895"/>
              <a:gd name="connsiteY7" fmla="*/ 720579 h 842371"/>
              <a:gd name="connsiteX8" fmla="*/ 628446 w 1211895"/>
              <a:gd name="connsiteY8" fmla="*/ 842371 h 842371"/>
              <a:gd name="connsiteX0" fmla="*/ 628446 w 1218918"/>
              <a:gd name="connsiteY0" fmla="*/ 842371 h 842371"/>
              <a:gd name="connsiteX1" fmla="*/ 820851 w 1218918"/>
              <a:gd name="connsiteY1" fmla="*/ 763100 h 842371"/>
              <a:gd name="connsiteX2" fmla="*/ 1178477 w 1218918"/>
              <a:gd name="connsiteY2" fmla="*/ 606951 h 842371"/>
              <a:gd name="connsiteX3" fmla="*/ 1173626 w 1218918"/>
              <a:gd name="connsiteY3" fmla="*/ 139266 h 842371"/>
              <a:gd name="connsiteX4" fmla="*/ 976395 w 1218918"/>
              <a:gd name="connsiteY4" fmla="*/ 9107 h 842371"/>
              <a:gd name="connsiteX5" fmla="*/ 246714 w 1218918"/>
              <a:gd name="connsiteY5" fmla="*/ 97247 h 842371"/>
              <a:gd name="connsiteX6" fmla="*/ 18891 w 1218918"/>
              <a:gd name="connsiteY6" fmla="*/ 557918 h 842371"/>
              <a:gd name="connsiteX7" fmla="*/ 547562 w 1218918"/>
              <a:gd name="connsiteY7" fmla="*/ 720579 h 842371"/>
              <a:gd name="connsiteX8" fmla="*/ 628446 w 1218918"/>
              <a:gd name="connsiteY8" fmla="*/ 842371 h 842371"/>
              <a:gd name="connsiteX0" fmla="*/ 628446 w 1223727"/>
              <a:gd name="connsiteY0" fmla="*/ 842371 h 842371"/>
              <a:gd name="connsiteX1" fmla="*/ 820851 w 1223727"/>
              <a:gd name="connsiteY1" fmla="*/ 763100 h 842371"/>
              <a:gd name="connsiteX2" fmla="*/ 1178477 w 1223727"/>
              <a:gd name="connsiteY2" fmla="*/ 606951 h 842371"/>
              <a:gd name="connsiteX3" fmla="*/ 1173626 w 1223727"/>
              <a:gd name="connsiteY3" fmla="*/ 139266 h 842371"/>
              <a:gd name="connsiteX4" fmla="*/ 976395 w 1223727"/>
              <a:gd name="connsiteY4" fmla="*/ 9107 h 842371"/>
              <a:gd name="connsiteX5" fmla="*/ 246714 w 1223727"/>
              <a:gd name="connsiteY5" fmla="*/ 97247 h 842371"/>
              <a:gd name="connsiteX6" fmla="*/ 18891 w 1223727"/>
              <a:gd name="connsiteY6" fmla="*/ 557918 h 842371"/>
              <a:gd name="connsiteX7" fmla="*/ 547562 w 1223727"/>
              <a:gd name="connsiteY7" fmla="*/ 720579 h 842371"/>
              <a:gd name="connsiteX8" fmla="*/ 628446 w 1223727"/>
              <a:gd name="connsiteY8" fmla="*/ 842371 h 842371"/>
              <a:gd name="connsiteX0" fmla="*/ 628446 w 1232687"/>
              <a:gd name="connsiteY0" fmla="*/ 842371 h 842371"/>
              <a:gd name="connsiteX1" fmla="*/ 820851 w 1232687"/>
              <a:gd name="connsiteY1" fmla="*/ 763100 h 842371"/>
              <a:gd name="connsiteX2" fmla="*/ 1178477 w 1232687"/>
              <a:gd name="connsiteY2" fmla="*/ 606951 h 842371"/>
              <a:gd name="connsiteX3" fmla="*/ 1188606 w 1232687"/>
              <a:gd name="connsiteY3" fmla="*/ 158133 h 842371"/>
              <a:gd name="connsiteX4" fmla="*/ 976395 w 1232687"/>
              <a:gd name="connsiteY4" fmla="*/ 9107 h 842371"/>
              <a:gd name="connsiteX5" fmla="*/ 246714 w 1232687"/>
              <a:gd name="connsiteY5" fmla="*/ 97247 h 842371"/>
              <a:gd name="connsiteX6" fmla="*/ 18891 w 1232687"/>
              <a:gd name="connsiteY6" fmla="*/ 557918 h 842371"/>
              <a:gd name="connsiteX7" fmla="*/ 547562 w 1232687"/>
              <a:gd name="connsiteY7" fmla="*/ 720579 h 842371"/>
              <a:gd name="connsiteX8" fmla="*/ 628446 w 1232687"/>
              <a:gd name="connsiteY8" fmla="*/ 842371 h 842371"/>
              <a:gd name="connsiteX0" fmla="*/ 628446 w 1238631"/>
              <a:gd name="connsiteY0" fmla="*/ 842371 h 842371"/>
              <a:gd name="connsiteX1" fmla="*/ 820851 w 1238631"/>
              <a:gd name="connsiteY1" fmla="*/ 763100 h 842371"/>
              <a:gd name="connsiteX2" fmla="*/ 1178477 w 1238631"/>
              <a:gd name="connsiteY2" fmla="*/ 606951 h 842371"/>
              <a:gd name="connsiteX3" fmla="*/ 1197715 w 1238631"/>
              <a:gd name="connsiteY3" fmla="*/ 163763 h 842371"/>
              <a:gd name="connsiteX4" fmla="*/ 976395 w 1238631"/>
              <a:gd name="connsiteY4" fmla="*/ 9107 h 842371"/>
              <a:gd name="connsiteX5" fmla="*/ 246714 w 1238631"/>
              <a:gd name="connsiteY5" fmla="*/ 97247 h 842371"/>
              <a:gd name="connsiteX6" fmla="*/ 18891 w 1238631"/>
              <a:gd name="connsiteY6" fmla="*/ 557918 h 842371"/>
              <a:gd name="connsiteX7" fmla="*/ 547562 w 1238631"/>
              <a:gd name="connsiteY7" fmla="*/ 720579 h 842371"/>
              <a:gd name="connsiteX8" fmla="*/ 628446 w 1238631"/>
              <a:gd name="connsiteY8" fmla="*/ 842371 h 842371"/>
              <a:gd name="connsiteX0" fmla="*/ 632386 w 1242571"/>
              <a:gd name="connsiteY0" fmla="*/ 846766 h 846766"/>
              <a:gd name="connsiteX1" fmla="*/ 824791 w 1242571"/>
              <a:gd name="connsiteY1" fmla="*/ 767495 h 846766"/>
              <a:gd name="connsiteX2" fmla="*/ 1182417 w 1242571"/>
              <a:gd name="connsiteY2" fmla="*/ 611346 h 846766"/>
              <a:gd name="connsiteX3" fmla="*/ 1201655 w 1242571"/>
              <a:gd name="connsiteY3" fmla="*/ 168158 h 846766"/>
              <a:gd name="connsiteX4" fmla="*/ 980335 w 1242571"/>
              <a:gd name="connsiteY4" fmla="*/ 13502 h 846766"/>
              <a:gd name="connsiteX5" fmla="*/ 250654 w 1242571"/>
              <a:gd name="connsiteY5" fmla="*/ 101642 h 846766"/>
              <a:gd name="connsiteX6" fmla="*/ 22831 w 1242571"/>
              <a:gd name="connsiteY6" fmla="*/ 562313 h 846766"/>
              <a:gd name="connsiteX7" fmla="*/ 551502 w 1242571"/>
              <a:gd name="connsiteY7" fmla="*/ 724974 h 846766"/>
              <a:gd name="connsiteX8" fmla="*/ 632386 w 1242571"/>
              <a:gd name="connsiteY8" fmla="*/ 846766 h 846766"/>
              <a:gd name="connsiteX0" fmla="*/ 633056 w 1243241"/>
              <a:gd name="connsiteY0" fmla="*/ 846832 h 846832"/>
              <a:gd name="connsiteX1" fmla="*/ 825461 w 1243241"/>
              <a:gd name="connsiteY1" fmla="*/ 767561 h 846832"/>
              <a:gd name="connsiteX2" fmla="*/ 1183087 w 1243241"/>
              <a:gd name="connsiteY2" fmla="*/ 611412 h 846832"/>
              <a:gd name="connsiteX3" fmla="*/ 1202325 w 1243241"/>
              <a:gd name="connsiteY3" fmla="*/ 168224 h 846832"/>
              <a:gd name="connsiteX4" fmla="*/ 981005 w 1243241"/>
              <a:gd name="connsiteY4" fmla="*/ 13568 h 846832"/>
              <a:gd name="connsiteX5" fmla="*/ 245994 w 1243241"/>
              <a:gd name="connsiteY5" fmla="*/ 86692 h 846832"/>
              <a:gd name="connsiteX6" fmla="*/ 23501 w 1243241"/>
              <a:gd name="connsiteY6" fmla="*/ 562379 h 846832"/>
              <a:gd name="connsiteX7" fmla="*/ 552172 w 1243241"/>
              <a:gd name="connsiteY7" fmla="*/ 725040 h 846832"/>
              <a:gd name="connsiteX8" fmla="*/ 633056 w 1243241"/>
              <a:gd name="connsiteY8" fmla="*/ 846832 h 846832"/>
              <a:gd name="connsiteX0" fmla="*/ 633056 w 1243241"/>
              <a:gd name="connsiteY0" fmla="*/ 848503 h 848503"/>
              <a:gd name="connsiteX1" fmla="*/ 825461 w 1243241"/>
              <a:gd name="connsiteY1" fmla="*/ 769232 h 848503"/>
              <a:gd name="connsiteX2" fmla="*/ 1183087 w 1243241"/>
              <a:gd name="connsiteY2" fmla="*/ 613083 h 848503"/>
              <a:gd name="connsiteX3" fmla="*/ 1202325 w 1243241"/>
              <a:gd name="connsiteY3" fmla="*/ 169895 h 848503"/>
              <a:gd name="connsiteX4" fmla="*/ 981005 w 1243241"/>
              <a:gd name="connsiteY4" fmla="*/ 15239 h 848503"/>
              <a:gd name="connsiteX5" fmla="*/ 245994 w 1243241"/>
              <a:gd name="connsiteY5" fmla="*/ 88363 h 848503"/>
              <a:gd name="connsiteX6" fmla="*/ 23501 w 1243241"/>
              <a:gd name="connsiteY6" fmla="*/ 564050 h 848503"/>
              <a:gd name="connsiteX7" fmla="*/ 552172 w 1243241"/>
              <a:gd name="connsiteY7" fmla="*/ 726711 h 848503"/>
              <a:gd name="connsiteX8" fmla="*/ 633056 w 1243241"/>
              <a:gd name="connsiteY8" fmla="*/ 848503 h 848503"/>
              <a:gd name="connsiteX0" fmla="*/ 633056 w 1243241"/>
              <a:gd name="connsiteY0" fmla="*/ 852489 h 852489"/>
              <a:gd name="connsiteX1" fmla="*/ 825461 w 1243241"/>
              <a:gd name="connsiteY1" fmla="*/ 773218 h 852489"/>
              <a:gd name="connsiteX2" fmla="*/ 1183087 w 1243241"/>
              <a:gd name="connsiteY2" fmla="*/ 617069 h 852489"/>
              <a:gd name="connsiteX3" fmla="*/ 1202325 w 1243241"/>
              <a:gd name="connsiteY3" fmla="*/ 173881 h 852489"/>
              <a:gd name="connsiteX4" fmla="*/ 981005 w 1243241"/>
              <a:gd name="connsiteY4" fmla="*/ 19225 h 852489"/>
              <a:gd name="connsiteX5" fmla="*/ 245994 w 1243241"/>
              <a:gd name="connsiteY5" fmla="*/ 92349 h 852489"/>
              <a:gd name="connsiteX6" fmla="*/ 23501 w 1243241"/>
              <a:gd name="connsiteY6" fmla="*/ 568036 h 852489"/>
              <a:gd name="connsiteX7" fmla="*/ 552172 w 1243241"/>
              <a:gd name="connsiteY7" fmla="*/ 730697 h 852489"/>
              <a:gd name="connsiteX8" fmla="*/ 633056 w 1243241"/>
              <a:gd name="connsiteY8" fmla="*/ 852489 h 852489"/>
              <a:gd name="connsiteX0" fmla="*/ 633056 w 1238870"/>
              <a:gd name="connsiteY0" fmla="*/ 852489 h 852489"/>
              <a:gd name="connsiteX1" fmla="*/ 825461 w 1238870"/>
              <a:gd name="connsiteY1" fmla="*/ 773218 h 852489"/>
              <a:gd name="connsiteX2" fmla="*/ 1183087 w 1238870"/>
              <a:gd name="connsiteY2" fmla="*/ 617069 h 852489"/>
              <a:gd name="connsiteX3" fmla="*/ 1202325 w 1238870"/>
              <a:gd name="connsiteY3" fmla="*/ 173881 h 852489"/>
              <a:gd name="connsiteX4" fmla="*/ 981005 w 1238870"/>
              <a:gd name="connsiteY4" fmla="*/ 19225 h 852489"/>
              <a:gd name="connsiteX5" fmla="*/ 245994 w 1238870"/>
              <a:gd name="connsiteY5" fmla="*/ 92349 h 852489"/>
              <a:gd name="connsiteX6" fmla="*/ 23501 w 1238870"/>
              <a:gd name="connsiteY6" fmla="*/ 568036 h 852489"/>
              <a:gd name="connsiteX7" fmla="*/ 552172 w 1238870"/>
              <a:gd name="connsiteY7" fmla="*/ 730697 h 852489"/>
              <a:gd name="connsiteX8" fmla="*/ 633056 w 1238870"/>
              <a:gd name="connsiteY8" fmla="*/ 852489 h 852489"/>
              <a:gd name="connsiteX0" fmla="*/ 633056 w 1237972"/>
              <a:gd name="connsiteY0" fmla="*/ 852489 h 852489"/>
              <a:gd name="connsiteX1" fmla="*/ 825461 w 1237972"/>
              <a:gd name="connsiteY1" fmla="*/ 773218 h 852489"/>
              <a:gd name="connsiteX2" fmla="*/ 1183087 w 1237972"/>
              <a:gd name="connsiteY2" fmla="*/ 617069 h 852489"/>
              <a:gd name="connsiteX3" fmla="*/ 1202325 w 1237972"/>
              <a:gd name="connsiteY3" fmla="*/ 173881 h 852489"/>
              <a:gd name="connsiteX4" fmla="*/ 981005 w 1237972"/>
              <a:gd name="connsiteY4" fmla="*/ 19225 h 852489"/>
              <a:gd name="connsiteX5" fmla="*/ 245994 w 1237972"/>
              <a:gd name="connsiteY5" fmla="*/ 92349 h 852489"/>
              <a:gd name="connsiteX6" fmla="*/ 23501 w 1237972"/>
              <a:gd name="connsiteY6" fmla="*/ 568036 h 852489"/>
              <a:gd name="connsiteX7" fmla="*/ 552172 w 1237972"/>
              <a:gd name="connsiteY7" fmla="*/ 730697 h 852489"/>
              <a:gd name="connsiteX8" fmla="*/ 633056 w 1237972"/>
              <a:gd name="connsiteY8" fmla="*/ 852489 h 852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37972" h="852489">
                <a:moveTo>
                  <a:pt x="633056" y="852489"/>
                </a:moveTo>
                <a:cubicBezTo>
                  <a:pt x="716495" y="841059"/>
                  <a:pt x="733789" y="812455"/>
                  <a:pt x="825461" y="773218"/>
                </a:cubicBezTo>
                <a:cubicBezTo>
                  <a:pt x="917133" y="733981"/>
                  <a:pt x="1120276" y="716959"/>
                  <a:pt x="1183087" y="617069"/>
                </a:cubicBezTo>
                <a:cubicBezTo>
                  <a:pt x="1245898" y="517180"/>
                  <a:pt x="1258148" y="283568"/>
                  <a:pt x="1202325" y="173881"/>
                </a:cubicBezTo>
                <a:cubicBezTo>
                  <a:pt x="1146502" y="64194"/>
                  <a:pt x="1083676" y="36572"/>
                  <a:pt x="981005" y="19225"/>
                </a:cubicBezTo>
                <a:cubicBezTo>
                  <a:pt x="823274" y="-7425"/>
                  <a:pt x="446352" y="-23746"/>
                  <a:pt x="245994" y="92349"/>
                </a:cubicBezTo>
                <a:cubicBezTo>
                  <a:pt x="45636" y="208444"/>
                  <a:pt x="-47145" y="246094"/>
                  <a:pt x="23501" y="568036"/>
                </a:cubicBezTo>
                <a:cubicBezTo>
                  <a:pt x="51046" y="756743"/>
                  <a:pt x="510357" y="722029"/>
                  <a:pt x="552172" y="730697"/>
                </a:cubicBezTo>
                <a:cubicBezTo>
                  <a:pt x="733623" y="767368"/>
                  <a:pt x="633056" y="852489"/>
                  <a:pt x="633056" y="852489"/>
                </a:cubicBezTo>
                <a:close/>
              </a:path>
            </a:pathLst>
          </a:custGeom>
          <a:solidFill>
            <a:schemeClr val="bg1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415F49B-3CBC-46CF-AFB5-988852D0479E}"/>
              </a:ext>
            </a:extLst>
          </p:cNvPr>
          <p:cNvSpPr/>
          <p:nvPr/>
        </p:nvSpPr>
        <p:spPr>
          <a:xfrm rot="21133683" flipH="1">
            <a:off x="1010574" y="456230"/>
            <a:ext cx="9378187" cy="5238589"/>
          </a:xfrm>
          <a:custGeom>
            <a:avLst/>
            <a:gdLst>
              <a:gd name="connsiteX0" fmla="*/ 628580 w 1248448"/>
              <a:gd name="connsiteY0" fmla="*/ 873029 h 873038"/>
              <a:gd name="connsiteX1" fmla="*/ 820985 w 1248448"/>
              <a:gd name="connsiteY1" fmla="*/ 803115 h 873038"/>
              <a:gd name="connsiteX2" fmla="*/ 1179791 w 1248448"/>
              <a:gd name="connsiteY2" fmla="*/ 630332 h 873038"/>
              <a:gd name="connsiteX3" fmla="*/ 1178744 w 1248448"/>
              <a:gd name="connsiteY3" fmla="*/ 192753 h 873038"/>
              <a:gd name="connsiteX4" fmla="*/ 459416 w 1248448"/>
              <a:gd name="connsiteY4" fmla="*/ 32447 h 873038"/>
              <a:gd name="connsiteX5" fmla="*/ 7264 w 1248448"/>
              <a:gd name="connsiteY5" fmla="*/ 595184 h 873038"/>
              <a:gd name="connsiteX6" fmla="*/ 545617 w 1248448"/>
              <a:gd name="connsiteY6" fmla="*/ 737202 h 873038"/>
              <a:gd name="connsiteX7" fmla="*/ 628580 w 1248448"/>
              <a:gd name="connsiteY7" fmla="*/ 873029 h 873038"/>
              <a:gd name="connsiteX0" fmla="*/ 628618 w 1248446"/>
              <a:gd name="connsiteY0" fmla="*/ 873038 h 873038"/>
              <a:gd name="connsiteX1" fmla="*/ 821023 w 1248446"/>
              <a:gd name="connsiteY1" fmla="*/ 803124 h 873038"/>
              <a:gd name="connsiteX2" fmla="*/ 1179829 w 1248446"/>
              <a:gd name="connsiteY2" fmla="*/ 630341 h 873038"/>
              <a:gd name="connsiteX3" fmla="*/ 1178782 w 1248446"/>
              <a:gd name="connsiteY3" fmla="*/ 192762 h 873038"/>
              <a:gd name="connsiteX4" fmla="*/ 459454 w 1248446"/>
              <a:gd name="connsiteY4" fmla="*/ 32456 h 873038"/>
              <a:gd name="connsiteX5" fmla="*/ 7302 w 1248446"/>
              <a:gd name="connsiteY5" fmla="*/ 595193 h 873038"/>
              <a:gd name="connsiteX6" fmla="*/ 547734 w 1248446"/>
              <a:gd name="connsiteY6" fmla="*/ 751246 h 873038"/>
              <a:gd name="connsiteX7" fmla="*/ 628618 w 1248446"/>
              <a:gd name="connsiteY7" fmla="*/ 873038 h 873038"/>
              <a:gd name="connsiteX0" fmla="*/ 635867 w 1255695"/>
              <a:gd name="connsiteY0" fmla="*/ 873038 h 873038"/>
              <a:gd name="connsiteX1" fmla="*/ 828272 w 1255695"/>
              <a:gd name="connsiteY1" fmla="*/ 803124 h 873038"/>
              <a:gd name="connsiteX2" fmla="*/ 1187078 w 1255695"/>
              <a:gd name="connsiteY2" fmla="*/ 630341 h 873038"/>
              <a:gd name="connsiteX3" fmla="*/ 1186031 w 1255695"/>
              <a:gd name="connsiteY3" fmla="*/ 192762 h 873038"/>
              <a:gd name="connsiteX4" fmla="*/ 466703 w 1255695"/>
              <a:gd name="connsiteY4" fmla="*/ 32456 h 873038"/>
              <a:gd name="connsiteX5" fmla="*/ 14551 w 1255695"/>
              <a:gd name="connsiteY5" fmla="*/ 595193 h 873038"/>
              <a:gd name="connsiteX6" fmla="*/ 554983 w 1255695"/>
              <a:gd name="connsiteY6" fmla="*/ 751246 h 873038"/>
              <a:gd name="connsiteX7" fmla="*/ 635867 w 1255695"/>
              <a:gd name="connsiteY7" fmla="*/ 873038 h 873038"/>
              <a:gd name="connsiteX0" fmla="*/ 635867 w 1255695"/>
              <a:gd name="connsiteY0" fmla="*/ 873038 h 873038"/>
              <a:gd name="connsiteX1" fmla="*/ 828272 w 1255695"/>
              <a:gd name="connsiteY1" fmla="*/ 803124 h 873038"/>
              <a:gd name="connsiteX2" fmla="*/ 1187078 w 1255695"/>
              <a:gd name="connsiteY2" fmla="*/ 630341 h 873038"/>
              <a:gd name="connsiteX3" fmla="*/ 1186031 w 1255695"/>
              <a:gd name="connsiteY3" fmla="*/ 192762 h 873038"/>
              <a:gd name="connsiteX4" fmla="*/ 466703 w 1255695"/>
              <a:gd name="connsiteY4" fmla="*/ 32456 h 873038"/>
              <a:gd name="connsiteX5" fmla="*/ 14551 w 1255695"/>
              <a:gd name="connsiteY5" fmla="*/ 595193 h 873038"/>
              <a:gd name="connsiteX6" fmla="*/ 554983 w 1255695"/>
              <a:gd name="connsiteY6" fmla="*/ 751246 h 873038"/>
              <a:gd name="connsiteX7" fmla="*/ 635867 w 1255695"/>
              <a:gd name="connsiteY7" fmla="*/ 873038 h 873038"/>
              <a:gd name="connsiteX0" fmla="*/ 635867 w 1249939"/>
              <a:gd name="connsiteY0" fmla="*/ 873038 h 873038"/>
              <a:gd name="connsiteX1" fmla="*/ 828272 w 1249939"/>
              <a:gd name="connsiteY1" fmla="*/ 793767 h 873038"/>
              <a:gd name="connsiteX2" fmla="*/ 1187078 w 1249939"/>
              <a:gd name="connsiteY2" fmla="*/ 630341 h 873038"/>
              <a:gd name="connsiteX3" fmla="*/ 1186031 w 1249939"/>
              <a:gd name="connsiteY3" fmla="*/ 192762 h 873038"/>
              <a:gd name="connsiteX4" fmla="*/ 466703 w 1249939"/>
              <a:gd name="connsiteY4" fmla="*/ 32456 h 873038"/>
              <a:gd name="connsiteX5" fmla="*/ 14551 w 1249939"/>
              <a:gd name="connsiteY5" fmla="*/ 595193 h 873038"/>
              <a:gd name="connsiteX6" fmla="*/ 554983 w 1249939"/>
              <a:gd name="connsiteY6" fmla="*/ 751246 h 873038"/>
              <a:gd name="connsiteX7" fmla="*/ 635867 w 1249939"/>
              <a:gd name="connsiteY7" fmla="*/ 873038 h 873038"/>
              <a:gd name="connsiteX0" fmla="*/ 615218 w 1229290"/>
              <a:gd name="connsiteY0" fmla="*/ 861281 h 861281"/>
              <a:gd name="connsiteX1" fmla="*/ 807623 w 1229290"/>
              <a:gd name="connsiteY1" fmla="*/ 782010 h 861281"/>
              <a:gd name="connsiteX2" fmla="*/ 1166429 w 1229290"/>
              <a:gd name="connsiteY2" fmla="*/ 618584 h 861281"/>
              <a:gd name="connsiteX3" fmla="*/ 1165382 w 1229290"/>
              <a:gd name="connsiteY3" fmla="*/ 181005 h 861281"/>
              <a:gd name="connsiteX4" fmla="*/ 446054 w 1229290"/>
              <a:gd name="connsiteY4" fmla="*/ 20699 h 861281"/>
              <a:gd name="connsiteX5" fmla="*/ 5663 w 1229290"/>
              <a:gd name="connsiteY5" fmla="*/ 576828 h 861281"/>
              <a:gd name="connsiteX6" fmla="*/ 534334 w 1229290"/>
              <a:gd name="connsiteY6" fmla="*/ 739489 h 861281"/>
              <a:gd name="connsiteX7" fmla="*/ 615218 w 1229290"/>
              <a:gd name="connsiteY7" fmla="*/ 861281 h 861281"/>
              <a:gd name="connsiteX0" fmla="*/ 619617 w 1233689"/>
              <a:gd name="connsiteY0" fmla="*/ 861281 h 861281"/>
              <a:gd name="connsiteX1" fmla="*/ 812022 w 1233689"/>
              <a:gd name="connsiteY1" fmla="*/ 782010 h 861281"/>
              <a:gd name="connsiteX2" fmla="*/ 1170828 w 1233689"/>
              <a:gd name="connsiteY2" fmla="*/ 618584 h 861281"/>
              <a:gd name="connsiteX3" fmla="*/ 1169781 w 1233689"/>
              <a:gd name="connsiteY3" fmla="*/ 181005 h 861281"/>
              <a:gd name="connsiteX4" fmla="*/ 450453 w 1233689"/>
              <a:gd name="connsiteY4" fmla="*/ 20699 h 861281"/>
              <a:gd name="connsiteX5" fmla="*/ 10062 w 1233689"/>
              <a:gd name="connsiteY5" fmla="*/ 576828 h 861281"/>
              <a:gd name="connsiteX6" fmla="*/ 538733 w 1233689"/>
              <a:gd name="connsiteY6" fmla="*/ 739489 h 861281"/>
              <a:gd name="connsiteX7" fmla="*/ 619617 w 1233689"/>
              <a:gd name="connsiteY7" fmla="*/ 861281 h 861281"/>
              <a:gd name="connsiteX0" fmla="*/ 619579 w 1239236"/>
              <a:gd name="connsiteY0" fmla="*/ 863398 h 863398"/>
              <a:gd name="connsiteX1" fmla="*/ 811984 w 1239236"/>
              <a:gd name="connsiteY1" fmla="*/ 784127 h 863398"/>
              <a:gd name="connsiteX2" fmla="*/ 1170790 w 1239236"/>
              <a:gd name="connsiteY2" fmla="*/ 620701 h 863398"/>
              <a:gd name="connsiteX3" fmla="*/ 1169743 w 1239236"/>
              <a:gd name="connsiteY3" fmla="*/ 183122 h 863398"/>
              <a:gd name="connsiteX4" fmla="*/ 451887 w 1239236"/>
              <a:gd name="connsiteY4" fmla="*/ 17855 h 863398"/>
              <a:gd name="connsiteX5" fmla="*/ 10024 w 1239236"/>
              <a:gd name="connsiteY5" fmla="*/ 578945 h 863398"/>
              <a:gd name="connsiteX6" fmla="*/ 538695 w 1239236"/>
              <a:gd name="connsiteY6" fmla="*/ 741606 h 863398"/>
              <a:gd name="connsiteX7" fmla="*/ 619579 w 1239236"/>
              <a:gd name="connsiteY7" fmla="*/ 863398 h 863398"/>
              <a:gd name="connsiteX0" fmla="*/ 623569 w 1243226"/>
              <a:gd name="connsiteY0" fmla="*/ 870437 h 870437"/>
              <a:gd name="connsiteX1" fmla="*/ 815974 w 1243226"/>
              <a:gd name="connsiteY1" fmla="*/ 791166 h 870437"/>
              <a:gd name="connsiteX2" fmla="*/ 1174780 w 1243226"/>
              <a:gd name="connsiteY2" fmla="*/ 627740 h 870437"/>
              <a:gd name="connsiteX3" fmla="*/ 1173733 w 1243226"/>
              <a:gd name="connsiteY3" fmla="*/ 190161 h 870437"/>
              <a:gd name="connsiteX4" fmla="*/ 455877 w 1243226"/>
              <a:gd name="connsiteY4" fmla="*/ 24894 h 870437"/>
              <a:gd name="connsiteX5" fmla="*/ 14014 w 1243226"/>
              <a:gd name="connsiteY5" fmla="*/ 585984 h 870437"/>
              <a:gd name="connsiteX6" fmla="*/ 542685 w 1243226"/>
              <a:gd name="connsiteY6" fmla="*/ 748645 h 870437"/>
              <a:gd name="connsiteX7" fmla="*/ 623569 w 1243226"/>
              <a:gd name="connsiteY7" fmla="*/ 870437 h 870437"/>
              <a:gd name="connsiteX0" fmla="*/ 624861 w 1244518"/>
              <a:gd name="connsiteY0" fmla="*/ 869274 h 869274"/>
              <a:gd name="connsiteX1" fmla="*/ 817266 w 1244518"/>
              <a:gd name="connsiteY1" fmla="*/ 790003 h 869274"/>
              <a:gd name="connsiteX2" fmla="*/ 1176072 w 1244518"/>
              <a:gd name="connsiteY2" fmla="*/ 626577 h 869274"/>
              <a:gd name="connsiteX3" fmla="*/ 1175025 w 1244518"/>
              <a:gd name="connsiteY3" fmla="*/ 188998 h 869274"/>
              <a:gd name="connsiteX4" fmla="*/ 457169 w 1244518"/>
              <a:gd name="connsiteY4" fmla="*/ 23731 h 869274"/>
              <a:gd name="connsiteX5" fmla="*/ 15306 w 1244518"/>
              <a:gd name="connsiteY5" fmla="*/ 584821 h 869274"/>
              <a:gd name="connsiteX6" fmla="*/ 543977 w 1244518"/>
              <a:gd name="connsiteY6" fmla="*/ 747482 h 869274"/>
              <a:gd name="connsiteX7" fmla="*/ 624861 w 1244518"/>
              <a:gd name="connsiteY7" fmla="*/ 869274 h 869274"/>
              <a:gd name="connsiteX0" fmla="*/ 619558 w 1235941"/>
              <a:gd name="connsiteY0" fmla="*/ 867295 h 867295"/>
              <a:gd name="connsiteX1" fmla="*/ 811963 w 1235941"/>
              <a:gd name="connsiteY1" fmla="*/ 788024 h 867295"/>
              <a:gd name="connsiteX2" fmla="*/ 1170769 w 1235941"/>
              <a:gd name="connsiteY2" fmla="*/ 624598 h 867295"/>
              <a:gd name="connsiteX3" fmla="*/ 1164738 w 1235941"/>
              <a:gd name="connsiteY3" fmla="*/ 164190 h 867295"/>
              <a:gd name="connsiteX4" fmla="*/ 451866 w 1235941"/>
              <a:gd name="connsiteY4" fmla="*/ 21752 h 867295"/>
              <a:gd name="connsiteX5" fmla="*/ 10003 w 1235941"/>
              <a:gd name="connsiteY5" fmla="*/ 582842 h 867295"/>
              <a:gd name="connsiteX6" fmla="*/ 538674 w 1235941"/>
              <a:gd name="connsiteY6" fmla="*/ 745503 h 867295"/>
              <a:gd name="connsiteX7" fmla="*/ 619558 w 1235941"/>
              <a:gd name="connsiteY7" fmla="*/ 867295 h 867295"/>
              <a:gd name="connsiteX0" fmla="*/ 622435 w 1238818"/>
              <a:gd name="connsiteY0" fmla="*/ 868328 h 868328"/>
              <a:gd name="connsiteX1" fmla="*/ 814840 w 1238818"/>
              <a:gd name="connsiteY1" fmla="*/ 789057 h 868328"/>
              <a:gd name="connsiteX2" fmla="*/ 1173646 w 1238818"/>
              <a:gd name="connsiteY2" fmla="*/ 625631 h 868328"/>
              <a:gd name="connsiteX3" fmla="*/ 1167615 w 1238818"/>
              <a:gd name="connsiteY3" fmla="*/ 165223 h 868328"/>
              <a:gd name="connsiteX4" fmla="*/ 454743 w 1238818"/>
              <a:gd name="connsiteY4" fmla="*/ 22785 h 868328"/>
              <a:gd name="connsiteX5" fmla="*/ 12880 w 1238818"/>
              <a:gd name="connsiteY5" fmla="*/ 583875 h 868328"/>
              <a:gd name="connsiteX6" fmla="*/ 541551 w 1238818"/>
              <a:gd name="connsiteY6" fmla="*/ 746536 h 868328"/>
              <a:gd name="connsiteX7" fmla="*/ 622435 w 1238818"/>
              <a:gd name="connsiteY7" fmla="*/ 868328 h 868328"/>
              <a:gd name="connsiteX0" fmla="*/ 618931 w 1201319"/>
              <a:gd name="connsiteY0" fmla="*/ 879992 h 879992"/>
              <a:gd name="connsiteX1" fmla="*/ 811336 w 1201319"/>
              <a:gd name="connsiteY1" fmla="*/ 800721 h 879992"/>
              <a:gd name="connsiteX2" fmla="*/ 1170142 w 1201319"/>
              <a:gd name="connsiteY2" fmla="*/ 637295 h 879992"/>
              <a:gd name="connsiteX3" fmla="*/ 1164111 w 1201319"/>
              <a:gd name="connsiteY3" fmla="*/ 176887 h 879992"/>
              <a:gd name="connsiteX4" fmla="*/ 1005959 w 1201319"/>
              <a:gd name="connsiteY4" fmla="*/ 73552 h 879992"/>
              <a:gd name="connsiteX5" fmla="*/ 451239 w 1201319"/>
              <a:gd name="connsiteY5" fmla="*/ 34449 h 879992"/>
              <a:gd name="connsiteX6" fmla="*/ 9376 w 1201319"/>
              <a:gd name="connsiteY6" fmla="*/ 595539 h 879992"/>
              <a:gd name="connsiteX7" fmla="*/ 538047 w 1201319"/>
              <a:gd name="connsiteY7" fmla="*/ 758200 h 879992"/>
              <a:gd name="connsiteX8" fmla="*/ 618931 w 1201319"/>
              <a:gd name="connsiteY8" fmla="*/ 879992 h 879992"/>
              <a:gd name="connsiteX0" fmla="*/ 618931 w 1214866"/>
              <a:gd name="connsiteY0" fmla="*/ 879992 h 879992"/>
              <a:gd name="connsiteX1" fmla="*/ 811336 w 1214866"/>
              <a:gd name="connsiteY1" fmla="*/ 800721 h 879992"/>
              <a:gd name="connsiteX2" fmla="*/ 1170142 w 1214866"/>
              <a:gd name="connsiteY2" fmla="*/ 637295 h 879992"/>
              <a:gd name="connsiteX3" fmla="*/ 1164111 w 1214866"/>
              <a:gd name="connsiteY3" fmla="*/ 176887 h 879992"/>
              <a:gd name="connsiteX4" fmla="*/ 1005959 w 1214866"/>
              <a:gd name="connsiteY4" fmla="*/ 73552 h 879992"/>
              <a:gd name="connsiteX5" fmla="*/ 451239 w 1214866"/>
              <a:gd name="connsiteY5" fmla="*/ 34449 h 879992"/>
              <a:gd name="connsiteX6" fmla="*/ 9376 w 1214866"/>
              <a:gd name="connsiteY6" fmla="*/ 595539 h 879992"/>
              <a:gd name="connsiteX7" fmla="*/ 538047 w 1214866"/>
              <a:gd name="connsiteY7" fmla="*/ 758200 h 879992"/>
              <a:gd name="connsiteX8" fmla="*/ 618931 w 1214866"/>
              <a:gd name="connsiteY8" fmla="*/ 879992 h 879992"/>
              <a:gd name="connsiteX0" fmla="*/ 618871 w 1202016"/>
              <a:gd name="connsiteY0" fmla="*/ 888796 h 888796"/>
              <a:gd name="connsiteX1" fmla="*/ 811276 w 1202016"/>
              <a:gd name="connsiteY1" fmla="*/ 809525 h 888796"/>
              <a:gd name="connsiteX2" fmla="*/ 1170082 w 1202016"/>
              <a:gd name="connsiteY2" fmla="*/ 646099 h 888796"/>
              <a:gd name="connsiteX3" fmla="*/ 1164051 w 1202016"/>
              <a:gd name="connsiteY3" fmla="*/ 185691 h 888796"/>
              <a:gd name="connsiteX4" fmla="*/ 989748 w 1202016"/>
              <a:gd name="connsiteY4" fmla="*/ 54225 h 888796"/>
              <a:gd name="connsiteX5" fmla="*/ 451179 w 1202016"/>
              <a:gd name="connsiteY5" fmla="*/ 43253 h 888796"/>
              <a:gd name="connsiteX6" fmla="*/ 9316 w 1202016"/>
              <a:gd name="connsiteY6" fmla="*/ 604343 h 888796"/>
              <a:gd name="connsiteX7" fmla="*/ 537987 w 1202016"/>
              <a:gd name="connsiteY7" fmla="*/ 767004 h 888796"/>
              <a:gd name="connsiteX8" fmla="*/ 618871 w 1202016"/>
              <a:gd name="connsiteY8" fmla="*/ 888796 h 888796"/>
              <a:gd name="connsiteX0" fmla="*/ 618871 w 1202016"/>
              <a:gd name="connsiteY0" fmla="*/ 888796 h 888796"/>
              <a:gd name="connsiteX1" fmla="*/ 811276 w 1202016"/>
              <a:gd name="connsiteY1" fmla="*/ 809525 h 888796"/>
              <a:gd name="connsiteX2" fmla="*/ 1170082 w 1202016"/>
              <a:gd name="connsiteY2" fmla="*/ 646099 h 888796"/>
              <a:gd name="connsiteX3" fmla="*/ 1164051 w 1202016"/>
              <a:gd name="connsiteY3" fmla="*/ 185691 h 888796"/>
              <a:gd name="connsiteX4" fmla="*/ 989748 w 1202016"/>
              <a:gd name="connsiteY4" fmla="*/ 54225 h 888796"/>
              <a:gd name="connsiteX5" fmla="*/ 451179 w 1202016"/>
              <a:gd name="connsiteY5" fmla="*/ 43253 h 888796"/>
              <a:gd name="connsiteX6" fmla="*/ 9316 w 1202016"/>
              <a:gd name="connsiteY6" fmla="*/ 604343 h 888796"/>
              <a:gd name="connsiteX7" fmla="*/ 537987 w 1202016"/>
              <a:gd name="connsiteY7" fmla="*/ 767004 h 888796"/>
              <a:gd name="connsiteX8" fmla="*/ 618871 w 1202016"/>
              <a:gd name="connsiteY8" fmla="*/ 888796 h 888796"/>
              <a:gd name="connsiteX0" fmla="*/ 620039 w 1203184"/>
              <a:gd name="connsiteY0" fmla="*/ 874240 h 874240"/>
              <a:gd name="connsiteX1" fmla="*/ 812444 w 1203184"/>
              <a:gd name="connsiteY1" fmla="*/ 794969 h 874240"/>
              <a:gd name="connsiteX2" fmla="*/ 1171250 w 1203184"/>
              <a:gd name="connsiteY2" fmla="*/ 631543 h 874240"/>
              <a:gd name="connsiteX3" fmla="*/ 1165219 w 1203184"/>
              <a:gd name="connsiteY3" fmla="*/ 171135 h 874240"/>
              <a:gd name="connsiteX4" fmla="*/ 990916 w 1203184"/>
              <a:gd name="connsiteY4" fmla="*/ 39669 h 874240"/>
              <a:gd name="connsiteX5" fmla="*/ 406775 w 1203184"/>
              <a:gd name="connsiteY5" fmla="*/ 50168 h 874240"/>
              <a:gd name="connsiteX6" fmla="*/ 10484 w 1203184"/>
              <a:gd name="connsiteY6" fmla="*/ 589787 h 874240"/>
              <a:gd name="connsiteX7" fmla="*/ 539155 w 1203184"/>
              <a:gd name="connsiteY7" fmla="*/ 752448 h 874240"/>
              <a:gd name="connsiteX8" fmla="*/ 620039 w 1203184"/>
              <a:gd name="connsiteY8" fmla="*/ 874240 h 874240"/>
              <a:gd name="connsiteX0" fmla="*/ 620213 w 1203358"/>
              <a:gd name="connsiteY0" fmla="*/ 867642 h 867642"/>
              <a:gd name="connsiteX1" fmla="*/ 812618 w 1203358"/>
              <a:gd name="connsiteY1" fmla="*/ 788371 h 867642"/>
              <a:gd name="connsiteX2" fmla="*/ 1171424 w 1203358"/>
              <a:gd name="connsiteY2" fmla="*/ 624945 h 867642"/>
              <a:gd name="connsiteX3" fmla="*/ 1165393 w 1203358"/>
              <a:gd name="connsiteY3" fmla="*/ 164537 h 867642"/>
              <a:gd name="connsiteX4" fmla="*/ 991090 w 1203358"/>
              <a:gd name="connsiteY4" fmla="*/ 33071 h 867642"/>
              <a:gd name="connsiteX5" fmla="*/ 406949 w 1203358"/>
              <a:gd name="connsiteY5" fmla="*/ 43570 h 867642"/>
              <a:gd name="connsiteX6" fmla="*/ 10658 w 1203358"/>
              <a:gd name="connsiteY6" fmla="*/ 583189 h 867642"/>
              <a:gd name="connsiteX7" fmla="*/ 539329 w 1203358"/>
              <a:gd name="connsiteY7" fmla="*/ 745850 h 867642"/>
              <a:gd name="connsiteX8" fmla="*/ 620213 w 1203358"/>
              <a:gd name="connsiteY8" fmla="*/ 867642 h 867642"/>
              <a:gd name="connsiteX0" fmla="*/ 621220 w 1204365"/>
              <a:gd name="connsiteY0" fmla="*/ 864871 h 864871"/>
              <a:gd name="connsiteX1" fmla="*/ 813625 w 1204365"/>
              <a:gd name="connsiteY1" fmla="*/ 785600 h 864871"/>
              <a:gd name="connsiteX2" fmla="*/ 1172431 w 1204365"/>
              <a:gd name="connsiteY2" fmla="*/ 622174 h 864871"/>
              <a:gd name="connsiteX3" fmla="*/ 1166400 w 1204365"/>
              <a:gd name="connsiteY3" fmla="*/ 161766 h 864871"/>
              <a:gd name="connsiteX4" fmla="*/ 992097 w 1204365"/>
              <a:gd name="connsiteY4" fmla="*/ 30300 h 864871"/>
              <a:gd name="connsiteX5" fmla="*/ 407956 w 1204365"/>
              <a:gd name="connsiteY5" fmla="*/ 40799 h 864871"/>
              <a:gd name="connsiteX6" fmla="*/ 11665 w 1204365"/>
              <a:gd name="connsiteY6" fmla="*/ 580418 h 864871"/>
              <a:gd name="connsiteX7" fmla="*/ 540336 w 1204365"/>
              <a:gd name="connsiteY7" fmla="*/ 743079 h 864871"/>
              <a:gd name="connsiteX8" fmla="*/ 621220 w 1204365"/>
              <a:gd name="connsiteY8" fmla="*/ 864871 h 864871"/>
              <a:gd name="connsiteX0" fmla="*/ 619935 w 1204190"/>
              <a:gd name="connsiteY0" fmla="*/ 873669 h 873669"/>
              <a:gd name="connsiteX1" fmla="*/ 812340 w 1204190"/>
              <a:gd name="connsiteY1" fmla="*/ 794398 h 873669"/>
              <a:gd name="connsiteX2" fmla="*/ 1171146 w 1204190"/>
              <a:gd name="connsiteY2" fmla="*/ 630972 h 873669"/>
              <a:gd name="connsiteX3" fmla="*/ 1165115 w 1204190"/>
              <a:gd name="connsiteY3" fmla="*/ 170564 h 873669"/>
              <a:gd name="connsiteX4" fmla="*/ 967884 w 1204190"/>
              <a:gd name="connsiteY4" fmla="*/ 40405 h 873669"/>
              <a:gd name="connsiteX5" fmla="*/ 406671 w 1204190"/>
              <a:gd name="connsiteY5" fmla="*/ 49597 h 873669"/>
              <a:gd name="connsiteX6" fmla="*/ 10380 w 1204190"/>
              <a:gd name="connsiteY6" fmla="*/ 589216 h 873669"/>
              <a:gd name="connsiteX7" fmla="*/ 539051 w 1204190"/>
              <a:gd name="connsiteY7" fmla="*/ 751877 h 873669"/>
              <a:gd name="connsiteX8" fmla="*/ 619935 w 1204190"/>
              <a:gd name="connsiteY8" fmla="*/ 873669 h 873669"/>
              <a:gd name="connsiteX0" fmla="*/ 628446 w 1212701"/>
              <a:gd name="connsiteY0" fmla="*/ 842371 h 842371"/>
              <a:gd name="connsiteX1" fmla="*/ 820851 w 1212701"/>
              <a:gd name="connsiteY1" fmla="*/ 763100 h 842371"/>
              <a:gd name="connsiteX2" fmla="*/ 1179657 w 1212701"/>
              <a:gd name="connsiteY2" fmla="*/ 599674 h 842371"/>
              <a:gd name="connsiteX3" fmla="*/ 1173626 w 1212701"/>
              <a:gd name="connsiteY3" fmla="*/ 139266 h 842371"/>
              <a:gd name="connsiteX4" fmla="*/ 976395 w 1212701"/>
              <a:gd name="connsiteY4" fmla="*/ 9107 h 842371"/>
              <a:gd name="connsiteX5" fmla="*/ 246714 w 1212701"/>
              <a:gd name="connsiteY5" fmla="*/ 97247 h 842371"/>
              <a:gd name="connsiteX6" fmla="*/ 18891 w 1212701"/>
              <a:gd name="connsiteY6" fmla="*/ 557918 h 842371"/>
              <a:gd name="connsiteX7" fmla="*/ 547562 w 1212701"/>
              <a:gd name="connsiteY7" fmla="*/ 720579 h 842371"/>
              <a:gd name="connsiteX8" fmla="*/ 628446 w 1212701"/>
              <a:gd name="connsiteY8" fmla="*/ 842371 h 842371"/>
              <a:gd name="connsiteX0" fmla="*/ 628446 w 1211895"/>
              <a:gd name="connsiteY0" fmla="*/ 842371 h 842371"/>
              <a:gd name="connsiteX1" fmla="*/ 820851 w 1211895"/>
              <a:gd name="connsiteY1" fmla="*/ 763100 h 842371"/>
              <a:gd name="connsiteX2" fmla="*/ 1178477 w 1211895"/>
              <a:gd name="connsiteY2" fmla="*/ 606951 h 842371"/>
              <a:gd name="connsiteX3" fmla="*/ 1173626 w 1211895"/>
              <a:gd name="connsiteY3" fmla="*/ 139266 h 842371"/>
              <a:gd name="connsiteX4" fmla="*/ 976395 w 1211895"/>
              <a:gd name="connsiteY4" fmla="*/ 9107 h 842371"/>
              <a:gd name="connsiteX5" fmla="*/ 246714 w 1211895"/>
              <a:gd name="connsiteY5" fmla="*/ 97247 h 842371"/>
              <a:gd name="connsiteX6" fmla="*/ 18891 w 1211895"/>
              <a:gd name="connsiteY6" fmla="*/ 557918 h 842371"/>
              <a:gd name="connsiteX7" fmla="*/ 547562 w 1211895"/>
              <a:gd name="connsiteY7" fmla="*/ 720579 h 842371"/>
              <a:gd name="connsiteX8" fmla="*/ 628446 w 1211895"/>
              <a:gd name="connsiteY8" fmla="*/ 842371 h 842371"/>
              <a:gd name="connsiteX0" fmla="*/ 628446 w 1218918"/>
              <a:gd name="connsiteY0" fmla="*/ 842371 h 842371"/>
              <a:gd name="connsiteX1" fmla="*/ 820851 w 1218918"/>
              <a:gd name="connsiteY1" fmla="*/ 763100 h 842371"/>
              <a:gd name="connsiteX2" fmla="*/ 1178477 w 1218918"/>
              <a:gd name="connsiteY2" fmla="*/ 606951 h 842371"/>
              <a:gd name="connsiteX3" fmla="*/ 1173626 w 1218918"/>
              <a:gd name="connsiteY3" fmla="*/ 139266 h 842371"/>
              <a:gd name="connsiteX4" fmla="*/ 976395 w 1218918"/>
              <a:gd name="connsiteY4" fmla="*/ 9107 h 842371"/>
              <a:gd name="connsiteX5" fmla="*/ 246714 w 1218918"/>
              <a:gd name="connsiteY5" fmla="*/ 97247 h 842371"/>
              <a:gd name="connsiteX6" fmla="*/ 18891 w 1218918"/>
              <a:gd name="connsiteY6" fmla="*/ 557918 h 842371"/>
              <a:gd name="connsiteX7" fmla="*/ 547562 w 1218918"/>
              <a:gd name="connsiteY7" fmla="*/ 720579 h 842371"/>
              <a:gd name="connsiteX8" fmla="*/ 628446 w 1218918"/>
              <a:gd name="connsiteY8" fmla="*/ 842371 h 842371"/>
              <a:gd name="connsiteX0" fmla="*/ 628446 w 1223727"/>
              <a:gd name="connsiteY0" fmla="*/ 842371 h 842371"/>
              <a:gd name="connsiteX1" fmla="*/ 820851 w 1223727"/>
              <a:gd name="connsiteY1" fmla="*/ 763100 h 842371"/>
              <a:gd name="connsiteX2" fmla="*/ 1178477 w 1223727"/>
              <a:gd name="connsiteY2" fmla="*/ 606951 h 842371"/>
              <a:gd name="connsiteX3" fmla="*/ 1173626 w 1223727"/>
              <a:gd name="connsiteY3" fmla="*/ 139266 h 842371"/>
              <a:gd name="connsiteX4" fmla="*/ 976395 w 1223727"/>
              <a:gd name="connsiteY4" fmla="*/ 9107 h 842371"/>
              <a:gd name="connsiteX5" fmla="*/ 246714 w 1223727"/>
              <a:gd name="connsiteY5" fmla="*/ 97247 h 842371"/>
              <a:gd name="connsiteX6" fmla="*/ 18891 w 1223727"/>
              <a:gd name="connsiteY6" fmla="*/ 557918 h 842371"/>
              <a:gd name="connsiteX7" fmla="*/ 547562 w 1223727"/>
              <a:gd name="connsiteY7" fmla="*/ 720579 h 842371"/>
              <a:gd name="connsiteX8" fmla="*/ 628446 w 1223727"/>
              <a:gd name="connsiteY8" fmla="*/ 842371 h 842371"/>
              <a:gd name="connsiteX0" fmla="*/ 628446 w 1232687"/>
              <a:gd name="connsiteY0" fmla="*/ 842371 h 842371"/>
              <a:gd name="connsiteX1" fmla="*/ 820851 w 1232687"/>
              <a:gd name="connsiteY1" fmla="*/ 763100 h 842371"/>
              <a:gd name="connsiteX2" fmla="*/ 1178477 w 1232687"/>
              <a:gd name="connsiteY2" fmla="*/ 606951 h 842371"/>
              <a:gd name="connsiteX3" fmla="*/ 1188606 w 1232687"/>
              <a:gd name="connsiteY3" fmla="*/ 158133 h 842371"/>
              <a:gd name="connsiteX4" fmla="*/ 976395 w 1232687"/>
              <a:gd name="connsiteY4" fmla="*/ 9107 h 842371"/>
              <a:gd name="connsiteX5" fmla="*/ 246714 w 1232687"/>
              <a:gd name="connsiteY5" fmla="*/ 97247 h 842371"/>
              <a:gd name="connsiteX6" fmla="*/ 18891 w 1232687"/>
              <a:gd name="connsiteY6" fmla="*/ 557918 h 842371"/>
              <a:gd name="connsiteX7" fmla="*/ 547562 w 1232687"/>
              <a:gd name="connsiteY7" fmla="*/ 720579 h 842371"/>
              <a:gd name="connsiteX8" fmla="*/ 628446 w 1232687"/>
              <a:gd name="connsiteY8" fmla="*/ 842371 h 842371"/>
              <a:gd name="connsiteX0" fmla="*/ 628446 w 1238631"/>
              <a:gd name="connsiteY0" fmla="*/ 842371 h 842371"/>
              <a:gd name="connsiteX1" fmla="*/ 820851 w 1238631"/>
              <a:gd name="connsiteY1" fmla="*/ 763100 h 842371"/>
              <a:gd name="connsiteX2" fmla="*/ 1178477 w 1238631"/>
              <a:gd name="connsiteY2" fmla="*/ 606951 h 842371"/>
              <a:gd name="connsiteX3" fmla="*/ 1197715 w 1238631"/>
              <a:gd name="connsiteY3" fmla="*/ 163763 h 842371"/>
              <a:gd name="connsiteX4" fmla="*/ 976395 w 1238631"/>
              <a:gd name="connsiteY4" fmla="*/ 9107 h 842371"/>
              <a:gd name="connsiteX5" fmla="*/ 246714 w 1238631"/>
              <a:gd name="connsiteY5" fmla="*/ 97247 h 842371"/>
              <a:gd name="connsiteX6" fmla="*/ 18891 w 1238631"/>
              <a:gd name="connsiteY6" fmla="*/ 557918 h 842371"/>
              <a:gd name="connsiteX7" fmla="*/ 547562 w 1238631"/>
              <a:gd name="connsiteY7" fmla="*/ 720579 h 842371"/>
              <a:gd name="connsiteX8" fmla="*/ 628446 w 1238631"/>
              <a:gd name="connsiteY8" fmla="*/ 842371 h 842371"/>
              <a:gd name="connsiteX0" fmla="*/ 632386 w 1242571"/>
              <a:gd name="connsiteY0" fmla="*/ 846766 h 846766"/>
              <a:gd name="connsiteX1" fmla="*/ 824791 w 1242571"/>
              <a:gd name="connsiteY1" fmla="*/ 767495 h 846766"/>
              <a:gd name="connsiteX2" fmla="*/ 1182417 w 1242571"/>
              <a:gd name="connsiteY2" fmla="*/ 611346 h 846766"/>
              <a:gd name="connsiteX3" fmla="*/ 1201655 w 1242571"/>
              <a:gd name="connsiteY3" fmla="*/ 168158 h 846766"/>
              <a:gd name="connsiteX4" fmla="*/ 980335 w 1242571"/>
              <a:gd name="connsiteY4" fmla="*/ 13502 h 846766"/>
              <a:gd name="connsiteX5" fmla="*/ 250654 w 1242571"/>
              <a:gd name="connsiteY5" fmla="*/ 101642 h 846766"/>
              <a:gd name="connsiteX6" fmla="*/ 22831 w 1242571"/>
              <a:gd name="connsiteY6" fmla="*/ 562313 h 846766"/>
              <a:gd name="connsiteX7" fmla="*/ 551502 w 1242571"/>
              <a:gd name="connsiteY7" fmla="*/ 724974 h 846766"/>
              <a:gd name="connsiteX8" fmla="*/ 632386 w 1242571"/>
              <a:gd name="connsiteY8" fmla="*/ 846766 h 846766"/>
              <a:gd name="connsiteX0" fmla="*/ 633056 w 1243241"/>
              <a:gd name="connsiteY0" fmla="*/ 846832 h 846832"/>
              <a:gd name="connsiteX1" fmla="*/ 825461 w 1243241"/>
              <a:gd name="connsiteY1" fmla="*/ 767561 h 846832"/>
              <a:gd name="connsiteX2" fmla="*/ 1183087 w 1243241"/>
              <a:gd name="connsiteY2" fmla="*/ 611412 h 846832"/>
              <a:gd name="connsiteX3" fmla="*/ 1202325 w 1243241"/>
              <a:gd name="connsiteY3" fmla="*/ 168224 h 846832"/>
              <a:gd name="connsiteX4" fmla="*/ 981005 w 1243241"/>
              <a:gd name="connsiteY4" fmla="*/ 13568 h 846832"/>
              <a:gd name="connsiteX5" fmla="*/ 245994 w 1243241"/>
              <a:gd name="connsiteY5" fmla="*/ 86692 h 846832"/>
              <a:gd name="connsiteX6" fmla="*/ 23501 w 1243241"/>
              <a:gd name="connsiteY6" fmla="*/ 562379 h 846832"/>
              <a:gd name="connsiteX7" fmla="*/ 552172 w 1243241"/>
              <a:gd name="connsiteY7" fmla="*/ 725040 h 846832"/>
              <a:gd name="connsiteX8" fmla="*/ 633056 w 1243241"/>
              <a:gd name="connsiteY8" fmla="*/ 846832 h 846832"/>
              <a:gd name="connsiteX0" fmla="*/ 633056 w 1243241"/>
              <a:gd name="connsiteY0" fmla="*/ 848503 h 848503"/>
              <a:gd name="connsiteX1" fmla="*/ 825461 w 1243241"/>
              <a:gd name="connsiteY1" fmla="*/ 769232 h 848503"/>
              <a:gd name="connsiteX2" fmla="*/ 1183087 w 1243241"/>
              <a:gd name="connsiteY2" fmla="*/ 613083 h 848503"/>
              <a:gd name="connsiteX3" fmla="*/ 1202325 w 1243241"/>
              <a:gd name="connsiteY3" fmla="*/ 169895 h 848503"/>
              <a:gd name="connsiteX4" fmla="*/ 981005 w 1243241"/>
              <a:gd name="connsiteY4" fmla="*/ 15239 h 848503"/>
              <a:gd name="connsiteX5" fmla="*/ 245994 w 1243241"/>
              <a:gd name="connsiteY5" fmla="*/ 88363 h 848503"/>
              <a:gd name="connsiteX6" fmla="*/ 23501 w 1243241"/>
              <a:gd name="connsiteY6" fmla="*/ 564050 h 848503"/>
              <a:gd name="connsiteX7" fmla="*/ 552172 w 1243241"/>
              <a:gd name="connsiteY7" fmla="*/ 726711 h 848503"/>
              <a:gd name="connsiteX8" fmla="*/ 633056 w 1243241"/>
              <a:gd name="connsiteY8" fmla="*/ 848503 h 848503"/>
              <a:gd name="connsiteX0" fmla="*/ 633056 w 1243241"/>
              <a:gd name="connsiteY0" fmla="*/ 852489 h 852489"/>
              <a:gd name="connsiteX1" fmla="*/ 825461 w 1243241"/>
              <a:gd name="connsiteY1" fmla="*/ 773218 h 852489"/>
              <a:gd name="connsiteX2" fmla="*/ 1183087 w 1243241"/>
              <a:gd name="connsiteY2" fmla="*/ 617069 h 852489"/>
              <a:gd name="connsiteX3" fmla="*/ 1202325 w 1243241"/>
              <a:gd name="connsiteY3" fmla="*/ 173881 h 852489"/>
              <a:gd name="connsiteX4" fmla="*/ 981005 w 1243241"/>
              <a:gd name="connsiteY4" fmla="*/ 19225 h 852489"/>
              <a:gd name="connsiteX5" fmla="*/ 245994 w 1243241"/>
              <a:gd name="connsiteY5" fmla="*/ 92349 h 852489"/>
              <a:gd name="connsiteX6" fmla="*/ 23501 w 1243241"/>
              <a:gd name="connsiteY6" fmla="*/ 568036 h 852489"/>
              <a:gd name="connsiteX7" fmla="*/ 552172 w 1243241"/>
              <a:gd name="connsiteY7" fmla="*/ 730697 h 852489"/>
              <a:gd name="connsiteX8" fmla="*/ 633056 w 1243241"/>
              <a:gd name="connsiteY8" fmla="*/ 852489 h 852489"/>
              <a:gd name="connsiteX0" fmla="*/ 633056 w 1238870"/>
              <a:gd name="connsiteY0" fmla="*/ 852489 h 852489"/>
              <a:gd name="connsiteX1" fmla="*/ 825461 w 1238870"/>
              <a:gd name="connsiteY1" fmla="*/ 773218 h 852489"/>
              <a:gd name="connsiteX2" fmla="*/ 1183087 w 1238870"/>
              <a:gd name="connsiteY2" fmla="*/ 617069 h 852489"/>
              <a:gd name="connsiteX3" fmla="*/ 1202325 w 1238870"/>
              <a:gd name="connsiteY3" fmla="*/ 173881 h 852489"/>
              <a:gd name="connsiteX4" fmla="*/ 981005 w 1238870"/>
              <a:gd name="connsiteY4" fmla="*/ 19225 h 852489"/>
              <a:gd name="connsiteX5" fmla="*/ 245994 w 1238870"/>
              <a:gd name="connsiteY5" fmla="*/ 92349 h 852489"/>
              <a:gd name="connsiteX6" fmla="*/ 23501 w 1238870"/>
              <a:gd name="connsiteY6" fmla="*/ 568036 h 852489"/>
              <a:gd name="connsiteX7" fmla="*/ 552172 w 1238870"/>
              <a:gd name="connsiteY7" fmla="*/ 730697 h 852489"/>
              <a:gd name="connsiteX8" fmla="*/ 633056 w 1238870"/>
              <a:gd name="connsiteY8" fmla="*/ 852489 h 852489"/>
              <a:gd name="connsiteX0" fmla="*/ 633056 w 1237972"/>
              <a:gd name="connsiteY0" fmla="*/ 852489 h 852489"/>
              <a:gd name="connsiteX1" fmla="*/ 825461 w 1237972"/>
              <a:gd name="connsiteY1" fmla="*/ 773218 h 852489"/>
              <a:gd name="connsiteX2" fmla="*/ 1183087 w 1237972"/>
              <a:gd name="connsiteY2" fmla="*/ 617069 h 852489"/>
              <a:gd name="connsiteX3" fmla="*/ 1202325 w 1237972"/>
              <a:gd name="connsiteY3" fmla="*/ 173881 h 852489"/>
              <a:gd name="connsiteX4" fmla="*/ 981005 w 1237972"/>
              <a:gd name="connsiteY4" fmla="*/ 19225 h 852489"/>
              <a:gd name="connsiteX5" fmla="*/ 245994 w 1237972"/>
              <a:gd name="connsiteY5" fmla="*/ 92349 h 852489"/>
              <a:gd name="connsiteX6" fmla="*/ 23501 w 1237972"/>
              <a:gd name="connsiteY6" fmla="*/ 568036 h 852489"/>
              <a:gd name="connsiteX7" fmla="*/ 552172 w 1237972"/>
              <a:gd name="connsiteY7" fmla="*/ 730697 h 852489"/>
              <a:gd name="connsiteX8" fmla="*/ 633056 w 1237972"/>
              <a:gd name="connsiteY8" fmla="*/ 852489 h 852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37972" h="852489">
                <a:moveTo>
                  <a:pt x="633056" y="852489"/>
                </a:moveTo>
                <a:cubicBezTo>
                  <a:pt x="716495" y="841059"/>
                  <a:pt x="733789" y="812455"/>
                  <a:pt x="825461" y="773218"/>
                </a:cubicBezTo>
                <a:cubicBezTo>
                  <a:pt x="917133" y="733981"/>
                  <a:pt x="1120276" y="716959"/>
                  <a:pt x="1183087" y="617069"/>
                </a:cubicBezTo>
                <a:cubicBezTo>
                  <a:pt x="1245898" y="517180"/>
                  <a:pt x="1258148" y="283568"/>
                  <a:pt x="1202325" y="173881"/>
                </a:cubicBezTo>
                <a:cubicBezTo>
                  <a:pt x="1146502" y="64194"/>
                  <a:pt x="1083676" y="36572"/>
                  <a:pt x="981005" y="19225"/>
                </a:cubicBezTo>
                <a:cubicBezTo>
                  <a:pt x="823274" y="-7425"/>
                  <a:pt x="446352" y="-23746"/>
                  <a:pt x="245994" y="92349"/>
                </a:cubicBezTo>
                <a:cubicBezTo>
                  <a:pt x="45636" y="208444"/>
                  <a:pt x="-47145" y="246094"/>
                  <a:pt x="23501" y="568036"/>
                </a:cubicBezTo>
                <a:cubicBezTo>
                  <a:pt x="51046" y="756743"/>
                  <a:pt x="510357" y="722029"/>
                  <a:pt x="552172" y="730697"/>
                </a:cubicBezTo>
                <a:cubicBezTo>
                  <a:pt x="733623" y="767368"/>
                  <a:pt x="633056" y="852489"/>
                  <a:pt x="633056" y="852489"/>
                </a:cubicBezTo>
                <a:close/>
              </a:path>
            </a:pathLst>
          </a:custGeom>
          <a:noFill/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0FF0C0-FC1A-4C5B-9FE5-09BA33FF7E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56392" y="1398181"/>
            <a:ext cx="7134446" cy="2870791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989092-15F8-4341-8D94-9E799301C5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70835" y="5135527"/>
            <a:ext cx="4397164" cy="1057938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7328B-E858-4921-99C2-3B0BE1724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91109-F4F8-4597-962C-A4F4B7960636}" type="datetimeFigureOut">
              <a:rPr lang="en-US" smtClean="0"/>
              <a:t>9/15/2023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81296-9B7B-4EF3-89B3-8B33E6070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2FE59-6CD1-4D0F-8A06-10CA2D383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AD9F-AEE9-406E-B720-57D2B9DB2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3341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AC77D-9BA0-4A3B-B823-2059DC3C3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811DB-C16F-4CED-97C6-73ABD71F3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E14D3C-7343-4DD7-B816-0D4D66BD6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91109-F4F8-4597-962C-A4F4B7960636}" type="datetimeFigureOut">
              <a:rPr lang="en-US" smtClean="0"/>
              <a:t>9/15/2023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409C8-4D7C-40EE-A12E-59CB555C7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222D5-7193-4F59-83B4-3C19E8B14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AD9F-AEE9-406E-B720-57D2B9DB2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3573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BEFA1-A4AB-4CF4-B02E-57AAED571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1971" y="1709738"/>
            <a:ext cx="9165772" cy="2963271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B406C-F19A-4393-9AD1-A300A7E45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21971" y="4875028"/>
            <a:ext cx="9165772" cy="1052623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7D7AE7-47F6-4023-8D44-8BA1DAB05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91109-F4F8-4597-962C-A4F4B7960636}" type="datetimeFigureOut">
              <a:rPr lang="en-US" smtClean="0"/>
              <a:t>9/15/2023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B32FC-A974-44FC-9804-F871EE51D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9ADE9-F40E-4E3B-AB8D-68CB1F485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AD9F-AEE9-406E-B720-57D2B9DB2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0369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4D816-3E01-4EFD-AD9C-783D674DA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53D69-34A7-451D-A902-5F6CD13343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20722" y="2095500"/>
            <a:ext cx="4999077" cy="39732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E1E0E2-7D34-48E0-8795-546D2F00E2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1056" y="2095500"/>
            <a:ext cx="5072743" cy="39732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005476-6B6D-4BA3-919B-5335D6429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91109-F4F8-4597-962C-A4F4B7960636}" type="datetimeFigureOut">
              <a:rPr lang="en-US" smtClean="0"/>
              <a:t>9/15/2023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DB6D41-07E2-4F6D-BB39-217957FE7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E0CA9C-BFED-484F-B765-EA8CE4B4B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AD9F-AEE9-406E-B720-57D2B9DB2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0107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74AD2-5208-4201-90A7-F96187619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702129"/>
            <a:ext cx="10326688" cy="112567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A3FF53-BE24-42E9-BA12-BC5863CBF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1827804"/>
            <a:ext cx="4968875" cy="8143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A84776-6678-4D27-9BE9-5D83FC9E88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28700" y="2642191"/>
            <a:ext cx="4968875" cy="34024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BCA2E2-5B30-43B4-8FCD-23015451F2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1054" y="1827804"/>
            <a:ext cx="5087034" cy="8143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A7B7A1-E670-4E7E-AEBA-340893DE8E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81054" y="2642191"/>
            <a:ext cx="5087034" cy="34024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44D3AE-982A-4CC3-8456-4D4B0E35D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91109-F4F8-4597-962C-A4F4B7960636}" type="datetimeFigureOut">
              <a:rPr lang="en-US" smtClean="0"/>
              <a:t>9/15/2023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E3087-09F9-4436-8236-8693EA498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8413CB-0E24-4F96-AF8C-EE269ACCE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AD9F-AEE9-406E-B720-57D2B9DB2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2726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5CAD1C-D319-4A48-8DF9-50699231C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91109-F4F8-4597-962C-A4F4B7960636}" type="datetimeFigureOut">
              <a:rPr lang="en-US" smtClean="0"/>
              <a:t>9/15/2023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3D0181-83E0-4AB1-B372-24D6C075B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50352C-6317-4DD0-84C4-AE7DDAC55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AD9F-AEE9-406E-B720-57D2B9DB2816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48F340C5-9EBB-43D9-91F5-F767DBD59B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492880">
            <a:off x="2401240" y="1130240"/>
            <a:ext cx="8982171" cy="5009917"/>
          </a:xfrm>
          <a:custGeom>
            <a:avLst/>
            <a:gdLst>
              <a:gd name="connsiteX0" fmla="*/ 284628 w 960507"/>
              <a:gd name="connsiteY0" fmla="*/ 725426 h 725435"/>
              <a:gd name="connsiteX1" fmla="*/ 429979 w 960507"/>
              <a:gd name="connsiteY1" fmla="*/ 636749 h 725435"/>
              <a:gd name="connsiteX2" fmla="*/ 805646 w 960507"/>
              <a:gd name="connsiteY2" fmla="*/ 523401 h 725435"/>
              <a:gd name="connsiteX3" fmla="*/ 954521 w 960507"/>
              <a:gd name="connsiteY3" fmla="*/ 257273 h 725435"/>
              <a:gd name="connsiteX4" fmla="*/ 674486 w 960507"/>
              <a:gd name="connsiteY4" fmla="*/ 5622 h 725435"/>
              <a:gd name="connsiteX5" fmla="*/ 15261 w 960507"/>
              <a:gd name="connsiteY5" fmla="*/ 246605 h 725435"/>
              <a:gd name="connsiteX6" fmla="*/ 217286 w 960507"/>
              <a:gd name="connsiteY6" fmla="*/ 650655 h 725435"/>
              <a:gd name="connsiteX7" fmla="*/ 284628 w 960507"/>
              <a:gd name="connsiteY7" fmla="*/ 725426 h 725435"/>
              <a:gd name="connsiteX0" fmla="*/ 284667 w 961601"/>
              <a:gd name="connsiteY0" fmla="*/ 725435 h 725435"/>
              <a:gd name="connsiteX1" fmla="*/ 430018 w 961601"/>
              <a:gd name="connsiteY1" fmla="*/ 636758 h 725435"/>
              <a:gd name="connsiteX2" fmla="*/ 820834 w 961601"/>
              <a:gd name="connsiteY2" fmla="*/ 548364 h 725435"/>
              <a:gd name="connsiteX3" fmla="*/ 954560 w 961601"/>
              <a:gd name="connsiteY3" fmla="*/ 257282 h 725435"/>
              <a:gd name="connsiteX4" fmla="*/ 674525 w 961601"/>
              <a:gd name="connsiteY4" fmla="*/ 5631 h 725435"/>
              <a:gd name="connsiteX5" fmla="*/ 15300 w 961601"/>
              <a:gd name="connsiteY5" fmla="*/ 246614 h 725435"/>
              <a:gd name="connsiteX6" fmla="*/ 217325 w 961601"/>
              <a:gd name="connsiteY6" fmla="*/ 650664 h 725435"/>
              <a:gd name="connsiteX7" fmla="*/ 284667 w 961601"/>
              <a:gd name="connsiteY7" fmla="*/ 725435 h 725435"/>
              <a:gd name="connsiteX0" fmla="*/ 284667 w 961601"/>
              <a:gd name="connsiteY0" fmla="*/ 725962 h 725962"/>
              <a:gd name="connsiteX1" fmla="*/ 430018 w 961601"/>
              <a:gd name="connsiteY1" fmla="*/ 637285 h 725962"/>
              <a:gd name="connsiteX2" fmla="*/ 820834 w 961601"/>
              <a:gd name="connsiteY2" fmla="*/ 548891 h 725962"/>
              <a:gd name="connsiteX3" fmla="*/ 954560 w 961601"/>
              <a:gd name="connsiteY3" fmla="*/ 257809 h 725962"/>
              <a:gd name="connsiteX4" fmla="*/ 674525 w 961601"/>
              <a:gd name="connsiteY4" fmla="*/ 6158 h 725962"/>
              <a:gd name="connsiteX5" fmla="*/ 15300 w 961601"/>
              <a:gd name="connsiteY5" fmla="*/ 247141 h 725962"/>
              <a:gd name="connsiteX6" fmla="*/ 217325 w 961601"/>
              <a:gd name="connsiteY6" fmla="*/ 651191 h 725962"/>
              <a:gd name="connsiteX7" fmla="*/ 284667 w 961601"/>
              <a:gd name="connsiteY7" fmla="*/ 725962 h 725962"/>
              <a:gd name="connsiteX0" fmla="*/ 410902 w 1087836"/>
              <a:gd name="connsiteY0" fmla="*/ 719810 h 719810"/>
              <a:gd name="connsiteX1" fmla="*/ 556253 w 1087836"/>
              <a:gd name="connsiteY1" fmla="*/ 631133 h 719810"/>
              <a:gd name="connsiteX2" fmla="*/ 947069 w 1087836"/>
              <a:gd name="connsiteY2" fmla="*/ 542739 h 719810"/>
              <a:gd name="connsiteX3" fmla="*/ 1080795 w 1087836"/>
              <a:gd name="connsiteY3" fmla="*/ 251657 h 719810"/>
              <a:gd name="connsiteX4" fmla="*/ 800760 w 1087836"/>
              <a:gd name="connsiteY4" fmla="*/ 6 h 719810"/>
              <a:gd name="connsiteX5" fmla="*/ 5261 w 1087836"/>
              <a:gd name="connsiteY5" fmla="*/ 248982 h 719810"/>
              <a:gd name="connsiteX6" fmla="*/ 343560 w 1087836"/>
              <a:gd name="connsiteY6" fmla="*/ 645039 h 719810"/>
              <a:gd name="connsiteX7" fmla="*/ 410902 w 1087836"/>
              <a:gd name="connsiteY7" fmla="*/ 719810 h 719810"/>
              <a:gd name="connsiteX0" fmla="*/ 412791 w 1089725"/>
              <a:gd name="connsiteY0" fmla="*/ 726835 h 726835"/>
              <a:gd name="connsiteX1" fmla="*/ 558142 w 1089725"/>
              <a:gd name="connsiteY1" fmla="*/ 638158 h 726835"/>
              <a:gd name="connsiteX2" fmla="*/ 948958 w 1089725"/>
              <a:gd name="connsiteY2" fmla="*/ 549764 h 726835"/>
              <a:gd name="connsiteX3" fmla="*/ 1082684 w 1089725"/>
              <a:gd name="connsiteY3" fmla="*/ 258682 h 726835"/>
              <a:gd name="connsiteX4" fmla="*/ 802649 w 1089725"/>
              <a:gd name="connsiteY4" fmla="*/ 7031 h 726835"/>
              <a:gd name="connsiteX5" fmla="*/ 171027 w 1089725"/>
              <a:gd name="connsiteY5" fmla="*/ 85967 h 726835"/>
              <a:gd name="connsiteX6" fmla="*/ 7150 w 1089725"/>
              <a:gd name="connsiteY6" fmla="*/ 256007 h 726835"/>
              <a:gd name="connsiteX7" fmla="*/ 345449 w 1089725"/>
              <a:gd name="connsiteY7" fmla="*/ 652064 h 726835"/>
              <a:gd name="connsiteX8" fmla="*/ 412791 w 1089725"/>
              <a:gd name="connsiteY8" fmla="*/ 726835 h 726835"/>
              <a:gd name="connsiteX0" fmla="*/ 409002 w 1085936"/>
              <a:gd name="connsiteY0" fmla="*/ 726835 h 726835"/>
              <a:gd name="connsiteX1" fmla="*/ 554353 w 1085936"/>
              <a:gd name="connsiteY1" fmla="*/ 638158 h 726835"/>
              <a:gd name="connsiteX2" fmla="*/ 945169 w 1085936"/>
              <a:gd name="connsiteY2" fmla="*/ 549764 h 726835"/>
              <a:gd name="connsiteX3" fmla="*/ 1078895 w 1085936"/>
              <a:gd name="connsiteY3" fmla="*/ 258682 h 726835"/>
              <a:gd name="connsiteX4" fmla="*/ 798860 w 1085936"/>
              <a:gd name="connsiteY4" fmla="*/ 7031 h 726835"/>
              <a:gd name="connsiteX5" fmla="*/ 167238 w 1085936"/>
              <a:gd name="connsiteY5" fmla="*/ 85967 h 726835"/>
              <a:gd name="connsiteX6" fmla="*/ 7460 w 1085936"/>
              <a:gd name="connsiteY6" fmla="*/ 285590 h 726835"/>
              <a:gd name="connsiteX7" fmla="*/ 341660 w 1085936"/>
              <a:gd name="connsiteY7" fmla="*/ 652064 h 726835"/>
              <a:gd name="connsiteX8" fmla="*/ 409002 w 1085936"/>
              <a:gd name="connsiteY8" fmla="*/ 726835 h 726835"/>
              <a:gd name="connsiteX0" fmla="*/ 409002 w 1085936"/>
              <a:gd name="connsiteY0" fmla="*/ 726835 h 726835"/>
              <a:gd name="connsiteX1" fmla="*/ 554353 w 1085936"/>
              <a:gd name="connsiteY1" fmla="*/ 638158 h 726835"/>
              <a:gd name="connsiteX2" fmla="*/ 945169 w 1085936"/>
              <a:gd name="connsiteY2" fmla="*/ 549764 h 726835"/>
              <a:gd name="connsiteX3" fmla="*/ 1078895 w 1085936"/>
              <a:gd name="connsiteY3" fmla="*/ 258682 h 726835"/>
              <a:gd name="connsiteX4" fmla="*/ 798860 w 1085936"/>
              <a:gd name="connsiteY4" fmla="*/ 7031 h 726835"/>
              <a:gd name="connsiteX5" fmla="*/ 167238 w 1085936"/>
              <a:gd name="connsiteY5" fmla="*/ 85967 h 726835"/>
              <a:gd name="connsiteX6" fmla="*/ 7460 w 1085936"/>
              <a:gd name="connsiteY6" fmla="*/ 285590 h 726835"/>
              <a:gd name="connsiteX7" fmla="*/ 341660 w 1085936"/>
              <a:gd name="connsiteY7" fmla="*/ 652064 h 726835"/>
              <a:gd name="connsiteX8" fmla="*/ 409002 w 1085936"/>
              <a:gd name="connsiteY8" fmla="*/ 726835 h 726835"/>
              <a:gd name="connsiteX0" fmla="*/ 407340 w 1084274"/>
              <a:gd name="connsiteY0" fmla="*/ 726835 h 726835"/>
              <a:gd name="connsiteX1" fmla="*/ 552691 w 1084274"/>
              <a:gd name="connsiteY1" fmla="*/ 638158 h 726835"/>
              <a:gd name="connsiteX2" fmla="*/ 943507 w 1084274"/>
              <a:gd name="connsiteY2" fmla="*/ 549764 h 726835"/>
              <a:gd name="connsiteX3" fmla="*/ 1077233 w 1084274"/>
              <a:gd name="connsiteY3" fmla="*/ 258682 h 726835"/>
              <a:gd name="connsiteX4" fmla="*/ 797198 w 1084274"/>
              <a:gd name="connsiteY4" fmla="*/ 7031 h 726835"/>
              <a:gd name="connsiteX5" fmla="*/ 165576 w 1084274"/>
              <a:gd name="connsiteY5" fmla="*/ 85967 h 726835"/>
              <a:gd name="connsiteX6" fmla="*/ 5798 w 1084274"/>
              <a:gd name="connsiteY6" fmla="*/ 285590 h 726835"/>
              <a:gd name="connsiteX7" fmla="*/ 339998 w 1084274"/>
              <a:gd name="connsiteY7" fmla="*/ 652064 h 726835"/>
              <a:gd name="connsiteX8" fmla="*/ 407340 w 1084274"/>
              <a:gd name="connsiteY8" fmla="*/ 726835 h 726835"/>
              <a:gd name="connsiteX0" fmla="*/ 405193 w 1082127"/>
              <a:gd name="connsiteY0" fmla="*/ 726835 h 726835"/>
              <a:gd name="connsiteX1" fmla="*/ 550544 w 1082127"/>
              <a:gd name="connsiteY1" fmla="*/ 638158 h 726835"/>
              <a:gd name="connsiteX2" fmla="*/ 941360 w 1082127"/>
              <a:gd name="connsiteY2" fmla="*/ 549764 h 726835"/>
              <a:gd name="connsiteX3" fmla="*/ 1075086 w 1082127"/>
              <a:gd name="connsiteY3" fmla="*/ 258682 h 726835"/>
              <a:gd name="connsiteX4" fmla="*/ 795051 w 1082127"/>
              <a:gd name="connsiteY4" fmla="*/ 7031 h 726835"/>
              <a:gd name="connsiteX5" fmla="*/ 163429 w 1082127"/>
              <a:gd name="connsiteY5" fmla="*/ 85967 h 726835"/>
              <a:gd name="connsiteX6" fmla="*/ 5959 w 1082127"/>
              <a:gd name="connsiteY6" fmla="*/ 336874 h 726835"/>
              <a:gd name="connsiteX7" fmla="*/ 337851 w 1082127"/>
              <a:gd name="connsiteY7" fmla="*/ 652064 h 726835"/>
              <a:gd name="connsiteX8" fmla="*/ 405193 w 1082127"/>
              <a:gd name="connsiteY8" fmla="*/ 726835 h 726835"/>
              <a:gd name="connsiteX0" fmla="*/ 405097 w 1082031"/>
              <a:gd name="connsiteY0" fmla="*/ 727553 h 727553"/>
              <a:gd name="connsiteX1" fmla="*/ 550448 w 1082031"/>
              <a:gd name="connsiteY1" fmla="*/ 638876 h 727553"/>
              <a:gd name="connsiteX2" fmla="*/ 941264 w 1082031"/>
              <a:gd name="connsiteY2" fmla="*/ 550482 h 727553"/>
              <a:gd name="connsiteX3" fmla="*/ 1074990 w 1082031"/>
              <a:gd name="connsiteY3" fmla="*/ 259400 h 727553"/>
              <a:gd name="connsiteX4" fmla="*/ 794955 w 1082031"/>
              <a:gd name="connsiteY4" fmla="*/ 7749 h 727553"/>
              <a:gd name="connsiteX5" fmla="*/ 164686 w 1082031"/>
              <a:gd name="connsiteY5" fmla="*/ 81610 h 727553"/>
              <a:gd name="connsiteX6" fmla="*/ 5863 w 1082031"/>
              <a:gd name="connsiteY6" fmla="*/ 337592 h 727553"/>
              <a:gd name="connsiteX7" fmla="*/ 337755 w 1082031"/>
              <a:gd name="connsiteY7" fmla="*/ 652782 h 727553"/>
              <a:gd name="connsiteX8" fmla="*/ 405097 w 1082031"/>
              <a:gd name="connsiteY8" fmla="*/ 727553 h 727553"/>
              <a:gd name="connsiteX0" fmla="*/ 427815 w 1104749"/>
              <a:gd name="connsiteY0" fmla="*/ 727553 h 727553"/>
              <a:gd name="connsiteX1" fmla="*/ 573166 w 1104749"/>
              <a:gd name="connsiteY1" fmla="*/ 638876 h 727553"/>
              <a:gd name="connsiteX2" fmla="*/ 963982 w 1104749"/>
              <a:gd name="connsiteY2" fmla="*/ 550482 h 727553"/>
              <a:gd name="connsiteX3" fmla="*/ 1097708 w 1104749"/>
              <a:gd name="connsiteY3" fmla="*/ 259400 h 727553"/>
              <a:gd name="connsiteX4" fmla="*/ 817673 w 1104749"/>
              <a:gd name="connsiteY4" fmla="*/ 7749 h 727553"/>
              <a:gd name="connsiteX5" fmla="*/ 187404 w 1104749"/>
              <a:gd name="connsiteY5" fmla="*/ 81610 h 727553"/>
              <a:gd name="connsiteX6" fmla="*/ 4537 w 1104749"/>
              <a:gd name="connsiteY6" fmla="*/ 344274 h 727553"/>
              <a:gd name="connsiteX7" fmla="*/ 360473 w 1104749"/>
              <a:gd name="connsiteY7" fmla="*/ 652782 h 727553"/>
              <a:gd name="connsiteX8" fmla="*/ 427815 w 1104749"/>
              <a:gd name="connsiteY8" fmla="*/ 727553 h 727553"/>
              <a:gd name="connsiteX0" fmla="*/ 423278 w 1100212"/>
              <a:gd name="connsiteY0" fmla="*/ 727553 h 727553"/>
              <a:gd name="connsiteX1" fmla="*/ 568629 w 1100212"/>
              <a:gd name="connsiteY1" fmla="*/ 638876 h 727553"/>
              <a:gd name="connsiteX2" fmla="*/ 959445 w 1100212"/>
              <a:gd name="connsiteY2" fmla="*/ 550482 h 727553"/>
              <a:gd name="connsiteX3" fmla="*/ 1093171 w 1100212"/>
              <a:gd name="connsiteY3" fmla="*/ 259400 h 727553"/>
              <a:gd name="connsiteX4" fmla="*/ 813136 w 1100212"/>
              <a:gd name="connsiteY4" fmla="*/ 7749 h 727553"/>
              <a:gd name="connsiteX5" fmla="*/ 182867 w 1100212"/>
              <a:gd name="connsiteY5" fmla="*/ 81610 h 727553"/>
              <a:gd name="connsiteX6" fmla="*/ 0 w 1100212"/>
              <a:gd name="connsiteY6" fmla="*/ 344274 h 727553"/>
              <a:gd name="connsiteX7" fmla="*/ 355936 w 1100212"/>
              <a:gd name="connsiteY7" fmla="*/ 652782 h 727553"/>
              <a:gd name="connsiteX8" fmla="*/ 423278 w 1100212"/>
              <a:gd name="connsiteY8" fmla="*/ 727553 h 727553"/>
              <a:gd name="connsiteX0" fmla="*/ 423278 w 1100212"/>
              <a:gd name="connsiteY0" fmla="*/ 727553 h 727553"/>
              <a:gd name="connsiteX1" fmla="*/ 568629 w 1100212"/>
              <a:gd name="connsiteY1" fmla="*/ 638876 h 727553"/>
              <a:gd name="connsiteX2" fmla="*/ 959445 w 1100212"/>
              <a:gd name="connsiteY2" fmla="*/ 550482 h 727553"/>
              <a:gd name="connsiteX3" fmla="*/ 1093171 w 1100212"/>
              <a:gd name="connsiteY3" fmla="*/ 259400 h 727553"/>
              <a:gd name="connsiteX4" fmla="*/ 813136 w 1100212"/>
              <a:gd name="connsiteY4" fmla="*/ 7749 h 727553"/>
              <a:gd name="connsiteX5" fmla="*/ 182867 w 1100212"/>
              <a:gd name="connsiteY5" fmla="*/ 81610 h 727553"/>
              <a:gd name="connsiteX6" fmla="*/ 0 w 1100212"/>
              <a:gd name="connsiteY6" fmla="*/ 344274 h 727553"/>
              <a:gd name="connsiteX7" fmla="*/ 355936 w 1100212"/>
              <a:gd name="connsiteY7" fmla="*/ 652782 h 727553"/>
              <a:gd name="connsiteX8" fmla="*/ 423278 w 1100212"/>
              <a:gd name="connsiteY8" fmla="*/ 727553 h 727553"/>
              <a:gd name="connsiteX0" fmla="*/ 437503 w 1114437"/>
              <a:gd name="connsiteY0" fmla="*/ 727553 h 727553"/>
              <a:gd name="connsiteX1" fmla="*/ 582854 w 1114437"/>
              <a:gd name="connsiteY1" fmla="*/ 638876 h 727553"/>
              <a:gd name="connsiteX2" fmla="*/ 973670 w 1114437"/>
              <a:gd name="connsiteY2" fmla="*/ 550482 h 727553"/>
              <a:gd name="connsiteX3" fmla="*/ 1107396 w 1114437"/>
              <a:gd name="connsiteY3" fmla="*/ 259400 h 727553"/>
              <a:gd name="connsiteX4" fmla="*/ 827361 w 1114437"/>
              <a:gd name="connsiteY4" fmla="*/ 7749 h 727553"/>
              <a:gd name="connsiteX5" fmla="*/ 197092 w 1114437"/>
              <a:gd name="connsiteY5" fmla="*/ 81610 h 727553"/>
              <a:gd name="connsiteX6" fmla="*/ 0 w 1114437"/>
              <a:gd name="connsiteY6" fmla="*/ 341962 h 727553"/>
              <a:gd name="connsiteX7" fmla="*/ 370161 w 1114437"/>
              <a:gd name="connsiteY7" fmla="*/ 652782 h 727553"/>
              <a:gd name="connsiteX8" fmla="*/ 437503 w 1114437"/>
              <a:gd name="connsiteY8" fmla="*/ 727553 h 727553"/>
              <a:gd name="connsiteX0" fmla="*/ 463684 w 1140618"/>
              <a:gd name="connsiteY0" fmla="*/ 727553 h 727553"/>
              <a:gd name="connsiteX1" fmla="*/ 609035 w 1140618"/>
              <a:gd name="connsiteY1" fmla="*/ 638876 h 727553"/>
              <a:gd name="connsiteX2" fmla="*/ 999851 w 1140618"/>
              <a:gd name="connsiteY2" fmla="*/ 550482 h 727553"/>
              <a:gd name="connsiteX3" fmla="*/ 1133577 w 1140618"/>
              <a:gd name="connsiteY3" fmla="*/ 259400 h 727553"/>
              <a:gd name="connsiteX4" fmla="*/ 853542 w 1140618"/>
              <a:gd name="connsiteY4" fmla="*/ 7749 h 727553"/>
              <a:gd name="connsiteX5" fmla="*/ 223273 w 1140618"/>
              <a:gd name="connsiteY5" fmla="*/ 81610 h 727553"/>
              <a:gd name="connsiteX6" fmla="*/ 0 w 1140618"/>
              <a:gd name="connsiteY6" fmla="*/ 343816 h 727553"/>
              <a:gd name="connsiteX7" fmla="*/ 396342 w 1140618"/>
              <a:gd name="connsiteY7" fmla="*/ 652782 h 727553"/>
              <a:gd name="connsiteX8" fmla="*/ 463684 w 1140618"/>
              <a:gd name="connsiteY8" fmla="*/ 727553 h 727553"/>
              <a:gd name="connsiteX0" fmla="*/ 463684 w 1140714"/>
              <a:gd name="connsiteY0" fmla="*/ 719277 h 719277"/>
              <a:gd name="connsiteX1" fmla="*/ 609035 w 1140714"/>
              <a:gd name="connsiteY1" fmla="*/ 630600 h 719277"/>
              <a:gd name="connsiteX2" fmla="*/ 999851 w 1140714"/>
              <a:gd name="connsiteY2" fmla="*/ 542206 h 719277"/>
              <a:gd name="connsiteX3" fmla="*/ 1133577 w 1140714"/>
              <a:gd name="connsiteY3" fmla="*/ 251124 h 719277"/>
              <a:gd name="connsiteX4" fmla="*/ 852002 w 1140714"/>
              <a:gd name="connsiteY4" fmla="*/ 8636 h 719277"/>
              <a:gd name="connsiteX5" fmla="*/ 223273 w 1140714"/>
              <a:gd name="connsiteY5" fmla="*/ 73334 h 719277"/>
              <a:gd name="connsiteX6" fmla="*/ 0 w 1140714"/>
              <a:gd name="connsiteY6" fmla="*/ 335540 h 719277"/>
              <a:gd name="connsiteX7" fmla="*/ 396342 w 1140714"/>
              <a:gd name="connsiteY7" fmla="*/ 644506 h 719277"/>
              <a:gd name="connsiteX8" fmla="*/ 463684 w 1140714"/>
              <a:gd name="connsiteY8" fmla="*/ 719277 h 719277"/>
              <a:gd name="connsiteX0" fmla="*/ 463684 w 1140714"/>
              <a:gd name="connsiteY0" fmla="*/ 721380 h 721380"/>
              <a:gd name="connsiteX1" fmla="*/ 609035 w 1140714"/>
              <a:gd name="connsiteY1" fmla="*/ 632703 h 721380"/>
              <a:gd name="connsiteX2" fmla="*/ 999851 w 1140714"/>
              <a:gd name="connsiteY2" fmla="*/ 544309 h 721380"/>
              <a:gd name="connsiteX3" fmla="*/ 1133577 w 1140714"/>
              <a:gd name="connsiteY3" fmla="*/ 253227 h 721380"/>
              <a:gd name="connsiteX4" fmla="*/ 852002 w 1140714"/>
              <a:gd name="connsiteY4" fmla="*/ 10739 h 721380"/>
              <a:gd name="connsiteX5" fmla="*/ 223273 w 1140714"/>
              <a:gd name="connsiteY5" fmla="*/ 64441 h 721380"/>
              <a:gd name="connsiteX6" fmla="*/ 0 w 1140714"/>
              <a:gd name="connsiteY6" fmla="*/ 337643 h 721380"/>
              <a:gd name="connsiteX7" fmla="*/ 396342 w 1140714"/>
              <a:gd name="connsiteY7" fmla="*/ 646609 h 721380"/>
              <a:gd name="connsiteX8" fmla="*/ 463684 w 1140714"/>
              <a:gd name="connsiteY8" fmla="*/ 721380 h 721380"/>
              <a:gd name="connsiteX0" fmla="*/ 463684 w 1140714"/>
              <a:gd name="connsiteY0" fmla="*/ 721380 h 721380"/>
              <a:gd name="connsiteX1" fmla="*/ 609035 w 1140714"/>
              <a:gd name="connsiteY1" fmla="*/ 632703 h 721380"/>
              <a:gd name="connsiteX2" fmla="*/ 999851 w 1140714"/>
              <a:gd name="connsiteY2" fmla="*/ 544309 h 721380"/>
              <a:gd name="connsiteX3" fmla="*/ 1133577 w 1140714"/>
              <a:gd name="connsiteY3" fmla="*/ 253227 h 721380"/>
              <a:gd name="connsiteX4" fmla="*/ 852002 w 1140714"/>
              <a:gd name="connsiteY4" fmla="*/ 10739 h 721380"/>
              <a:gd name="connsiteX5" fmla="*/ 223273 w 1140714"/>
              <a:gd name="connsiteY5" fmla="*/ 64441 h 721380"/>
              <a:gd name="connsiteX6" fmla="*/ 0 w 1140714"/>
              <a:gd name="connsiteY6" fmla="*/ 337643 h 721380"/>
              <a:gd name="connsiteX7" fmla="*/ 396342 w 1140714"/>
              <a:gd name="connsiteY7" fmla="*/ 646609 h 721380"/>
              <a:gd name="connsiteX8" fmla="*/ 463684 w 1140714"/>
              <a:gd name="connsiteY8" fmla="*/ 721380 h 721380"/>
              <a:gd name="connsiteX0" fmla="*/ 463684 w 1138513"/>
              <a:gd name="connsiteY0" fmla="*/ 721380 h 721380"/>
              <a:gd name="connsiteX1" fmla="*/ 610575 w 1138513"/>
              <a:gd name="connsiteY1" fmla="*/ 643699 h 721380"/>
              <a:gd name="connsiteX2" fmla="*/ 999851 w 1138513"/>
              <a:gd name="connsiteY2" fmla="*/ 544309 h 721380"/>
              <a:gd name="connsiteX3" fmla="*/ 1133577 w 1138513"/>
              <a:gd name="connsiteY3" fmla="*/ 253227 h 721380"/>
              <a:gd name="connsiteX4" fmla="*/ 852002 w 1138513"/>
              <a:gd name="connsiteY4" fmla="*/ 10739 h 721380"/>
              <a:gd name="connsiteX5" fmla="*/ 223273 w 1138513"/>
              <a:gd name="connsiteY5" fmla="*/ 64441 h 721380"/>
              <a:gd name="connsiteX6" fmla="*/ 0 w 1138513"/>
              <a:gd name="connsiteY6" fmla="*/ 337643 h 721380"/>
              <a:gd name="connsiteX7" fmla="*/ 396342 w 1138513"/>
              <a:gd name="connsiteY7" fmla="*/ 646609 h 721380"/>
              <a:gd name="connsiteX8" fmla="*/ 463684 w 1138513"/>
              <a:gd name="connsiteY8" fmla="*/ 721380 h 721380"/>
              <a:gd name="connsiteX0" fmla="*/ 463684 w 1138513"/>
              <a:gd name="connsiteY0" fmla="*/ 721380 h 721380"/>
              <a:gd name="connsiteX1" fmla="*/ 610575 w 1138513"/>
              <a:gd name="connsiteY1" fmla="*/ 643699 h 721380"/>
              <a:gd name="connsiteX2" fmla="*/ 999851 w 1138513"/>
              <a:gd name="connsiteY2" fmla="*/ 544309 h 721380"/>
              <a:gd name="connsiteX3" fmla="*/ 1133577 w 1138513"/>
              <a:gd name="connsiteY3" fmla="*/ 253227 h 721380"/>
              <a:gd name="connsiteX4" fmla="*/ 852002 w 1138513"/>
              <a:gd name="connsiteY4" fmla="*/ 10739 h 721380"/>
              <a:gd name="connsiteX5" fmla="*/ 223273 w 1138513"/>
              <a:gd name="connsiteY5" fmla="*/ 64441 h 721380"/>
              <a:gd name="connsiteX6" fmla="*/ 0 w 1138513"/>
              <a:gd name="connsiteY6" fmla="*/ 337643 h 721380"/>
              <a:gd name="connsiteX7" fmla="*/ 396342 w 1138513"/>
              <a:gd name="connsiteY7" fmla="*/ 646609 h 721380"/>
              <a:gd name="connsiteX8" fmla="*/ 463684 w 1138513"/>
              <a:gd name="connsiteY8" fmla="*/ 721380 h 721380"/>
              <a:gd name="connsiteX0" fmla="*/ 463684 w 1136732"/>
              <a:gd name="connsiteY0" fmla="*/ 721380 h 721380"/>
              <a:gd name="connsiteX1" fmla="*/ 610575 w 1136732"/>
              <a:gd name="connsiteY1" fmla="*/ 643699 h 721380"/>
              <a:gd name="connsiteX2" fmla="*/ 999851 w 1136732"/>
              <a:gd name="connsiteY2" fmla="*/ 544309 h 721380"/>
              <a:gd name="connsiteX3" fmla="*/ 1133577 w 1136732"/>
              <a:gd name="connsiteY3" fmla="*/ 253227 h 721380"/>
              <a:gd name="connsiteX4" fmla="*/ 852002 w 1136732"/>
              <a:gd name="connsiteY4" fmla="*/ 10739 h 721380"/>
              <a:gd name="connsiteX5" fmla="*/ 223273 w 1136732"/>
              <a:gd name="connsiteY5" fmla="*/ 64441 h 721380"/>
              <a:gd name="connsiteX6" fmla="*/ 0 w 1136732"/>
              <a:gd name="connsiteY6" fmla="*/ 337643 h 721380"/>
              <a:gd name="connsiteX7" fmla="*/ 396342 w 1136732"/>
              <a:gd name="connsiteY7" fmla="*/ 646609 h 721380"/>
              <a:gd name="connsiteX8" fmla="*/ 463684 w 1136732"/>
              <a:gd name="connsiteY8" fmla="*/ 721380 h 721380"/>
              <a:gd name="connsiteX0" fmla="*/ 463684 w 1121891"/>
              <a:gd name="connsiteY0" fmla="*/ 721255 h 721255"/>
              <a:gd name="connsiteX1" fmla="*/ 610575 w 1121891"/>
              <a:gd name="connsiteY1" fmla="*/ 643574 h 721255"/>
              <a:gd name="connsiteX2" fmla="*/ 999851 w 1121891"/>
              <a:gd name="connsiteY2" fmla="*/ 544184 h 721255"/>
              <a:gd name="connsiteX3" fmla="*/ 1118177 w 1121891"/>
              <a:gd name="connsiteY3" fmla="*/ 251269 h 721255"/>
              <a:gd name="connsiteX4" fmla="*/ 852002 w 1121891"/>
              <a:gd name="connsiteY4" fmla="*/ 10614 h 721255"/>
              <a:gd name="connsiteX5" fmla="*/ 223273 w 1121891"/>
              <a:gd name="connsiteY5" fmla="*/ 64316 h 721255"/>
              <a:gd name="connsiteX6" fmla="*/ 0 w 1121891"/>
              <a:gd name="connsiteY6" fmla="*/ 337518 h 721255"/>
              <a:gd name="connsiteX7" fmla="*/ 396342 w 1121891"/>
              <a:gd name="connsiteY7" fmla="*/ 646484 h 721255"/>
              <a:gd name="connsiteX8" fmla="*/ 463684 w 1121891"/>
              <a:gd name="connsiteY8" fmla="*/ 721255 h 721255"/>
              <a:gd name="connsiteX0" fmla="*/ 463684 w 1123864"/>
              <a:gd name="connsiteY0" fmla="*/ 721255 h 721255"/>
              <a:gd name="connsiteX1" fmla="*/ 610575 w 1123864"/>
              <a:gd name="connsiteY1" fmla="*/ 643574 h 721255"/>
              <a:gd name="connsiteX2" fmla="*/ 999851 w 1123864"/>
              <a:gd name="connsiteY2" fmla="*/ 549682 h 721255"/>
              <a:gd name="connsiteX3" fmla="*/ 1118177 w 1123864"/>
              <a:gd name="connsiteY3" fmla="*/ 251269 h 721255"/>
              <a:gd name="connsiteX4" fmla="*/ 852002 w 1123864"/>
              <a:gd name="connsiteY4" fmla="*/ 10614 h 721255"/>
              <a:gd name="connsiteX5" fmla="*/ 223273 w 1123864"/>
              <a:gd name="connsiteY5" fmla="*/ 64316 h 721255"/>
              <a:gd name="connsiteX6" fmla="*/ 0 w 1123864"/>
              <a:gd name="connsiteY6" fmla="*/ 337518 h 721255"/>
              <a:gd name="connsiteX7" fmla="*/ 396342 w 1123864"/>
              <a:gd name="connsiteY7" fmla="*/ 646484 h 721255"/>
              <a:gd name="connsiteX8" fmla="*/ 463684 w 1123864"/>
              <a:gd name="connsiteY8" fmla="*/ 721255 h 721255"/>
              <a:gd name="connsiteX0" fmla="*/ 463684 w 1123864"/>
              <a:gd name="connsiteY0" fmla="*/ 721255 h 721255"/>
              <a:gd name="connsiteX1" fmla="*/ 610575 w 1123864"/>
              <a:gd name="connsiteY1" fmla="*/ 643574 h 721255"/>
              <a:gd name="connsiteX2" fmla="*/ 999851 w 1123864"/>
              <a:gd name="connsiteY2" fmla="*/ 549682 h 721255"/>
              <a:gd name="connsiteX3" fmla="*/ 1118177 w 1123864"/>
              <a:gd name="connsiteY3" fmla="*/ 251269 h 721255"/>
              <a:gd name="connsiteX4" fmla="*/ 852002 w 1123864"/>
              <a:gd name="connsiteY4" fmla="*/ 10614 h 721255"/>
              <a:gd name="connsiteX5" fmla="*/ 223273 w 1123864"/>
              <a:gd name="connsiteY5" fmla="*/ 64316 h 721255"/>
              <a:gd name="connsiteX6" fmla="*/ 0 w 1123864"/>
              <a:gd name="connsiteY6" fmla="*/ 337518 h 721255"/>
              <a:gd name="connsiteX7" fmla="*/ 396342 w 1123864"/>
              <a:gd name="connsiteY7" fmla="*/ 646484 h 721255"/>
              <a:gd name="connsiteX8" fmla="*/ 463684 w 1123864"/>
              <a:gd name="connsiteY8" fmla="*/ 721255 h 721255"/>
              <a:gd name="connsiteX0" fmla="*/ 463684 w 1123354"/>
              <a:gd name="connsiteY0" fmla="*/ 721255 h 721255"/>
              <a:gd name="connsiteX1" fmla="*/ 610575 w 1123354"/>
              <a:gd name="connsiteY1" fmla="*/ 643574 h 721255"/>
              <a:gd name="connsiteX2" fmla="*/ 999851 w 1123354"/>
              <a:gd name="connsiteY2" fmla="*/ 549682 h 721255"/>
              <a:gd name="connsiteX3" fmla="*/ 1118177 w 1123354"/>
              <a:gd name="connsiteY3" fmla="*/ 251269 h 721255"/>
              <a:gd name="connsiteX4" fmla="*/ 852002 w 1123354"/>
              <a:gd name="connsiteY4" fmla="*/ 10614 h 721255"/>
              <a:gd name="connsiteX5" fmla="*/ 223273 w 1123354"/>
              <a:gd name="connsiteY5" fmla="*/ 64316 h 721255"/>
              <a:gd name="connsiteX6" fmla="*/ 0 w 1123354"/>
              <a:gd name="connsiteY6" fmla="*/ 337518 h 721255"/>
              <a:gd name="connsiteX7" fmla="*/ 396342 w 1123354"/>
              <a:gd name="connsiteY7" fmla="*/ 646484 h 721255"/>
              <a:gd name="connsiteX8" fmla="*/ 463684 w 1123354"/>
              <a:gd name="connsiteY8" fmla="*/ 721255 h 721255"/>
              <a:gd name="connsiteX0" fmla="*/ 411324 w 1070994"/>
              <a:gd name="connsiteY0" fmla="*/ 721255 h 721255"/>
              <a:gd name="connsiteX1" fmla="*/ 558215 w 1070994"/>
              <a:gd name="connsiteY1" fmla="*/ 643574 h 721255"/>
              <a:gd name="connsiteX2" fmla="*/ 947491 w 1070994"/>
              <a:gd name="connsiteY2" fmla="*/ 549682 h 721255"/>
              <a:gd name="connsiteX3" fmla="*/ 1065817 w 1070994"/>
              <a:gd name="connsiteY3" fmla="*/ 251269 h 721255"/>
              <a:gd name="connsiteX4" fmla="*/ 799642 w 1070994"/>
              <a:gd name="connsiteY4" fmla="*/ 10614 h 721255"/>
              <a:gd name="connsiteX5" fmla="*/ 170913 w 1070994"/>
              <a:gd name="connsiteY5" fmla="*/ 64316 h 721255"/>
              <a:gd name="connsiteX6" fmla="*/ 0 w 1070994"/>
              <a:gd name="connsiteY6" fmla="*/ 339351 h 721255"/>
              <a:gd name="connsiteX7" fmla="*/ 343982 w 1070994"/>
              <a:gd name="connsiteY7" fmla="*/ 646484 h 721255"/>
              <a:gd name="connsiteX8" fmla="*/ 411324 w 1070994"/>
              <a:gd name="connsiteY8" fmla="*/ 721255 h 721255"/>
              <a:gd name="connsiteX0" fmla="*/ 391304 w 1050974"/>
              <a:gd name="connsiteY0" fmla="*/ 721255 h 721255"/>
              <a:gd name="connsiteX1" fmla="*/ 538195 w 1050974"/>
              <a:gd name="connsiteY1" fmla="*/ 643574 h 721255"/>
              <a:gd name="connsiteX2" fmla="*/ 927471 w 1050974"/>
              <a:gd name="connsiteY2" fmla="*/ 549682 h 721255"/>
              <a:gd name="connsiteX3" fmla="*/ 1045797 w 1050974"/>
              <a:gd name="connsiteY3" fmla="*/ 251269 h 721255"/>
              <a:gd name="connsiteX4" fmla="*/ 779622 w 1050974"/>
              <a:gd name="connsiteY4" fmla="*/ 10614 h 721255"/>
              <a:gd name="connsiteX5" fmla="*/ 150893 w 1050974"/>
              <a:gd name="connsiteY5" fmla="*/ 64316 h 721255"/>
              <a:gd name="connsiteX6" fmla="*/ 0 w 1050974"/>
              <a:gd name="connsiteY6" fmla="*/ 339351 h 721255"/>
              <a:gd name="connsiteX7" fmla="*/ 323962 w 1050974"/>
              <a:gd name="connsiteY7" fmla="*/ 646484 h 721255"/>
              <a:gd name="connsiteX8" fmla="*/ 391304 w 1050974"/>
              <a:gd name="connsiteY8" fmla="*/ 721255 h 721255"/>
              <a:gd name="connsiteX0" fmla="*/ 391304 w 1050974"/>
              <a:gd name="connsiteY0" fmla="*/ 721255 h 721255"/>
              <a:gd name="connsiteX1" fmla="*/ 538195 w 1050974"/>
              <a:gd name="connsiteY1" fmla="*/ 643574 h 721255"/>
              <a:gd name="connsiteX2" fmla="*/ 927471 w 1050974"/>
              <a:gd name="connsiteY2" fmla="*/ 549682 h 721255"/>
              <a:gd name="connsiteX3" fmla="*/ 1045797 w 1050974"/>
              <a:gd name="connsiteY3" fmla="*/ 251269 h 721255"/>
              <a:gd name="connsiteX4" fmla="*/ 779622 w 1050974"/>
              <a:gd name="connsiteY4" fmla="*/ 10614 h 721255"/>
              <a:gd name="connsiteX5" fmla="*/ 150893 w 1050974"/>
              <a:gd name="connsiteY5" fmla="*/ 64316 h 721255"/>
              <a:gd name="connsiteX6" fmla="*/ 0 w 1050974"/>
              <a:gd name="connsiteY6" fmla="*/ 339351 h 721255"/>
              <a:gd name="connsiteX7" fmla="*/ 323962 w 1050974"/>
              <a:gd name="connsiteY7" fmla="*/ 646484 h 721255"/>
              <a:gd name="connsiteX8" fmla="*/ 391304 w 1050974"/>
              <a:gd name="connsiteY8" fmla="*/ 721255 h 721255"/>
              <a:gd name="connsiteX0" fmla="*/ 391304 w 1050974"/>
              <a:gd name="connsiteY0" fmla="*/ 723864 h 723864"/>
              <a:gd name="connsiteX1" fmla="*/ 538195 w 1050974"/>
              <a:gd name="connsiteY1" fmla="*/ 646183 h 723864"/>
              <a:gd name="connsiteX2" fmla="*/ 927471 w 1050974"/>
              <a:gd name="connsiteY2" fmla="*/ 552291 h 723864"/>
              <a:gd name="connsiteX3" fmla="*/ 1045797 w 1050974"/>
              <a:gd name="connsiteY3" fmla="*/ 253878 h 723864"/>
              <a:gd name="connsiteX4" fmla="*/ 779622 w 1050974"/>
              <a:gd name="connsiteY4" fmla="*/ 13223 h 723864"/>
              <a:gd name="connsiteX5" fmla="*/ 201713 w 1050974"/>
              <a:gd name="connsiteY5" fmla="*/ 55929 h 723864"/>
              <a:gd name="connsiteX6" fmla="*/ 0 w 1050974"/>
              <a:gd name="connsiteY6" fmla="*/ 341960 h 723864"/>
              <a:gd name="connsiteX7" fmla="*/ 323962 w 1050974"/>
              <a:gd name="connsiteY7" fmla="*/ 649093 h 723864"/>
              <a:gd name="connsiteX8" fmla="*/ 391304 w 1050974"/>
              <a:gd name="connsiteY8" fmla="*/ 723864 h 723864"/>
              <a:gd name="connsiteX0" fmla="*/ 391304 w 1050974"/>
              <a:gd name="connsiteY0" fmla="*/ 722931 h 722931"/>
              <a:gd name="connsiteX1" fmla="*/ 538195 w 1050974"/>
              <a:gd name="connsiteY1" fmla="*/ 645250 h 722931"/>
              <a:gd name="connsiteX2" fmla="*/ 927471 w 1050974"/>
              <a:gd name="connsiteY2" fmla="*/ 551358 h 722931"/>
              <a:gd name="connsiteX3" fmla="*/ 1045797 w 1050974"/>
              <a:gd name="connsiteY3" fmla="*/ 252945 h 722931"/>
              <a:gd name="connsiteX4" fmla="*/ 779622 w 1050974"/>
              <a:gd name="connsiteY4" fmla="*/ 12290 h 722931"/>
              <a:gd name="connsiteX5" fmla="*/ 215573 w 1050974"/>
              <a:gd name="connsiteY5" fmla="*/ 58661 h 722931"/>
              <a:gd name="connsiteX6" fmla="*/ 0 w 1050974"/>
              <a:gd name="connsiteY6" fmla="*/ 341027 h 722931"/>
              <a:gd name="connsiteX7" fmla="*/ 323962 w 1050974"/>
              <a:gd name="connsiteY7" fmla="*/ 648160 h 722931"/>
              <a:gd name="connsiteX8" fmla="*/ 391304 w 1050974"/>
              <a:gd name="connsiteY8" fmla="*/ 722931 h 722931"/>
              <a:gd name="connsiteX0" fmla="*/ 382064 w 1041734"/>
              <a:gd name="connsiteY0" fmla="*/ 722931 h 722931"/>
              <a:gd name="connsiteX1" fmla="*/ 528955 w 1041734"/>
              <a:gd name="connsiteY1" fmla="*/ 645250 h 722931"/>
              <a:gd name="connsiteX2" fmla="*/ 918231 w 1041734"/>
              <a:gd name="connsiteY2" fmla="*/ 551358 h 722931"/>
              <a:gd name="connsiteX3" fmla="*/ 1036557 w 1041734"/>
              <a:gd name="connsiteY3" fmla="*/ 252945 h 722931"/>
              <a:gd name="connsiteX4" fmla="*/ 770382 w 1041734"/>
              <a:gd name="connsiteY4" fmla="*/ 12290 h 722931"/>
              <a:gd name="connsiteX5" fmla="*/ 206333 w 1041734"/>
              <a:gd name="connsiteY5" fmla="*/ 58661 h 722931"/>
              <a:gd name="connsiteX6" fmla="*/ 0 w 1041734"/>
              <a:gd name="connsiteY6" fmla="*/ 342860 h 722931"/>
              <a:gd name="connsiteX7" fmla="*/ 314722 w 1041734"/>
              <a:gd name="connsiteY7" fmla="*/ 648160 h 722931"/>
              <a:gd name="connsiteX8" fmla="*/ 382064 w 1041734"/>
              <a:gd name="connsiteY8" fmla="*/ 722931 h 722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41734" h="722931">
                <a:moveTo>
                  <a:pt x="382064" y="722931"/>
                </a:moveTo>
                <a:cubicBezTo>
                  <a:pt x="406019" y="660055"/>
                  <a:pt x="439594" y="666515"/>
                  <a:pt x="528955" y="645250"/>
                </a:cubicBezTo>
                <a:cubicBezTo>
                  <a:pt x="618316" y="623985"/>
                  <a:pt x="833631" y="616742"/>
                  <a:pt x="918231" y="551358"/>
                </a:cubicBezTo>
                <a:cubicBezTo>
                  <a:pt x="1002831" y="485974"/>
                  <a:pt x="1059658" y="370279"/>
                  <a:pt x="1036557" y="252945"/>
                </a:cubicBezTo>
                <a:cubicBezTo>
                  <a:pt x="1013456" y="135611"/>
                  <a:pt x="908753" y="44671"/>
                  <a:pt x="770382" y="12290"/>
                </a:cubicBezTo>
                <a:cubicBezTo>
                  <a:pt x="632011" y="-20091"/>
                  <a:pt x="338916" y="17165"/>
                  <a:pt x="206333" y="58661"/>
                </a:cubicBezTo>
                <a:cubicBezTo>
                  <a:pt x="73750" y="100157"/>
                  <a:pt x="1822" y="199023"/>
                  <a:pt x="0" y="342860"/>
                </a:cubicBezTo>
                <a:cubicBezTo>
                  <a:pt x="27105" y="498943"/>
                  <a:pt x="87932" y="573770"/>
                  <a:pt x="314722" y="648160"/>
                </a:cubicBezTo>
                <a:cubicBezTo>
                  <a:pt x="367872" y="666162"/>
                  <a:pt x="382064" y="722931"/>
                  <a:pt x="382064" y="722931"/>
                </a:cubicBezTo>
                <a:close/>
              </a:path>
            </a:pathLst>
          </a:custGeom>
          <a:solidFill>
            <a:schemeClr val="bg1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ECC812-F2A9-46D4-9B78-6659C68ED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2671" y="1932214"/>
            <a:ext cx="6966858" cy="309154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7A37F60-69E7-41AC-BC9A-9DBC3B577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492880">
            <a:off x="2455668" y="1103025"/>
            <a:ext cx="8982171" cy="5009917"/>
          </a:xfrm>
          <a:custGeom>
            <a:avLst/>
            <a:gdLst>
              <a:gd name="connsiteX0" fmla="*/ 284628 w 960507"/>
              <a:gd name="connsiteY0" fmla="*/ 725426 h 725435"/>
              <a:gd name="connsiteX1" fmla="*/ 429979 w 960507"/>
              <a:gd name="connsiteY1" fmla="*/ 636749 h 725435"/>
              <a:gd name="connsiteX2" fmla="*/ 805646 w 960507"/>
              <a:gd name="connsiteY2" fmla="*/ 523401 h 725435"/>
              <a:gd name="connsiteX3" fmla="*/ 954521 w 960507"/>
              <a:gd name="connsiteY3" fmla="*/ 257273 h 725435"/>
              <a:gd name="connsiteX4" fmla="*/ 674486 w 960507"/>
              <a:gd name="connsiteY4" fmla="*/ 5622 h 725435"/>
              <a:gd name="connsiteX5" fmla="*/ 15261 w 960507"/>
              <a:gd name="connsiteY5" fmla="*/ 246605 h 725435"/>
              <a:gd name="connsiteX6" fmla="*/ 217286 w 960507"/>
              <a:gd name="connsiteY6" fmla="*/ 650655 h 725435"/>
              <a:gd name="connsiteX7" fmla="*/ 284628 w 960507"/>
              <a:gd name="connsiteY7" fmla="*/ 725426 h 725435"/>
              <a:gd name="connsiteX0" fmla="*/ 284667 w 961601"/>
              <a:gd name="connsiteY0" fmla="*/ 725435 h 725435"/>
              <a:gd name="connsiteX1" fmla="*/ 430018 w 961601"/>
              <a:gd name="connsiteY1" fmla="*/ 636758 h 725435"/>
              <a:gd name="connsiteX2" fmla="*/ 820834 w 961601"/>
              <a:gd name="connsiteY2" fmla="*/ 548364 h 725435"/>
              <a:gd name="connsiteX3" fmla="*/ 954560 w 961601"/>
              <a:gd name="connsiteY3" fmla="*/ 257282 h 725435"/>
              <a:gd name="connsiteX4" fmla="*/ 674525 w 961601"/>
              <a:gd name="connsiteY4" fmla="*/ 5631 h 725435"/>
              <a:gd name="connsiteX5" fmla="*/ 15300 w 961601"/>
              <a:gd name="connsiteY5" fmla="*/ 246614 h 725435"/>
              <a:gd name="connsiteX6" fmla="*/ 217325 w 961601"/>
              <a:gd name="connsiteY6" fmla="*/ 650664 h 725435"/>
              <a:gd name="connsiteX7" fmla="*/ 284667 w 961601"/>
              <a:gd name="connsiteY7" fmla="*/ 725435 h 725435"/>
              <a:gd name="connsiteX0" fmla="*/ 284667 w 961601"/>
              <a:gd name="connsiteY0" fmla="*/ 725962 h 725962"/>
              <a:gd name="connsiteX1" fmla="*/ 430018 w 961601"/>
              <a:gd name="connsiteY1" fmla="*/ 637285 h 725962"/>
              <a:gd name="connsiteX2" fmla="*/ 820834 w 961601"/>
              <a:gd name="connsiteY2" fmla="*/ 548891 h 725962"/>
              <a:gd name="connsiteX3" fmla="*/ 954560 w 961601"/>
              <a:gd name="connsiteY3" fmla="*/ 257809 h 725962"/>
              <a:gd name="connsiteX4" fmla="*/ 674525 w 961601"/>
              <a:gd name="connsiteY4" fmla="*/ 6158 h 725962"/>
              <a:gd name="connsiteX5" fmla="*/ 15300 w 961601"/>
              <a:gd name="connsiteY5" fmla="*/ 247141 h 725962"/>
              <a:gd name="connsiteX6" fmla="*/ 217325 w 961601"/>
              <a:gd name="connsiteY6" fmla="*/ 651191 h 725962"/>
              <a:gd name="connsiteX7" fmla="*/ 284667 w 961601"/>
              <a:gd name="connsiteY7" fmla="*/ 725962 h 725962"/>
              <a:gd name="connsiteX0" fmla="*/ 410902 w 1087836"/>
              <a:gd name="connsiteY0" fmla="*/ 719810 h 719810"/>
              <a:gd name="connsiteX1" fmla="*/ 556253 w 1087836"/>
              <a:gd name="connsiteY1" fmla="*/ 631133 h 719810"/>
              <a:gd name="connsiteX2" fmla="*/ 947069 w 1087836"/>
              <a:gd name="connsiteY2" fmla="*/ 542739 h 719810"/>
              <a:gd name="connsiteX3" fmla="*/ 1080795 w 1087836"/>
              <a:gd name="connsiteY3" fmla="*/ 251657 h 719810"/>
              <a:gd name="connsiteX4" fmla="*/ 800760 w 1087836"/>
              <a:gd name="connsiteY4" fmla="*/ 6 h 719810"/>
              <a:gd name="connsiteX5" fmla="*/ 5261 w 1087836"/>
              <a:gd name="connsiteY5" fmla="*/ 248982 h 719810"/>
              <a:gd name="connsiteX6" fmla="*/ 343560 w 1087836"/>
              <a:gd name="connsiteY6" fmla="*/ 645039 h 719810"/>
              <a:gd name="connsiteX7" fmla="*/ 410902 w 1087836"/>
              <a:gd name="connsiteY7" fmla="*/ 719810 h 719810"/>
              <a:gd name="connsiteX0" fmla="*/ 412791 w 1089725"/>
              <a:gd name="connsiteY0" fmla="*/ 726835 h 726835"/>
              <a:gd name="connsiteX1" fmla="*/ 558142 w 1089725"/>
              <a:gd name="connsiteY1" fmla="*/ 638158 h 726835"/>
              <a:gd name="connsiteX2" fmla="*/ 948958 w 1089725"/>
              <a:gd name="connsiteY2" fmla="*/ 549764 h 726835"/>
              <a:gd name="connsiteX3" fmla="*/ 1082684 w 1089725"/>
              <a:gd name="connsiteY3" fmla="*/ 258682 h 726835"/>
              <a:gd name="connsiteX4" fmla="*/ 802649 w 1089725"/>
              <a:gd name="connsiteY4" fmla="*/ 7031 h 726835"/>
              <a:gd name="connsiteX5" fmla="*/ 171027 w 1089725"/>
              <a:gd name="connsiteY5" fmla="*/ 85967 h 726835"/>
              <a:gd name="connsiteX6" fmla="*/ 7150 w 1089725"/>
              <a:gd name="connsiteY6" fmla="*/ 256007 h 726835"/>
              <a:gd name="connsiteX7" fmla="*/ 345449 w 1089725"/>
              <a:gd name="connsiteY7" fmla="*/ 652064 h 726835"/>
              <a:gd name="connsiteX8" fmla="*/ 412791 w 1089725"/>
              <a:gd name="connsiteY8" fmla="*/ 726835 h 726835"/>
              <a:gd name="connsiteX0" fmla="*/ 409002 w 1085936"/>
              <a:gd name="connsiteY0" fmla="*/ 726835 h 726835"/>
              <a:gd name="connsiteX1" fmla="*/ 554353 w 1085936"/>
              <a:gd name="connsiteY1" fmla="*/ 638158 h 726835"/>
              <a:gd name="connsiteX2" fmla="*/ 945169 w 1085936"/>
              <a:gd name="connsiteY2" fmla="*/ 549764 h 726835"/>
              <a:gd name="connsiteX3" fmla="*/ 1078895 w 1085936"/>
              <a:gd name="connsiteY3" fmla="*/ 258682 h 726835"/>
              <a:gd name="connsiteX4" fmla="*/ 798860 w 1085936"/>
              <a:gd name="connsiteY4" fmla="*/ 7031 h 726835"/>
              <a:gd name="connsiteX5" fmla="*/ 167238 w 1085936"/>
              <a:gd name="connsiteY5" fmla="*/ 85967 h 726835"/>
              <a:gd name="connsiteX6" fmla="*/ 7460 w 1085936"/>
              <a:gd name="connsiteY6" fmla="*/ 285590 h 726835"/>
              <a:gd name="connsiteX7" fmla="*/ 341660 w 1085936"/>
              <a:gd name="connsiteY7" fmla="*/ 652064 h 726835"/>
              <a:gd name="connsiteX8" fmla="*/ 409002 w 1085936"/>
              <a:gd name="connsiteY8" fmla="*/ 726835 h 726835"/>
              <a:gd name="connsiteX0" fmla="*/ 409002 w 1085936"/>
              <a:gd name="connsiteY0" fmla="*/ 726835 h 726835"/>
              <a:gd name="connsiteX1" fmla="*/ 554353 w 1085936"/>
              <a:gd name="connsiteY1" fmla="*/ 638158 h 726835"/>
              <a:gd name="connsiteX2" fmla="*/ 945169 w 1085936"/>
              <a:gd name="connsiteY2" fmla="*/ 549764 h 726835"/>
              <a:gd name="connsiteX3" fmla="*/ 1078895 w 1085936"/>
              <a:gd name="connsiteY3" fmla="*/ 258682 h 726835"/>
              <a:gd name="connsiteX4" fmla="*/ 798860 w 1085936"/>
              <a:gd name="connsiteY4" fmla="*/ 7031 h 726835"/>
              <a:gd name="connsiteX5" fmla="*/ 167238 w 1085936"/>
              <a:gd name="connsiteY5" fmla="*/ 85967 h 726835"/>
              <a:gd name="connsiteX6" fmla="*/ 7460 w 1085936"/>
              <a:gd name="connsiteY6" fmla="*/ 285590 h 726835"/>
              <a:gd name="connsiteX7" fmla="*/ 341660 w 1085936"/>
              <a:gd name="connsiteY7" fmla="*/ 652064 h 726835"/>
              <a:gd name="connsiteX8" fmla="*/ 409002 w 1085936"/>
              <a:gd name="connsiteY8" fmla="*/ 726835 h 726835"/>
              <a:gd name="connsiteX0" fmla="*/ 407340 w 1084274"/>
              <a:gd name="connsiteY0" fmla="*/ 726835 h 726835"/>
              <a:gd name="connsiteX1" fmla="*/ 552691 w 1084274"/>
              <a:gd name="connsiteY1" fmla="*/ 638158 h 726835"/>
              <a:gd name="connsiteX2" fmla="*/ 943507 w 1084274"/>
              <a:gd name="connsiteY2" fmla="*/ 549764 h 726835"/>
              <a:gd name="connsiteX3" fmla="*/ 1077233 w 1084274"/>
              <a:gd name="connsiteY3" fmla="*/ 258682 h 726835"/>
              <a:gd name="connsiteX4" fmla="*/ 797198 w 1084274"/>
              <a:gd name="connsiteY4" fmla="*/ 7031 h 726835"/>
              <a:gd name="connsiteX5" fmla="*/ 165576 w 1084274"/>
              <a:gd name="connsiteY5" fmla="*/ 85967 h 726835"/>
              <a:gd name="connsiteX6" fmla="*/ 5798 w 1084274"/>
              <a:gd name="connsiteY6" fmla="*/ 285590 h 726835"/>
              <a:gd name="connsiteX7" fmla="*/ 339998 w 1084274"/>
              <a:gd name="connsiteY7" fmla="*/ 652064 h 726835"/>
              <a:gd name="connsiteX8" fmla="*/ 407340 w 1084274"/>
              <a:gd name="connsiteY8" fmla="*/ 726835 h 726835"/>
              <a:gd name="connsiteX0" fmla="*/ 405193 w 1082127"/>
              <a:gd name="connsiteY0" fmla="*/ 726835 h 726835"/>
              <a:gd name="connsiteX1" fmla="*/ 550544 w 1082127"/>
              <a:gd name="connsiteY1" fmla="*/ 638158 h 726835"/>
              <a:gd name="connsiteX2" fmla="*/ 941360 w 1082127"/>
              <a:gd name="connsiteY2" fmla="*/ 549764 h 726835"/>
              <a:gd name="connsiteX3" fmla="*/ 1075086 w 1082127"/>
              <a:gd name="connsiteY3" fmla="*/ 258682 h 726835"/>
              <a:gd name="connsiteX4" fmla="*/ 795051 w 1082127"/>
              <a:gd name="connsiteY4" fmla="*/ 7031 h 726835"/>
              <a:gd name="connsiteX5" fmla="*/ 163429 w 1082127"/>
              <a:gd name="connsiteY5" fmla="*/ 85967 h 726835"/>
              <a:gd name="connsiteX6" fmla="*/ 5959 w 1082127"/>
              <a:gd name="connsiteY6" fmla="*/ 336874 h 726835"/>
              <a:gd name="connsiteX7" fmla="*/ 337851 w 1082127"/>
              <a:gd name="connsiteY7" fmla="*/ 652064 h 726835"/>
              <a:gd name="connsiteX8" fmla="*/ 405193 w 1082127"/>
              <a:gd name="connsiteY8" fmla="*/ 726835 h 726835"/>
              <a:gd name="connsiteX0" fmla="*/ 405097 w 1082031"/>
              <a:gd name="connsiteY0" fmla="*/ 727553 h 727553"/>
              <a:gd name="connsiteX1" fmla="*/ 550448 w 1082031"/>
              <a:gd name="connsiteY1" fmla="*/ 638876 h 727553"/>
              <a:gd name="connsiteX2" fmla="*/ 941264 w 1082031"/>
              <a:gd name="connsiteY2" fmla="*/ 550482 h 727553"/>
              <a:gd name="connsiteX3" fmla="*/ 1074990 w 1082031"/>
              <a:gd name="connsiteY3" fmla="*/ 259400 h 727553"/>
              <a:gd name="connsiteX4" fmla="*/ 794955 w 1082031"/>
              <a:gd name="connsiteY4" fmla="*/ 7749 h 727553"/>
              <a:gd name="connsiteX5" fmla="*/ 164686 w 1082031"/>
              <a:gd name="connsiteY5" fmla="*/ 81610 h 727553"/>
              <a:gd name="connsiteX6" fmla="*/ 5863 w 1082031"/>
              <a:gd name="connsiteY6" fmla="*/ 337592 h 727553"/>
              <a:gd name="connsiteX7" fmla="*/ 337755 w 1082031"/>
              <a:gd name="connsiteY7" fmla="*/ 652782 h 727553"/>
              <a:gd name="connsiteX8" fmla="*/ 405097 w 1082031"/>
              <a:gd name="connsiteY8" fmla="*/ 727553 h 727553"/>
              <a:gd name="connsiteX0" fmla="*/ 427815 w 1104749"/>
              <a:gd name="connsiteY0" fmla="*/ 727553 h 727553"/>
              <a:gd name="connsiteX1" fmla="*/ 573166 w 1104749"/>
              <a:gd name="connsiteY1" fmla="*/ 638876 h 727553"/>
              <a:gd name="connsiteX2" fmla="*/ 963982 w 1104749"/>
              <a:gd name="connsiteY2" fmla="*/ 550482 h 727553"/>
              <a:gd name="connsiteX3" fmla="*/ 1097708 w 1104749"/>
              <a:gd name="connsiteY3" fmla="*/ 259400 h 727553"/>
              <a:gd name="connsiteX4" fmla="*/ 817673 w 1104749"/>
              <a:gd name="connsiteY4" fmla="*/ 7749 h 727553"/>
              <a:gd name="connsiteX5" fmla="*/ 187404 w 1104749"/>
              <a:gd name="connsiteY5" fmla="*/ 81610 h 727553"/>
              <a:gd name="connsiteX6" fmla="*/ 4537 w 1104749"/>
              <a:gd name="connsiteY6" fmla="*/ 344274 h 727553"/>
              <a:gd name="connsiteX7" fmla="*/ 360473 w 1104749"/>
              <a:gd name="connsiteY7" fmla="*/ 652782 h 727553"/>
              <a:gd name="connsiteX8" fmla="*/ 427815 w 1104749"/>
              <a:gd name="connsiteY8" fmla="*/ 727553 h 727553"/>
              <a:gd name="connsiteX0" fmla="*/ 423278 w 1100212"/>
              <a:gd name="connsiteY0" fmla="*/ 727553 h 727553"/>
              <a:gd name="connsiteX1" fmla="*/ 568629 w 1100212"/>
              <a:gd name="connsiteY1" fmla="*/ 638876 h 727553"/>
              <a:gd name="connsiteX2" fmla="*/ 959445 w 1100212"/>
              <a:gd name="connsiteY2" fmla="*/ 550482 h 727553"/>
              <a:gd name="connsiteX3" fmla="*/ 1093171 w 1100212"/>
              <a:gd name="connsiteY3" fmla="*/ 259400 h 727553"/>
              <a:gd name="connsiteX4" fmla="*/ 813136 w 1100212"/>
              <a:gd name="connsiteY4" fmla="*/ 7749 h 727553"/>
              <a:gd name="connsiteX5" fmla="*/ 182867 w 1100212"/>
              <a:gd name="connsiteY5" fmla="*/ 81610 h 727553"/>
              <a:gd name="connsiteX6" fmla="*/ 0 w 1100212"/>
              <a:gd name="connsiteY6" fmla="*/ 344274 h 727553"/>
              <a:gd name="connsiteX7" fmla="*/ 355936 w 1100212"/>
              <a:gd name="connsiteY7" fmla="*/ 652782 h 727553"/>
              <a:gd name="connsiteX8" fmla="*/ 423278 w 1100212"/>
              <a:gd name="connsiteY8" fmla="*/ 727553 h 727553"/>
              <a:gd name="connsiteX0" fmla="*/ 423278 w 1100212"/>
              <a:gd name="connsiteY0" fmla="*/ 727553 h 727553"/>
              <a:gd name="connsiteX1" fmla="*/ 568629 w 1100212"/>
              <a:gd name="connsiteY1" fmla="*/ 638876 h 727553"/>
              <a:gd name="connsiteX2" fmla="*/ 959445 w 1100212"/>
              <a:gd name="connsiteY2" fmla="*/ 550482 h 727553"/>
              <a:gd name="connsiteX3" fmla="*/ 1093171 w 1100212"/>
              <a:gd name="connsiteY3" fmla="*/ 259400 h 727553"/>
              <a:gd name="connsiteX4" fmla="*/ 813136 w 1100212"/>
              <a:gd name="connsiteY4" fmla="*/ 7749 h 727553"/>
              <a:gd name="connsiteX5" fmla="*/ 182867 w 1100212"/>
              <a:gd name="connsiteY5" fmla="*/ 81610 h 727553"/>
              <a:gd name="connsiteX6" fmla="*/ 0 w 1100212"/>
              <a:gd name="connsiteY6" fmla="*/ 344274 h 727553"/>
              <a:gd name="connsiteX7" fmla="*/ 355936 w 1100212"/>
              <a:gd name="connsiteY7" fmla="*/ 652782 h 727553"/>
              <a:gd name="connsiteX8" fmla="*/ 423278 w 1100212"/>
              <a:gd name="connsiteY8" fmla="*/ 727553 h 727553"/>
              <a:gd name="connsiteX0" fmla="*/ 437503 w 1114437"/>
              <a:gd name="connsiteY0" fmla="*/ 727553 h 727553"/>
              <a:gd name="connsiteX1" fmla="*/ 582854 w 1114437"/>
              <a:gd name="connsiteY1" fmla="*/ 638876 h 727553"/>
              <a:gd name="connsiteX2" fmla="*/ 973670 w 1114437"/>
              <a:gd name="connsiteY2" fmla="*/ 550482 h 727553"/>
              <a:gd name="connsiteX3" fmla="*/ 1107396 w 1114437"/>
              <a:gd name="connsiteY3" fmla="*/ 259400 h 727553"/>
              <a:gd name="connsiteX4" fmla="*/ 827361 w 1114437"/>
              <a:gd name="connsiteY4" fmla="*/ 7749 h 727553"/>
              <a:gd name="connsiteX5" fmla="*/ 197092 w 1114437"/>
              <a:gd name="connsiteY5" fmla="*/ 81610 h 727553"/>
              <a:gd name="connsiteX6" fmla="*/ 0 w 1114437"/>
              <a:gd name="connsiteY6" fmla="*/ 341962 h 727553"/>
              <a:gd name="connsiteX7" fmla="*/ 370161 w 1114437"/>
              <a:gd name="connsiteY7" fmla="*/ 652782 h 727553"/>
              <a:gd name="connsiteX8" fmla="*/ 437503 w 1114437"/>
              <a:gd name="connsiteY8" fmla="*/ 727553 h 727553"/>
              <a:gd name="connsiteX0" fmla="*/ 463684 w 1140618"/>
              <a:gd name="connsiteY0" fmla="*/ 727553 h 727553"/>
              <a:gd name="connsiteX1" fmla="*/ 609035 w 1140618"/>
              <a:gd name="connsiteY1" fmla="*/ 638876 h 727553"/>
              <a:gd name="connsiteX2" fmla="*/ 999851 w 1140618"/>
              <a:gd name="connsiteY2" fmla="*/ 550482 h 727553"/>
              <a:gd name="connsiteX3" fmla="*/ 1133577 w 1140618"/>
              <a:gd name="connsiteY3" fmla="*/ 259400 h 727553"/>
              <a:gd name="connsiteX4" fmla="*/ 853542 w 1140618"/>
              <a:gd name="connsiteY4" fmla="*/ 7749 h 727553"/>
              <a:gd name="connsiteX5" fmla="*/ 223273 w 1140618"/>
              <a:gd name="connsiteY5" fmla="*/ 81610 h 727553"/>
              <a:gd name="connsiteX6" fmla="*/ 0 w 1140618"/>
              <a:gd name="connsiteY6" fmla="*/ 343816 h 727553"/>
              <a:gd name="connsiteX7" fmla="*/ 396342 w 1140618"/>
              <a:gd name="connsiteY7" fmla="*/ 652782 h 727553"/>
              <a:gd name="connsiteX8" fmla="*/ 463684 w 1140618"/>
              <a:gd name="connsiteY8" fmla="*/ 727553 h 727553"/>
              <a:gd name="connsiteX0" fmla="*/ 463684 w 1140714"/>
              <a:gd name="connsiteY0" fmla="*/ 719277 h 719277"/>
              <a:gd name="connsiteX1" fmla="*/ 609035 w 1140714"/>
              <a:gd name="connsiteY1" fmla="*/ 630600 h 719277"/>
              <a:gd name="connsiteX2" fmla="*/ 999851 w 1140714"/>
              <a:gd name="connsiteY2" fmla="*/ 542206 h 719277"/>
              <a:gd name="connsiteX3" fmla="*/ 1133577 w 1140714"/>
              <a:gd name="connsiteY3" fmla="*/ 251124 h 719277"/>
              <a:gd name="connsiteX4" fmla="*/ 852002 w 1140714"/>
              <a:gd name="connsiteY4" fmla="*/ 8636 h 719277"/>
              <a:gd name="connsiteX5" fmla="*/ 223273 w 1140714"/>
              <a:gd name="connsiteY5" fmla="*/ 73334 h 719277"/>
              <a:gd name="connsiteX6" fmla="*/ 0 w 1140714"/>
              <a:gd name="connsiteY6" fmla="*/ 335540 h 719277"/>
              <a:gd name="connsiteX7" fmla="*/ 396342 w 1140714"/>
              <a:gd name="connsiteY7" fmla="*/ 644506 h 719277"/>
              <a:gd name="connsiteX8" fmla="*/ 463684 w 1140714"/>
              <a:gd name="connsiteY8" fmla="*/ 719277 h 719277"/>
              <a:gd name="connsiteX0" fmla="*/ 463684 w 1140714"/>
              <a:gd name="connsiteY0" fmla="*/ 721380 h 721380"/>
              <a:gd name="connsiteX1" fmla="*/ 609035 w 1140714"/>
              <a:gd name="connsiteY1" fmla="*/ 632703 h 721380"/>
              <a:gd name="connsiteX2" fmla="*/ 999851 w 1140714"/>
              <a:gd name="connsiteY2" fmla="*/ 544309 h 721380"/>
              <a:gd name="connsiteX3" fmla="*/ 1133577 w 1140714"/>
              <a:gd name="connsiteY3" fmla="*/ 253227 h 721380"/>
              <a:gd name="connsiteX4" fmla="*/ 852002 w 1140714"/>
              <a:gd name="connsiteY4" fmla="*/ 10739 h 721380"/>
              <a:gd name="connsiteX5" fmla="*/ 223273 w 1140714"/>
              <a:gd name="connsiteY5" fmla="*/ 64441 h 721380"/>
              <a:gd name="connsiteX6" fmla="*/ 0 w 1140714"/>
              <a:gd name="connsiteY6" fmla="*/ 337643 h 721380"/>
              <a:gd name="connsiteX7" fmla="*/ 396342 w 1140714"/>
              <a:gd name="connsiteY7" fmla="*/ 646609 h 721380"/>
              <a:gd name="connsiteX8" fmla="*/ 463684 w 1140714"/>
              <a:gd name="connsiteY8" fmla="*/ 721380 h 721380"/>
              <a:gd name="connsiteX0" fmla="*/ 463684 w 1140714"/>
              <a:gd name="connsiteY0" fmla="*/ 721380 h 721380"/>
              <a:gd name="connsiteX1" fmla="*/ 609035 w 1140714"/>
              <a:gd name="connsiteY1" fmla="*/ 632703 h 721380"/>
              <a:gd name="connsiteX2" fmla="*/ 999851 w 1140714"/>
              <a:gd name="connsiteY2" fmla="*/ 544309 h 721380"/>
              <a:gd name="connsiteX3" fmla="*/ 1133577 w 1140714"/>
              <a:gd name="connsiteY3" fmla="*/ 253227 h 721380"/>
              <a:gd name="connsiteX4" fmla="*/ 852002 w 1140714"/>
              <a:gd name="connsiteY4" fmla="*/ 10739 h 721380"/>
              <a:gd name="connsiteX5" fmla="*/ 223273 w 1140714"/>
              <a:gd name="connsiteY5" fmla="*/ 64441 h 721380"/>
              <a:gd name="connsiteX6" fmla="*/ 0 w 1140714"/>
              <a:gd name="connsiteY6" fmla="*/ 337643 h 721380"/>
              <a:gd name="connsiteX7" fmla="*/ 396342 w 1140714"/>
              <a:gd name="connsiteY7" fmla="*/ 646609 h 721380"/>
              <a:gd name="connsiteX8" fmla="*/ 463684 w 1140714"/>
              <a:gd name="connsiteY8" fmla="*/ 721380 h 721380"/>
              <a:gd name="connsiteX0" fmla="*/ 463684 w 1138513"/>
              <a:gd name="connsiteY0" fmla="*/ 721380 h 721380"/>
              <a:gd name="connsiteX1" fmla="*/ 610575 w 1138513"/>
              <a:gd name="connsiteY1" fmla="*/ 643699 h 721380"/>
              <a:gd name="connsiteX2" fmla="*/ 999851 w 1138513"/>
              <a:gd name="connsiteY2" fmla="*/ 544309 h 721380"/>
              <a:gd name="connsiteX3" fmla="*/ 1133577 w 1138513"/>
              <a:gd name="connsiteY3" fmla="*/ 253227 h 721380"/>
              <a:gd name="connsiteX4" fmla="*/ 852002 w 1138513"/>
              <a:gd name="connsiteY4" fmla="*/ 10739 h 721380"/>
              <a:gd name="connsiteX5" fmla="*/ 223273 w 1138513"/>
              <a:gd name="connsiteY5" fmla="*/ 64441 h 721380"/>
              <a:gd name="connsiteX6" fmla="*/ 0 w 1138513"/>
              <a:gd name="connsiteY6" fmla="*/ 337643 h 721380"/>
              <a:gd name="connsiteX7" fmla="*/ 396342 w 1138513"/>
              <a:gd name="connsiteY7" fmla="*/ 646609 h 721380"/>
              <a:gd name="connsiteX8" fmla="*/ 463684 w 1138513"/>
              <a:gd name="connsiteY8" fmla="*/ 721380 h 721380"/>
              <a:gd name="connsiteX0" fmla="*/ 463684 w 1138513"/>
              <a:gd name="connsiteY0" fmla="*/ 721380 h 721380"/>
              <a:gd name="connsiteX1" fmla="*/ 610575 w 1138513"/>
              <a:gd name="connsiteY1" fmla="*/ 643699 h 721380"/>
              <a:gd name="connsiteX2" fmla="*/ 999851 w 1138513"/>
              <a:gd name="connsiteY2" fmla="*/ 544309 h 721380"/>
              <a:gd name="connsiteX3" fmla="*/ 1133577 w 1138513"/>
              <a:gd name="connsiteY3" fmla="*/ 253227 h 721380"/>
              <a:gd name="connsiteX4" fmla="*/ 852002 w 1138513"/>
              <a:gd name="connsiteY4" fmla="*/ 10739 h 721380"/>
              <a:gd name="connsiteX5" fmla="*/ 223273 w 1138513"/>
              <a:gd name="connsiteY5" fmla="*/ 64441 h 721380"/>
              <a:gd name="connsiteX6" fmla="*/ 0 w 1138513"/>
              <a:gd name="connsiteY6" fmla="*/ 337643 h 721380"/>
              <a:gd name="connsiteX7" fmla="*/ 396342 w 1138513"/>
              <a:gd name="connsiteY7" fmla="*/ 646609 h 721380"/>
              <a:gd name="connsiteX8" fmla="*/ 463684 w 1138513"/>
              <a:gd name="connsiteY8" fmla="*/ 721380 h 721380"/>
              <a:gd name="connsiteX0" fmla="*/ 463684 w 1136732"/>
              <a:gd name="connsiteY0" fmla="*/ 721380 h 721380"/>
              <a:gd name="connsiteX1" fmla="*/ 610575 w 1136732"/>
              <a:gd name="connsiteY1" fmla="*/ 643699 h 721380"/>
              <a:gd name="connsiteX2" fmla="*/ 999851 w 1136732"/>
              <a:gd name="connsiteY2" fmla="*/ 544309 h 721380"/>
              <a:gd name="connsiteX3" fmla="*/ 1133577 w 1136732"/>
              <a:gd name="connsiteY3" fmla="*/ 253227 h 721380"/>
              <a:gd name="connsiteX4" fmla="*/ 852002 w 1136732"/>
              <a:gd name="connsiteY4" fmla="*/ 10739 h 721380"/>
              <a:gd name="connsiteX5" fmla="*/ 223273 w 1136732"/>
              <a:gd name="connsiteY5" fmla="*/ 64441 h 721380"/>
              <a:gd name="connsiteX6" fmla="*/ 0 w 1136732"/>
              <a:gd name="connsiteY6" fmla="*/ 337643 h 721380"/>
              <a:gd name="connsiteX7" fmla="*/ 396342 w 1136732"/>
              <a:gd name="connsiteY7" fmla="*/ 646609 h 721380"/>
              <a:gd name="connsiteX8" fmla="*/ 463684 w 1136732"/>
              <a:gd name="connsiteY8" fmla="*/ 721380 h 721380"/>
              <a:gd name="connsiteX0" fmla="*/ 463684 w 1121891"/>
              <a:gd name="connsiteY0" fmla="*/ 721255 h 721255"/>
              <a:gd name="connsiteX1" fmla="*/ 610575 w 1121891"/>
              <a:gd name="connsiteY1" fmla="*/ 643574 h 721255"/>
              <a:gd name="connsiteX2" fmla="*/ 999851 w 1121891"/>
              <a:gd name="connsiteY2" fmla="*/ 544184 h 721255"/>
              <a:gd name="connsiteX3" fmla="*/ 1118177 w 1121891"/>
              <a:gd name="connsiteY3" fmla="*/ 251269 h 721255"/>
              <a:gd name="connsiteX4" fmla="*/ 852002 w 1121891"/>
              <a:gd name="connsiteY4" fmla="*/ 10614 h 721255"/>
              <a:gd name="connsiteX5" fmla="*/ 223273 w 1121891"/>
              <a:gd name="connsiteY5" fmla="*/ 64316 h 721255"/>
              <a:gd name="connsiteX6" fmla="*/ 0 w 1121891"/>
              <a:gd name="connsiteY6" fmla="*/ 337518 h 721255"/>
              <a:gd name="connsiteX7" fmla="*/ 396342 w 1121891"/>
              <a:gd name="connsiteY7" fmla="*/ 646484 h 721255"/>
              <a:gd name="connsiteX8" fmla="*/ 463684 w 1121891"/>
              <a:gd name="connsiteY8" fmla="*/ 721255 h 721255"/>
              <a:gd name="connsiteX0" fmla="*/ 463684 w 1123864"/>
              <a:gd name="connsiteY0" fmla="*/ 721255 h 721255"/>
              <a:gd name="connsiteX1" fmla="*/ 610575 w 1123864"/>
              <a:gd name="connsiteY1" fmla="*/ 643574 h 721255"/>
              <a:gd name="connsiteX2" fmla="*/ 999851 w 1123864"/>
              <a:gd name="connsiteY2" fmla="*/ 549682 h 721255"/>
              <a:gd name="connsiteX3" fmla="*/ 1118177 w 1123864"/>
              <a:gd name="connsiteY3" fmla="*/ 251269 h 721255"/>
              <a:gd name="connsiteX4" fmla="*/ 852002 w 1123864"/>
              <a:gd name="connsiteY4" fmla="*/ 10614 h 721255"/>
              <a:gd name="connsiteX5" fmla="*/ 223273 w 1123864"/>
              <a:gd name="connsiteY5" fmla="*/ 64316 h 721255"/>
              <a:gd name="connsiteX6" fmla="*/ 0 w 1123864"/>
              <a:gd name="connsiteY6" fmla="*/ 337518 h 721255"/>
              <a:gd name="connsiteX7" fmla="*/ 396342 w 1123864"/>
              <a:gd name="connsiteY7" fmla="*/ 646484 h 721255"/>
              <a:gd name="connsiteX8" fmla="*/ 463684 w 1123864"/>
              <a:gd name="connsiteY8" fmla="*/ 721255 h 721255"/>
              <a:gd name="connsiteX0" fmla="*/ 463684 w 1123864"/>
              <a:gd name="connsiteY0" fmla="*/ 721255 h 721255"/>
              <a:gd name="connsiteX1" fmla="*/ 610575 w 1123864"/>
              <a:gd name="connsiteY1" fmla="*/ 643574 h 721255"/>
              <a:gd name="connsiteX2" fmla="*/ 999851 w 1123864"/>
              <a:gd name="connsiteY2" fmla="*/ 549682 h 721255"/>
              <a:gd name="connsiteX3" fmla="*/ 1118177 w 1123864"/>
              <a:gd name="connsiteY3" fmla="*/ 251269 h 721255"/>
              <a:gd name="connsiteX4" fmla="*/ 852002 w 1123864"/>
              <a:gd name="connsiteY4" fmla="*/ 10614 h 721255"/>
              <a:gd name="connsiteX5" fmla="*/ 223273 w 1123864"/>
              <a:gd name="connsiteY5" fmla="*/ 64316 h 721255"/>
              <a:gd name="connsiteX6" fmla="*/ 0 w 1123864"/>
              <a:gd name="connsiteY6" fmla="*/ 337518 h 721255"/>
              <a:gd name="connsiteX7" fmla="*/ 396342 w 1123864"/>
              <a:gd name="connsiteY7" fmla="*/ 646484 h 721255"/>
              <a:gd name="connsiteX8" fmla="*/ 463684 w 1123864"/>
              <a:gd name="connsiteY8" fmla="*/ 721255 h 721255"/>
              <a:gd name="connsiteX0" fmla="*/ 463684 w 1123354"/>
              <a:gd name="connsiteY0" fmla="*/ 721255 h 721255"/>
              <a:gd name="connsiteX1" fmla="*/ 610575 w 1123354"/>
              <a:gd name="connsiteY1" fmla="*/ 643574 h 721255"/>
              <a:gd name="connsiteX2" fmla="*/ 999851 w 1123354"/>
              <a:gd name="connsiteY2" fmla="*/ 549682 h 721255"/>
              <a:gd name="connsiteX3" fmla="*/ 1118177 w 1123354"/>
              <a:gd name="connsiteY3" fmla="*/ 251269 h 721255"/>
              <a:gd name="connsiteX4" fmla="*/ 852002 w 1123354"/>
              <a:gd name="connsiteY4" fmla="*/ 10614 h 721255"/>
              <a:gd name="connsiteX5" fmla="*/ 223273 w 1123354"/>
              <a:gd name="connsiteY5" fmla="*/ 64316 h 721255"/>
              <a:gd name="connsiteX6" fmla="*/ 0 w 1123354"/>
              <a:gd name="connsiteY6" fmla="*/ 337518 h 721255"/>
              <a:gd name="connsiteX7" fmla="*/ 396342 w 1123354"/>
              <a:gd name="connsiteY7" fmla="*/ 646484 h 721255"/>
              <a:gd name="connsiteX8" fmla="*/ 463684 w 1123354"/>
              <a:gd name="connsiteY8" fmla="*/ 721255 h 721255"/>
              <a:gd name="connsiteX0" fmla="*/ 411324 w 1070994"/>
              <a:gd name="connsiteY0" fmla="*/ 721255 h 721255"/>
              <a:gd name="connsiteX1" fmla="*/ 558215 w 1070994"/>
              <a:gd name="connsiteY1" fmla="*/ 643574 h 721255"/>
              <a:gd name="connsiteX2" fmla="*/ 947491 w 1070994"/>
              <a:gd name="connsiteY2" fmla="*/ 549682 h 721255"/>
              <a:gd name="connsiteX3" fmla="*/ 1065817 w 1070994"/>
              <a:gd name="connsiteY3" fmla="*/ 251269 h 721255"/>
              <a:gd name="connsiteX4" fmla="*/ 799642 w 1070994"/>
              <a:gd name="connsiteY4" fmla="*/ 10614 h 721255"/>
              <a:gd name="connsiteX5" fmla="*/ 170913 w 1070994"/>
              <a:gd name="connsiteY5" fmla="*/ 64316 h 721255"/>
              <a:gd name="connsiteX6" fmla="*/ 0 w 1070994"/>
              <a:gd name="connsiteY6" fmla="*/ 339351 h 721255"/>
              <a:gd name="connsiteX7" fmla="*/ 343982 w 1070994"/>
              <a:gd name="connsiteY7" fmla="*/ 646484 h 721255"/>
              <a:gd name="connsiteX8" fmla="*/ 411324 w 1070994"/>
              <a:gd name="connsiteY8" fmla="*/ 721255 h 721255"/>
              <a:gd name="connsiteX0" fmla="*/ 391304 w 1050974"/>
              <a:gd name="connsiteY0" fmla="*/ 721255 h 721255"/>
              <a:gd name="connsiteX1" fmla="*/ 538195 w 1050974"/>
              <a:gd name="connsiteY1" fmla="*/ 643574 h 721255"/>
              <a:gd name="connsiteX2" fmla="*/ 927471 w 1050974"/>
              <a:gd name="connsiteY2" fmla="*/ 549682 h 721255"/>
              <a:gd name="connsiteX3" fmla="*/ 1045797 w 1050974"/>
              <a:gd name="connsiteY3" fmla="*/ 251269 h 721255"/>
              <a:gd name="connsiteX4" fmla="*/ 779622 w 1050974"/>
              <a:gd name="connsiteY4" fmla="*/ 10614 h 721255"/>
              <a:gd name="connsiteX5" fmla="*/ 150893 w 1050974"/>
              <a:gd name="connsiteY5" fmla="*/ 64316 h 721255"/>
              <a:gd name="connsiteX6" fmla="*/ 0 w 1050974"/>
              <a:gd name="connsiteY6" fmla="*/ 339351 h 721255"/>
              <a:gd name="connsiteX7" fmla="*/ 323962 w 1050974"/>
              <a:gd name="connsiteY7" fmla="*/ 646484 h 721255"/>
              <a:gd name="connsiteX8" fmla="*/ 391304 w 1050974"/>
              <a:gd name="connsiteY8" fmla="*/ 721255 h 721255"/>
              <a:gd name="connsiteX0" fmla="*/ 391304 w 1050974"/>
              <a:gd name="connsiteY0" fmla="*/ 721255 h 721255"/>
              <a:gd name="connsiteX1" fmla="*/ 538195 w 1050974"/>
              <a:gd name="connsiteY1" fmla="*/ 643574 h 721255"/>
              <a:gd name="connsiteX2" fmla="*/ 927471 w 1050974"/>
              <a:gd name="connsiteY2" fmla="*/ 549682 h 721255"/>
              <a:gd name="connsiteX3" fmla="*/ 1045797 w 1050974"/>
              <a:gd name="connsiteY3" fmla="*/ 251269 h 721255"/>
              <a:gd name="connsiteX4" fmla="*/ 779622 w 1050974"/>
              <a:gd name="connsiteY4" fmla="*/ 10614 h 721255"/>
              <a:gd name="connsiteX5" fmla="*/ 150893 w 1050974"/>
              <a:gd name="connsiteY5" fmla="*/ 64316 h 721255"/>
              <a:gd name="connsiteX6" fmla="*/ 0 w 1050974"/>
              <a:gd name="connsiteY6" fmla="*/ 339351 h 721255"/>
              <a:gd name="connsiteX7" fmla="*/ 323962 w 1050974"/>
              <a:gd name="connsiteY7" fmla="*/ 646484 h 721255"/>
              <a:gd name="connsiteX8" fmla="*/ 391304 w 1050974"/>
              <a:gd name="connsiteY8" fmla="*/ 721255 h 721255"/>
              <a:gd name="connsiteX0" fmla="*/ 391304 w 1050974"/>
              <a:gd name="connsiteY0" fmla="*/ 723864 h 723864"/>
              <a:gd name="connsiteX1" fmla="*/ 538195 w 1050974"/>
              <a:gd name="connsiteY1" fmla="*/ 646183 h 723864"/>
              <a:gd name="connsiteX2" fmla="*/ 927471 w 1050974"/>
              <a:gd name="connsiteY2" fmla="*/ 552291 h 723864"/>
              <a:gd name="connsiteX3" fmla="*/ 1045797 w 1050974"/>
              <a:gd name="connsiteY3" fmla="*/ 253878 h 723864"/>
              <a:gd name="connsiteX4" fmla="*/ 779622 w 1050974"/>
              <a:gd name="connsiteY4" fmla="*/ 13223 h 723864"/>
              <a:gd name="connsiteX5" fmla="*/ 201713 w 1050974"/>
              <a:gd name="connsiteY5" fmla="*/ 55929 h 723864"/>
              <a:gd name="connsiteX6" fmla="*/ 0 w 1050974"/>
              <a:gd name="connsiteY6" fmla="*/ 341960 h 723864"/>
              <a:gd name="connsiteX7" fmla="*/ 323962 w 1050974"/>
              <a:gd name="connsiteY7" fmla="*/ 649093 h 723864"/>
              <a:gd name="connsiteX8" fmla="*/ 391304 w 1050974"/>
              <a:gd name="connsiteY8" fmla="*/ 723864 h 723864"/>
              <a:gd name="connsiteX0" fmla="*/ 391304 w 1050974"/>
              <a:gd name="connsiteY0" fmla="*/ 722931 h 722931"/>
              <a:gd name="connsiteX1" fmla="*/ 538195 w 1050974"/>
              <a:gd name="connsiteY1" fmla="*/ 645250 h 722931"/>
              <a:gd name="connsiteX2" fmla="*/ 927471 w 1050974"/>
              <a:gd name="connsiteY2" fmla="*/ 551358 h 722931"/>
              <a:gd name="connsiteX3" fmla="*/ 1045797 w 1050974"/>
              <a:gd name="connsiteY3" fmla="*/ 252945 h 722931"/>
              <a:gd name="connsiteX4" fmla="*/ 779622 w 1050974"/>
              <a:gd name="connsiteY4" fmla="*/ 12290 h 722931"/>
              <a:gd name="connsiteX5" fmla="*/ 215573 w 1050974"/>
              <a:gd name="connsiteY5" fmla="*/ 58661 h 722931"/>
              <a:gd name="connsiteX6" fmla="*/ 0 w 1050974"/>
              <a:gd name="connsiteY6" fmla="*/ 341027 h 722931"/>
              <a:gd name="connsiteX7" fmla="*/ 323962 w 1050974"/>
              <a:gd name="connsiteY7" fmla="*/ 648160 h 722931"/>
              <a:gd name="connsiteX8" fmla="*/ 391304 w 1050974"/>
              <a:gd name="connsiteY8" fmla="*/ 722931 h 722931"/>
              <a:gd name="connsiteX0" fmla="*/ 382064 w 1041734"/>
              <a:gd name="connsiteY0" fmla="*/ 722931 h 722931"/>
              <a:gd name="connsiteX1" fmla="*/ 528955 w 1041734"/>
              <a:gd name="connsiteY1" fmla="*/ 645250 h 722931"/>
              <a:gd name="connsiteX2" fmla="*/ 918231 w 1041734"/>
              <a:gd name="connsiteY2" fmla="*/ 551358 h 722931"/>
              <a:gd name="connsiteX3" fmla="*/ 1036557 w 1041734"/>
              <a:gd name="connsiteY3" fmla="*/ 252945 h 722931"/>
              <a:gd name="connsiteX4" fmla="*/ 770382 w 1041734"/>
              <a:gd name="connsiteY4" fmla="*/ 12290 h 722931"/>
              <a:gd name="connsiteX5" fmla="*/ 206333 w 1041734"/>
              <a:gd name="connsiteY5" fmla="*/ 58661 h 722931"/>
              <a:gd name="connsiteX6" fmla="*/ 0 w 1041734"/>
              <a:gd name="connsiteY6" fmla="*/ 342860 h 722931"/>
              <a:gd name="connsiteX7" fmla="*/ 314722 w 1041734"/>
              <a:gd name="connsiteY7" fmla="*/ 648160 h 722931"/>
              <a:gd name="connsiteX8" fmla="*/ 382064 w 1041734"/>
              <a:gd name="connsiteY8" fmla="*/ 722931 h 722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41734" h="722931">
                <a:moveTo>
                  <a:pt x="382064" y="722931"/>
                </a:moveTo>
                <a:cubicBezTo>
                  <a:pt x="406019" y="660055"/>
                  <a:pt x="439594" y="666515"/>
                  <a:pt x="528955" y="645250"/>
                </a:cubicBezTo>
                <a:cubicBezTo>
                  <a:pt x="618316" y="623985"/>
                  <a:pt x="833631" y="616742"/>
                  <a:pt x="918231" y="551358"/>
                </a:cubicBezTo>
                <a:cubicBezTo>
                  <a:pt x="1002831" y="485974"/>
                  <a:pt x="1059658" y="370279"/>
                  <a:pt x="1036557" y="252945"/>
                </a:cubicBezTo>
                <a:cubicBezTo>
                  <a:pt x="1013456" y="135611"/>
                  <a:pt x="908753" y="44671"/>
                  <a:pt x="770382" y="12290"/>
                </a:cubicBezTo>
                <a:cubicBezTo>
                  <a:pt x="632011" y="-20091"/>
                  <a:pt x="338916" y="17165"/>
                  <a:pt x="206333" y="58661"/>
                </a:cubicBezTo>
                <a:cubicBezTo>
                  <a:pt x="73750" y="100157"/>
                  <a:pt x="1822" y="199023"/>
                  <a:pt x="0" y="342860"/>
                </a:cubicBezTo>
                <a:cubicBezTo>
                  <a:pt x="27105" y="498943"/>
                  <a:pt x="87932" y="573770"/>
                  <a:pt x="314722" y="648160"/>
                </a:cubicBezTo>
                <a:cubicBezTo>
                  <a:pt x="367872" y="666162"/>
                  <a:pt x="382064" y="722931"/>
                  <a:pt x="382064" y="722931"/>
                </a:cubicBezTo>
                <a:close/>
              </a:path>
            </a:pathLst>
          </a:custGeom>
          <a:noFill/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968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6D441F-9FBB-4F90-987A-39793DE0E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91109-F4F8-4597-962C-A4F4B7960636}" type="datetimeFigureOut">
              <a:rPr lang="en-US" smtClean="0"/>
              <a:t>9/15/2023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C92B1E-8D5D-45CA-9A8B-53E3B7FEC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89E71-49A9-4CE9-AD1D-780A876BC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AD9F-AEE9-406E-B720-57D2B9DB2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2133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4053A-B2EE-4E20-9723-6BB0BBD50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53272"/>
            <a:ext cx="3932237" cy="173272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065AB-0DF3-4C86-AB5F-EB65021FD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5642" y="987425"/>
            <a:ext cx="5939745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D99FAE-8825-466D-9F1E-3B7BAED2C0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68550"/>
            <a:ext cx="3932237" cy="350043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3A6375-677F-4A58-B98D-18F3DEF8E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91109-F4F8-4597-962C-A4F4B7960636}" type="datetimeFigureOut">
              <a:rPr lang="en-US" smtClean="0"/>
              <a:t>9/15/2023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B40F2C-7AE7-481B-856A-B3E26AE8B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E7C48C-9BD9-41CB-915E-A905B8869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AD9F-AEE9-406E-B720-57D2B9DB2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7390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B6DE4-025D-4D93-A5D0-FB4589720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15915"/>
            <a:ext cx="3932237" cy="167008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93EE21-471F-4B7B-B7AF-192243A127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46B769-8E40-42E6-8F62-C4347B0CE9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65744"/>
            <a:ext cx="3932237" cy="35032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384DC6-1AA3-4779-8EDF-F4A877508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91109-F4F8-4597-962C-A4F4B7960636}" type="datetimeFigureOut">
              <a:rPr lang="en-US" smtClean="0"/>
              <a:t>9/15/2023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47F83E-FAF9-43E1-95CC-6F4EDD76B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3D8C7B-B211-4BAF-9C05-09CF993B0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AD9F-AEE9-406E-B720-57D2B9DB2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0890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139E3-FB89-4585-A22D-15851E8DE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94B498-70D2-4956-A576-83345B38DC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A84CB-FF9E-43D6-8805-B4ABB520D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91109-F4F8-4597-962C-A4F4B7960636}" type="datetimeFigureOut">
              <a:rPr lang="en-US" smtClean="0"/>
              <a:t>9/15/2023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7EE14-0A60-428B-BC0E-A50951E0E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A9A22-BBF2-4B23-B17F-B32AC87D2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AD9F-AEE9-406E-B720-57D2B9DB2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9318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5CC51B-E0BE-4D50-A04A-571F8BCAE2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99550" y="692150"/>
            <a:ext cx="2254250" cy="53099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1F5607-7A89-4981-87F4-98BC7CE0A9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692150"/>
            <a:ext cx="8108950" cy="53099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0D5BE-275A-42D5-BCE1-357D53FC5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91109-F4F8-4597-962C-A4F4B7960636}" type="datetimeFigureOut">
              <a:rPr lang="en-US" smtClean="0"/>
              <a:t>9/15/2023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25F9A-B406-4028-AC92-D12450519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70F0A-5147-4274-A0A1-BD2191794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AD9F-AEE9-406E-B720-57D2B9DB2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35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6" title="Page Number Shape"/>
          <p:cNvSpPr/>
          <p:nvPr/>
        </p:nvSpPr>
        <p:spPr bwMode="auto">
          <a:xfrm>
            <a:off x="11784011" y="5380580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49524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81600" y="569066"/>
            <a:ext cx="6248398" cy="5655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2001" y="5930060"/>
            <a:ext cx="3814856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1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A3BB3B3F-C0CE-47CB-BCED-F49A710726FF}" type="datetimeFigureOut">
              <a:rPr lang="en-US" smtClean="0"/>
              <a:t>9/15/2023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2001" y="6314440"/>
            <a:ext cx="3814856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 b="1" i="1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84011" y="5607592"/>
            <a:ext cx="4079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1" baseline="0">
                <a:solidFill>
                  <a:schemeClr val="bg2"/>
                </a:solidFill>
                <a:latin typeface="+mj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 title="Horizontal Rule Line"/>
          <p:cNvCxnSpPr/>
          <p:nvPr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1021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5000" b="0" i="1" kern="1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83464" indent="-283464" algn="l" defTabSz="9144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20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112000"/>
        </a:lnSpc>
        <a:spcBef>
          <a:spcPts val="900"/>
        </a:spcBef>
        <a:buFont typeface="Corbel" panose="020B0503020204020204" pitchFamily="34" charset="0"/>
        <a:buChar char="–"/>
        <a:defRPr sz="18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16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112000"/>
        </a:lnSpc>
        <a:spcBef>
          <a:spcPts val="900"/>
        </a:spcBef>
        <a:buFont typeface="Corbel" panose="020B0503020204020204" pitchFamily="34" charset="0"/>
        <a:buChar char="–"/>
        <a:defRPr sz="14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1400" i="1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83464" algn="l" defTabSz="914400" rtl="0" eaLnBrk="1" latinLnBrk="0" hangingPunct="1">
        <a:lnSpc>
          <a:spcPct val="112000"/>
        </a:lnSpc>
        <a:spcBef>
          <a:spcPts val="1300"/>
        </a:spcBef>
        <a:buFont typeface="Corbel" panose="020B0503020204020204" pitchFamily="34" charset="0"/>
        <a:buChar char="–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971800" indent="-283464" algn="l" defTabSz="914400" rtl="0" eaLnBrk="1" latinLnBrk="0" hangingPunct="1">
        <a:lnSpc>
          <a:spcPct val="112000"/>
        </a:lnSpc>
        <a:spcBef>
          <a:spcPts val="1300"/>
        </a:spcBef>
        <a:buFont typeface="Arial" panose="020B0604020202020204" pitchFamily="34" charset="0"/>
        <a:buChar char="•"/>
        <a:defRPr sz="14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3429000" indent="-283464" algn="l" defTabSz="914400" rtl="0" eaLnBrk="1" latinLnBrk="0" hangingPunct="1">
        <a:lnSpc>
          <a:spcPct val="112000"/>
        </a:lnSpc>
        <a:spcBef>
          <a:spcPts val="1300"/>
        </a:spcBef>
        <a:buFont typeface="Corbel" panose="020B0503020204020204" pitchFamily="34" charset="0"/>
        <a:buChar char="–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886200" indent="-283464" algn="l" defTabSz="914400" rtl="0" eaLnBrk="1" latinLnBrk="0" hangingPunct="1">
        <a:lnSpc>
          <a:spcPct val="112000"/>
        </a:lnSpc>
        <a:spcBef>
          <a:spcPts val="1300"/>
        </a:spcBef>
        <a:buFont typeface="Arial" panose="020B0604020202020204" pitchFamily="34" charset="0"/>
        <a:buChar char="•"/>
        <a:defRPr sz="1400" i="1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32">
          <p15:clr>
            <a:srgbClr val="F26B43"/>
          </p15:clr>
        </p15:guide>
        <p15:guide id="2" pos="480">
          <p15:clr>
            <a:srgbClr val="F26B43"/>
          </p15:clr>
        </p15:guide>
        <p15:guide id="3" orient="horz" pos="432">
          <p15:clr>
            <a:srgbClr val="F26B43"/>
          </p15:clr>
        </p15:guide>
        <p15:guide id="4" pos="7200">
          <p15:clr>
            <a:srgbClr val="F26B43"/>
          </p15:clr>
        </p15:guide>
        <p15:guide id="5" pos="326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AAE2DA9-9BAF-4D46-BC97-20425C5321FD}"/>
              </a:ext>
            </a:extLst>
          </p:cNvPr>
          <p:cNvSpPr/>
          <p:nvPr/>
        </p:nvSpPr>
        <p:spPr>
          <a:xfrm>
            <a:off x="372926" y="367993"/>
            <a:ext cx="11499601" cy="6203902"/>
          </a:xfrm>
          <a:custGeom>
            <a:avLst/>
            <a:gdLst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5021779 w 11499601"/>
              <a:gd name="connsiteY9" fmla="*/ 5958809 h 6250474"/>
              <a:gd name="connsiteX10" fmla="*/ 5021779 w 11499601"/>
              <a:gd name="connsiteY10" fmla="*/ 5972741 h 6250474"/>
              <a:gd name="connsiteX11" fmla="*/ 3239306 w 11499601"/>
              <a:gd name="connsiteY11" fmla="*/ 5972741 h 6250474"/>
              <a:gd name="connsiteX12" fmla="*/ 3217554 w 11499601"/>
              <a:gd name="connsiteY12" fmla="*/ 6005912 h 6250474"/>
              <a:gd name="connsiteX13" fmla="*/ 3219866 w 11499601"/>
              <a:gd name="connsiteY13" fmla="*/ 6250474 h 6250474"/>
              <a:gd name="connsiteX14" fmla="*/ 2855432 w 11499601"/>
              <a:gd name="connsiteY14" fmla="*/ 6045972 h 6250474"/>
              <a:gd name="connsiteX15" fmla="*/ 2785655 w 11499601"/>
              <a:gd name="connsiteY15" fmla="*/ 5972741 h 6250474"/>
              <a:gd name="connsiteX16" fmla="*/ 2321880 w 11499601"/>
              <a:gd name="connsiteY16" fmla="*/ 5972741 h 6250474"/>
              <a:gd name="connsiteX17" fmla="*/ 2321880 w 11499601"/>
              <a:gd name="connsiteY17" fmla="*/ 5943328 h 6250474"/>
              <a:gd name="connsiteX18" fmla="*/ 2161451 w 11499601"/>
              <a:gd name="connsiteY18" fmla="*/ 5941720 h 6250474"/>
              <a:gd name="connsiteX19" fmla="*/ 1884575 w 11499601"/>
              <a:gd name="connsiteY19" fmla="*/ 5937508 h 6250474"/>
              <a:gd name="connsiteX20" fmla="*/ 1731597 w 11499601"/>
              <a:gd name="connsiteY20" fmla="*/ 5934968 h 6250474"/>
              <a:gd name="connsiteX21" fmla="*/ 1588500 w 11499601"/>
              <a:gd name="connsiteY21" fmla="*/ 5940418 h 6250474"/>
              <a:gd name="connsiteX22" fmla="*/ 671167 w 11499601"/>
              <a:gd name="connsiteY22" fmla="*/ 5948382 h 6250474"/>
              <a:gd name="connsiteX23" fmla="*/ 94741 w 11499601"/>
              <a:gd name="connsiteY23" fmla="*/ 5957415 h 6250474"/>
              <a:gd name="connsiteX24" fmla="*/ 37859 w 11499601"/>
              <a:gd name="connsiteY24" fmla="*/ 5876060 h 6250474"/>
              <a:gd name="connsiteX25" fmla="*/ 28975 w 11499601"/>
              <a:gd name="connsiteY25" fmla="*/ 2606888 h 6250474"/>
              <a:gd name="connsiteX26" fmla="*/ 33539 w 11499601"/>
              <a:gd name="connsiteY26" fmla="*/ 59860 h 6250474"/>
              <a:gd name="connsiteX27" fmla="*/ 39830 w 11499601"/>
              <a:gd name="connsiteY27" fmla="*/ 42028 h 6250474"/>
              <a:gd name="connsiteX28" fmla="*/ 88659 w 11499601"/>
              <a:gd name="connsiteY28" fmla="*/ 37282 h 6250474"/>
              <a:gd name="connsiteX29" fmla="*/ 301554 w 11499601"/>
              <a:gd name="connsiteY29" fmla="*/ 37282 h 6250474"/>
              <a:gd name="connsiteX30" fmla="*/ 416464 w 11499601"/>
              <a:gd name="connsiteY30" fmla="*/ 30725 h 6250474"/>
              <a:gd name="connsiteX31" fmla="*/ 907723 w 11499601"/>
              <a:gd name="connsiteY31" fmla="*/ 24269 h 6250474"/>
              <a:gd name="connsiteX32" fmla="*/ 3989089 w 11499601"/>
              <a:gd name="connsiteY32" fmla="*/ 29653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5021779 w 11499601"/>
              <a:gd name="connsiteY9" fmla="*/ 5958809 h 6250474"/>
              <a:gd name="connsiteX10" fmla="*/ 5021779 w 11499601"/>
              <a:gd name="connsiteY10" fmla="*/ 5972741 h 6250474"/>
              <a:gd name="connsiteX11" fmla="*/ 3239306 w 11499601"/>
              <a:gd name="connsiteY11" fmla="*/ 5972741 h 6250474"/>
              <a:gd name="connsiteX12" fmla="*/ 3217554 w 11499601"/>
              <a:gd name="connsiteY12" fmla="*/ 6005912 h 6250474"/>
              <a:gd name="connsiteX13" fmla="*/ 3219866 w 11499601"/>
              <a:gd name="connsiteY13" fmla="*/ 6250474 h 6250474"/>
              <a:gd name="connsiteX14" fmla="*/ 2855432 w 11499601"/>
              <a:gd name="connsiteY14" fmla="*/ 6045972 h 6250474"/>
              <a:gd name="connsiteX15" fmla="*/ 2785655 w 11499601"/>
              <a:gd name="connsiteY15" fmla="*/ 5972741 h 6250474"/>
              <a:gd name="connsiteX16" fmla="*/ 2321880 w 11499601"/>
              <a:gd name="connsiteY16" fmla="*/ 5972741 h 6250474"/>
              <a:gd name="connsiteX17" fmla="*/ 2161451 w 11499601"/>
              <a:gd name="connsiteY17" fmla="*/ 5941720 h 6250474"/>
              <a:gd name="connsiteX18" fmla="*/ 1884575 w 11499601"/>
              <a:gd name="connsiteY18" fmla="*/ 5937508 h 6250474"/>
              <a:gd name="connsiteX19" fmla="*/ 1731597 w 11499601"/>
              <a:gd name="connsiteY19" fmla="*/ 5934968 h 6250474"/>
              <a:gd name="connsiteX20" fmla="*/ 1588500 w 11499601"/>
              <a:gd name="connsiteY20" fmla="*/ 5940418 h 6250474"/>
              <a:gd name="connsiteX21" fmla="*/ 671167 w 11499601"/>
              <a:gd name="connsiteY21" fmla="*/ 5948382 h 6250474"/>
              <a:gd name="connsiteX22" fmla="*/ 94741 w 11499601"/>
              <a:gd name="connsiteY22" fmla="*/ 5957415 h 6250474"/>
              <a:gd name="connsiteX23" fmla="*/ 37859 w 11499601"/>
              <a:gd name="connsiteY23" fmla="*/ 5876060 h 6250474"/>
              <a:gd name="connsiteX24" fmla="*/ 28975 w 11499601"/>
              <a:gd name="connsiteY24" fmla="*/ 2606888 h 6250474"/>
              <a:gd name="connsiteX25" fmla="*/ 33539 w 11499601"/>
              <a:gd name="connsiteY25" fmla="*/ 59860 h 6250474"/>
              <a:gd name="connsiteX26" fmla="*/ 39830 w 11499601"/>
              <a:gd name="connsiteY26" fmla="*/ 42028 h 6250474"/>
              <a:gd name="connsiteX27" fmla="*/ 88659 w 11499601"/>
              <a:gd name="connsiteY27" fmla="*/ 37282 h 6250474"/>
              <a:gd name="connsiteX28" fmla="*/ 301554 w 11499601"/>
              <a:gd name="connsiteY28" fmla="*/ 37282 h 6250474"/>
              <a:gd name="connsiteX29" fmla="*/ 416464 w 11499601"/>
              <a:gd name="connsiteY29" fmla="*/ 30725 h 6250474"/>
              <a:gd name="connsiteX30" fmla="*/ 907723 w 11499601"/>
              <a:gd name="connsiteY30" fmla="*/ 24269 h 6250474"/>
              <a:gd name="connsiteX31" fmla="*/ 3989089 w 11499601"/>
              <a:gd name="connsiteY31" fmla="*/ 29653 h 6250474"/>
              <a:gd name="connsiteX32" fmla="*/ 9680053 w 11499601"/>
              <a:gd name="connsiteY32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5021779 w 11499601"/>
              <a:gd name="connsiteY9" fmla="*/ 5958809 h 6250474"/>
              <a:gd name="connsiteX10" fmla="*/ 5021779 w 11499601"/>
              <a:gd name="connsiteY10" fmla="*/ 5972741 h 6250474"/>
              <a:gd name="connsiteX11" fmla="*/ 3239306 w 11499601"/>
              <a:gd name="connsiteY11" fmla="*/ 5972741 h 6250474"/>
              <a:gd name="connsiteX12" fmla="*/ 3217554 w 11499601"/>
              <a:gd name="connsiteY12" fmla="*/ 6005912 h 6250474"/>
              <a:gd name="connsiteX13" fmla="*/ 3219866 w 11499601"/>
              <a:gd name="connsiteY13" fmla="*/ 6250474 h 6250474"/>
              <a:gd name="connsiteX14" fmla="*/ 2855432 w 11499601"/>
              <a:gd name="connsiteY14" fmla="*/ 6045972 h 6250474"/>
              <a:gd name="connsiteX15" fmla="*/ 2785655 w 11499601"/>
              <a:gd name="connsiteY15" fmla="*/ 5972741 h 6250474"/>
              <a:gd name="connsiteX16" fmla="*/ 2321880 w 11499601"/>
              <a:gd name="connsiteY16" fmla="*/ 5972741 h 6250474"/>
              <a:gd name="connsiteX17" fmla="*/ 1884575 w 11499601"/>
              <a:gd name="connsiteY17" fmla="*/ 5937508 h 6250474"/>
              <a:gd name="connsiteX18" fmla="*/ 1731597 w 11499601"/>
              <a:gd name="connsiteY18" fmla="*/ 5934968 h 6250474"/>
              <a:gd name="connsiteX19" fmla="*/ 1588500 w 11499601"/>
              <a:gd name="connsiteY19" fmla="*/ 5940418 h 6250474"/>
              <a:gd name="connsiteX20" fmla="*/ 671167 w 11499601"/>
              <a:gd name="connsiteY20" fmla="*/ 5948382 h 6250474"/>
              <a:gd name="connsiteX21" fmla="*/ 94741 w 11499601"/>
              <a:gd name="connsiteY21" fmla="*/ 5957415 h 6250474"/>
              <a:gd name="connsiteX22" fmla="*/ 37859 w 11499601"/>
              <a:gd name="connsiteY22" fmla="*/ 5876060 h 6250474"/>
              <a:gd name="connsiteX23" fmla="*/ 28975 w 11499601"/>
              <a:gd name="connsiteY23" fmla="*/ 2606888 h 6250474"/>
              <a:gd name="connsiteX24" fmla="*/ 33539 w 11499601"/>
              <a:gd name="connsiteY24" fmla="*/ 59860 h 6250474"/>
              <a:gd name="connsiteX25" fmla="*/ 39830 w 11499601"/>
              <a:gd name="connsiteY25" fmla="*/ 42028 h 6250474"/>
              <a:gd name="connsiteX26" fmla="*/ 88659 w 11499601"/>
              <a:gd name="connsiteY26" fmla="*/ 37282 h 6250474"/>
              <a:gd name="connsiteX27" fmla="*/ 301554 w 11499601"/>
              <a:gd name="connsiteY27" fmla="*/ 37282 h 6250474"/>
              <a:gd name="connsiteX28" fmla="*/ 416464 w 11499601"/>
              <a:gd name="connsiteY28" fmla="*/ 30725 h 6250474"/>
              <a:gd name="connsiteX29" fmla="*/ 907723 w 11499601"/>
              <a:gd name="connsiteY29" fmla="*/ 24269 h 6250474"/>
              <a:gd name="connsiteX30" fmla="*/ 3989089 w 11499601"/>
              <a:gd name="connsiteY30" fmla="*/ 29653 h 6250474"/>
              <a:gd name="connsiteX31" fmla="*/ 9680053 w 11499601"/>
              <a:gd name="connsiteY31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5021779 w 11499601"/>
              <a:gd name="connsiteY9" fmla="*/ 5958809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884575 w 11499601"/>
              <a:gd name="connsiteY16" fmla="*/ 5937508 h 6250474"/>
              <a:gd name="connsiteX17" fmla="*/ 1731597 w 11499601"/>
              <a:gd name="connsiteY17" fmla="*/ 5934968 h 6250474"/>
              <a:gd name="connsiteX18" fmla="*/ 1588500 w 11499601"/>
              <a:gd name="connsiteY18" fmla="*/ 5940418 h 6250474"/>
              <a:gd name="connsiteX19" fmla="*/ 671167 w 11499601"/>
              <a:gd name="connsiteY19" fmla="*/ 5948382 h 6250474"/>
              <a:gd name="connsiteX20" fmla="*/ 94741 w 11499601"/>
              <a:gd name="connsiteY20" fmla="*/ 5957415 h 6250474"/>
              <a:gd name="connsiteX21" fmla="*/ 37859 w 11499601"/>
              <a:gd name="connsiteY21" fmla="*/ 5876060 h 6250474"/>
              <a:gd name="connsiteX22" fmla="*/ 28975 w 11499601"/>
              <a:gd name="connsiteY22" fmla="*/ 2606888 h 6250474"/>
              <a:gd name="connsiteX23" fmla="*/ 33539 w 11499601"/>
              <a:gd name="connsiteY23" fmla="*/ 59860 h 6250474"/>
              <a:gd name="connsiteX24" fmla="*/ 39830 w 11499601"/>
              <a:gd name="connsiteY24" fmla="*/ 42028 h 6250474"/>
              <a:gd name="connsiteX25" fmla="*/ 88659 w 11499601"/>
              <a:gd name="connsiteY25" fmla="*/ 37282 h 6250474"/>
              <a:gd name="connsiteX26" fmla="*/ 301554 w 11499601"/>
              <a:gd name="connsiteY26" fmla="*/ 37282 h 6250474"/>
              <a:gd name="connsiteX27" fmla="*/ 416464 w 11499601"/>
              <a:gd name="connsiteY27" fmla="*/ 30725 h 6250474"/>
              <a:gd name="connsiteX28" fmla="*/ 907723 w 11499601"/>
              <a:gd name="connsiteY28" fmla="*/ 24269 h 6250474"/>
              <a:gd name="connsiteX29" fmla="*/ 3989089 w 11499601"/>
              <a:gd name="connsiteY29" fmla="*/ 29653 h 6250474"/>
              <a:gd name="connsiteX30" fmla="*/ 9680053 w 11499601"/>
              <a:gd name="connsiteY30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5011590 w 11499601"/>
              <a:gd name="connsiteY9" fmla="*/ 5989374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884575 w 11499601"/>
              <a:gd name="connsiteY16" fmla="*/ 5937508 h 6250474"/>
              <a:gd name="connsiteX17" fmla="*/ 1731597 w 11499601"/>
              <a:gd name="connsiteY17" fmla="*/ 5934968 h 6250474"/>
              <a:gd name="connsiteX18" fmla="*/ 1588500 w 11499601"/>
              <a:gd name="connsiteY18" fmla="*/ 5940418 h 6250474"/>
              <a:gd name="connsiteX19" fmla="*/ 671167 w 11499601"/>
              <a:gd name="connsiteY19" fmla="*/ 5948382 h 6250474"/>
              <a:gd name="connsiteX20" fmla="*/ 94741 w 11499601"/>
              <a:gd name="connsiteY20" fmla="*/ 5957415 h 6250474"/>
              <a:gd name="connsiteX21" fmla="*/ 37859 w 11499601"/>
              <a:gd name="connsiteY21" fmla="*/ 5876060 h 6250474"/>
              <a:gd name="connsiteX22" fmla="*/ 28975 w 11499601"/>
              <a:gd name="connsiteY22" fmla="*/ 2606888 h 6250474"/>
              <a:gd name="connsiteX23" fmla="*/ 33539 w 11499601"/>
              <a:gd name="connsiteY23" fmla="*/ 59860 h 6250474"/>
              <a:gd name="connsiteX24" fmla="*/ 39830 w 11499601"/>
              <a:gd name="connsiteY24" fmla="*/ 42028 h 6250474"/>
              <a:gd name="connsiteX25" fmla="*/ 88659 w 11499601"/>
              <a:gd name="connsiteY25" fmla="*/ 37282 h 6250474"/>
              <a:gd name="connsiteX26" fmla="*/ 301554 w 11499601"/>
              <a:gd name="connsiteY26" fmla="*/ 37282 h 6250474"/>
              <a:gd name="connsiteX27" fmla="*/ 416464 w 11499601"/>
              <a:gd name="connsiteY27" fmla="*/ 30725 h 6250474"/>
              <a:gd name="connsiteX28" fmla="*/ 907723 w 11499601"/>
              <a:gd name="connsiteY28" fmla="*/ 24269 h 6250474"/>
              <a:gd name="connsiteX29" fmla="*/ 3989089 w 11499601"/>
              <a:gd name="connsiteY29" fmla="*/ 29653 h 6250474"/>
              <a:gd name="connsiteX30" fmla="*/ 9680053 w 11499601"/>
              <a:gd name="connsiteY30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5001402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884575 w 11499601"/>
              <a:gd name="connsiteY16" fmla="*/ 5937508 h 6250474"/>
              <a:gd name="connsiteX17" fmla="*/ 1731597 w 11499601"/>
              <a:gd name="connsiteY17" fmla="*/ 5934968 h 6250474"/>
              <a:gd name="connsiteX18" fmla="*/ 1588500 w 11499601"/>
              <a:gd name="connsiteY18" fmla="*/ 5940418 h 6250474"/>
              <a:gd name="connsiteX19" fmla="*/ 671167 w 11499601"/>
              <a:gd name="connsiteY19" fmla="*/ 5948382 h 6250474"/>
              <a:gd name="connsiteX20" fmla="*/ 94741 w 11499601"/>
              <a:gd name="connsiteY20" fmla="*/ 5957415 h 6250474"/>
              <a:gd name="connsiteX21" fmla="*/ 37859 w 11499601"/>
              <a:gd name="connsiteY21" fmla="*/ 5876060 h 6250474"/>
              <a:gd name="connsiteX22" fmla="*/ 28975 w 11499601"/>
              <a:gd name="connsiteY22" fmla="*/ 2606888 h 6250474"/>
              <a:gd name="connsiteX23" fmla="*/ 33539 w 11499601"/>
              <a:gd name="connsiteY23" fmla="*/ 59860 h 6250474"/>
              <a:gd name="connsiteX24" fmla="*/ 39830 w 11499601"/>
              <a:gd name="connsiteY24" fmla="*/ 42028 h 6250474"/>
              <a:gd name="connsiteX25" fmla="*/ 88659 w 11499601"/>
              <a:gd name="connsiteY25" fmla="*/ 37282 h 6250474"/>
              <a:gd name="connsiteX26" fmla="*/ 301554 w 11499601"/>
              <a:gd name="connsiteY26" fmla="*/ 37282 h 6250474"/>
              <a:gd name="connsiteX27" fmla="*/ 416464 w 11499601"/>
              <a:gd name="connsiteY27" fmla="*/ 30725 h 6250474"/>
              <a:gd name="connsiteX28" fmla="*/ 907723 w 11499601"/>
              <a:gd name="connsiteY28" fmla="*/ 24269 h 6250474"/>
              <a:gd name="connsiteX29" fmla="*/ 3989089 w 11499601"/>
              <a:gd name="connsiteY29" fmla="*/ 29653 h 6250474"/>
              <a:gd name="connsiteX30" fmla="*/ 9680053 w 11499601"/>
              <a:gd name="connsiteY30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884575 w 11499601"/>
              <a:gd name="connsiteY16" fmla="*/ 5937508 h 6250474"/>
              <a:gd name="connsiteX17" fmla="*/ 1731597 w 11499601"/>
              <a:gd name="connsiteY17" fmla="*/ 5934968 h 6250474"/>
              <a:gd name="connsiteX18" fmla="*/ 1588500 w 11499601"/>
              <a:gd name="connsiteY18" fmla="*/ 5940418 h 6250474"/>
              <a:gd name="connsiteX19" fmla="*/ 671167 w 11499601"/>
              <a:gd name="connsiteY19" fmla="*/ 5948382 h 6250474"/>
              <a:gd name="connsiteX20" fmla="*/ 94741 w 11499601"/>
              <a:gd name="connsiteY20" fmla="*/ 5957415 h 6250474"/>
              <a:gd name="connsiteX21" fmla="*/ 37859 w 11499601"/>
              <a:gd name="connsiteY21" fmla="*/ 5876060 h 6250474"/>
              <a:gd name="connsiteX22" fmla="*/ 28975 w 11499601"/>
              <a:gd name="connsiteY22" fmla="*/ 2606888 h 6250474"/>
              <a:gd name="connsiteX23" fmla="*/ 33539 w 11499601"/>
              <a:gd name="connsiteY23" fmla="*/ 59860 h 6250474"/>
              <a:gd name="connsiteX24" fmla="*/ 39830 w 11499601"/>
              <a:gd name="connsiteY24" fmla="*/ 42028 h 6250474"/>
              <a:gd name="connsiteX25" fmla="*/ 88659 w 11499601"/>
              <a:gd name="connsiteY25" fmla="*/ 37282 h 6250474"/>
              <a:gd name="connsiteX26" fmla="*/ 301554 w 11499601"/>
              <a:gd name="connsiteY26" fmla="*/ 37282 h 6250474"/>
              <a:gd name="connsiteX27" fmla="*/ 416464 w 11499601"/>
              <a:gd name="connsiteY27" fmla="*/ 30725 h 6250474"/>
              <a:gd name="connsiteX28" fmla="*/ 907723 w 11499601"/>
              <a:gd name="connsiteY28" fmla="*/ 24269 h 6250474"/>
              <a:gd name="connsiteX29" fmla="*/ 3989089 w 11499601"/>
              <a:gd name="connsiteY29" fmla="*/ 29653 h 6250474"/>
              <a:gd name="connsiteX30" fmla="*/ 9680053 w 11499601"/>
              <a:gd name="connsiteY30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884575 w 11499601"/>
              <a:gd name="connsiteY16" fmla="*/ 5937508 h 6250474"/>
              <a:gd name="connsiteX17" fmla="*/ 1731597 w 11499601"/>
              <a:gd name="connsiteY17" fmla="*/ 5934968 h 6250474"/>
              <a:gd name="connsiteX18" fmla="*/ 1588500 w 11499601"/>
              <a:gd name="connsiteY18" fmla="*/ 5940418 h 6250474"/>
              <a:gd name="connsiteX19" fmla="*/ 671167 w 11499601"/>
              <a:gd name="connsiteY19" fmla="*/ 5948382 h 6250474"/>
              <a:gd name="connsiteX20" fmla="*/ 94741 w 11499601"/>
              <a:gd name="connsiteY20" fmla="*/ 5957415 h 6250474"/>
              <a:gd name="connsiteX21" fmla="*/ 37859 w 11499601"/>
              <a:gd name="connsiteY21" fmla="*/ 5876060 h 6250474"/>
              <a:gd name="connsiteX22" fmla="*/ 28975 w 11499601"/>
              <a:gd name="connsiteY22" fmla="*/ 2606888 h 6250474"/>
              <a:gd name="connsiteX23" fmla="*/ 33539 w 11499601"/>
              <a:gd name="connsiteY23" fmla="*/ 59860 h 6250474"/>
              <a:gd name="connsiteX24" fmla="*/ 39830 w 11499601"/>
              <a:gd name="connsiteY24" fmla="*/ 42028 h 6250474"/>
              <a:gd name="connsiteX25" fmla="*/ 88659 w 11499601"/>
              <a:gd name="connsiteY25" fmla="*/ 37282 h 6250474"/>
              <a:gd name="connsiteX26" fmla="*/ 301554 w 11499601"/>
              <a:gd name="connsiteY26" fmla="*/ 37282 h 6250474"/>
              <a:gd name="connsiteX27" fmla="*/ 416464 w 11499601"/>
              <a:gd name="connsiteY27" fmla="*/ 30725 h 6250474"/>
              <a:gd name="connsiteX28" fmla="*/ 907723 w 11499601"/>
              <a:gd name="connsiteY28" fmla="*/ 24269 h 6250474"/>
              <a:gd name="connsiteX29" fmla="*/ 3989089 w 11499601"/>
              <a:gd name="connsiteY29" fmla="*/ 29653 h 6250474"/>
              <a:gd name="connsiteX30" fmla="*/ 9680053 w 11499601"/>
              <a:gd name="connsiteY30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731597 w 11499601"/>
              <a:gd name="connsiteY16" fmla="*/ 5934968 h 6250474"/>
              <a:gd name="connsiteX17" fmla="*/ 1588500 w 11499601"/>
              <a:gd name="connsiteY17" fmla="*/ 5940418 h 6250474"/>
              <a:gd name="connsiteX18" fmla="*/ 671167 w 11499601"/>
              <a:gd name="connsiteY18" fmla="*/ 5948382 h 6250474"/>
              <a:gd name="connsiteX19" fmla="*/ 94741 w 11499601"/>
              <a:gd name="connsiteY19" fmla="*/ 5957415 h 6250474"/>
              <a:gd name="connsiteX20" fmla="*/ 37859 w 11499601"/>
              <a:gd name="connsiteY20" fmla="*/ 5876060 h 6250474"/>
              <a:gd name="connsiteX21" fmla="*/ 28975 w 11499601"/>
              <a:gd name="connsiteY21" fmla="*/ 2606888 h 6250474"/>
              <a:gd name="connsiteX22" fmla="*/ 33539 w 11499601"/>
              <a:gd name="connsiteY22" fmla="*/ 59860 h 6250474"/>
              <a:gd name="connsiteX23" fmla="*/ 39830 w 11499601"/>
              <a:gd name="connsiteY23" fmla="*/ 42028 h 6250474"/>
              <a:gd name="connsiteX24" fmla="*/ 88659 w 11499601"/>
              <a:gd name="connsiteY24" fmla="*/ 37282 h 6250474"/>
              <a:gd name="connsiteX25" fmla="*/ 301554 w 11499601"/>
              <a:gd name="connsiteY25" fmla="*/ 37282 h 6250474"/>
              <a:gd name="connsiteX26" fmla="*/ 416464 w 11499601"/>
              <a:gd name="connsiteY26" fmla="*/ 30725 h 6250474"/>
              <a:gd name="connsiteX27" fmla="*/ 907723 w 11499601"/>
              <a:gd name="connsiteY27" fmla="*/ 24269 h 6250474"/>
              <a:gd name="connsiteX28" fmla="*/ 3989089 w 11499601"/>
              <a:gd name="connsiteY28" fmla="*/ 29653 h 6250474"/>
              <a:gd name="connsiteX29" fmla="*/ 9680053 w 11499601"/>
              <a:gd name="connsiteY29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588500 w 11499601"/>
              <a:gd name="connsiteY16" fmla="*/ 5940418 h 6250474"/>
              <a:gd name="connsiteX17" fmla="*/ 671167 w 11499601"/>
              <a:gd name="connsiteY17" fmla="*/ 5948382 h 6250474"/>
              <a:gd name="connsiteX18" fmla="*/ 94741 w 11499601"/>
              <a:gd name="connsiteY18" fmla="*/ 5957415 h 6250474"/>
              <a:gd name="connsiteX19" fmla="*/ 37859 w 11499601"/>
              <a:gd name="connsiteY19" fmla="*/ 5876060 h 6250474"/>
              <a:gd name="connsiteX20" fmla="*/ 28975 w 11499601"/>
              <a:gd name="connsiteY20" fmla="*/ 2606888 h 6250474"/>
              <a:gd name="connsiteX21" fmla="*/ 33539 w 11499601"/>
              <a:gd name="connsiteY21" fmla="*/ 59860 h 6250474"/>
              <a:gd name="connsiteX22" fmla="*/ 39830 w 11499601"/>
              <a:gd name="connsiteY22" fmla="*/ 42028 h 6250474"/>
              <a:gd name="connsiteX23" fmla="*/ 88659 w 11499601"/>
              <a:gd name="connsiteY23" fmla="*/ 37282 h 6250474"/>
              <a:gd name="connsiteX24" fmla="*/ 301554 w 11499601"/>
              <a:gd name="connsiteY24" fmla="*/ 37282 h 6250474"/>
              <a:gd name="connsiteX25" fmla="*/ 416464 w 11499601"/>
              <a:gd name="connsiteY25" fmla="*/ 30725 h 6250474"/>
              <a:gd name="connsiteX26" fmla="*/ 907723 w 11499601"/>
              <a:gd name="connsiteY26" fmla="*/ 24269 h 6250474"/>
              <a:gd name="connsiteX27" fmla="*/ 3989089 w 11499601"/>
              <a:gd name="connsiteY27" fmla="*/ 29653 h 6250474"/>
              <a:gd name="connsiteX28" fmla="*/ 9680053 w 11499601"/>
              <a:gd name="connsiteY28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552841 w 11499601"/>
              <a:gd name="connsiteY16" fmla="*/ 5965889 h 6250474"/>
              <a:gd name="connsiteX17" fmla="*/ 671167 w 11499601"/>
              <a:gd name="connsiteY17" fmla="*/ 5948382 h 6250474"/>
              <a:gd name="connsiteX18" fmla="*/ 94741 w 11499601"/>
              <a:gd name="connsiteY18" fmla="*/ 5957415 h 6250474"/>
              <a:gd name="connsiteX19" fmla="*/ 37859 w 11499601"/>
              <a:gd name="connsiteY19" fmla="*/ 5876060 h 6250474"/>
              <a:gd name="connsiteX20" fmla="*/ 28975 w 11499601"/>
              <a:gd name="connsiteY20" fmla="*/ 2606888 h 6250474"/>
              <a:gd name="connsiteX21" fmla="*/ 33539 w 11499601"/>
              <a:gd name="connsiteY21" fmla="*/ 59860 h 6250474"/>
              <a:gd name="connsiteX22" fmla="*/ 39830 w 11499601"/>
              <a:gd name="connsiteY22" fmla="*/ 42028 h 6250474"/>
              <a:gd name="connsiteX23" fmla="*/ 88659 w 11499601"/>
              <a:gd name="connsiteY23" fmla="*/ 37282 h 6250474"/>
              <a:gd name="connsiteX24" fmla="*/ 301554 w 11499601"/>
              <a:gd name="connsiteY24" fmla="*/ 37282 h 6250474"/>
              <a:gd name="connsiteX25" fmla="*/ 416464 w 11499601"/>
              <a:gd name="connsiteY25" fmla="*/ 30725 h 6250474"/>
              <a:gd name="connsiteX26" fmla="*/ 907723 w 11499601"/>
              <a:gd name="connsiteY26" fmla="*/ 24269 h 6250474"/>
              <a:gd name="connsiteX27" fmla="*/ 3989089 w 11499601"/>
              <a:gd name="connsiteY27" fmla="*/ 29653 h 6250474"/>
              <a:gd name="connsiteX28" fmla="*/ 9680053 w 11499601"/>
              <a:gd name="connsiteY28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16786 w 11499601"/>
              <a:gd name="connsiteY15" fmla="*/ 5901423 h 6250474"/>
              <a:gd name="connsiteX16" fmla="*/ 1552841 w 11499601"/>
              <a:gd name="connsiteY16" fmla="*/ 5965889 h 6250474"/>
              <a:gd name="connsiteX17" fmla="*/ 671167 w 11499601"/>
              <a:gd name="connsiteY17" fmla="*/ 5948382 h 6250474"/>
              <a:gd name="connsiteX18" fmla="*/ 94741 w 11499601"/>
              <a:gd name="connsiteY18" fmla="*/ 5957415 h 6250474"/>
              <a:gd name="connsiteX19" fmla="*/ 37859 w 11499601"/>
              <a:gd name="connsiteY19" fmla="*/ 5876060 h 6250474"/>
              <a:gd name="connsiteX20" fmla="*/ 28975 w 11499601"/>
              <a:gd name="connsiteY20" fmla="*/ 2606888 h 6250474"/>
              <a:gd name="connsiteX21" fmla="*/ 33539 w 11499601"/>
              <a:gd name="connsiteY21" fmla="*/ 59860 h 6250474"/>
              <a:gd name="connsiteX22" fmla="*/ 39830 w 11499601"/>
              <a:gd name="connsiteY22" fmla="*/ 42028 h 6250474"/>
              <a:gd name="connsiteX23" fmla="*/ 88659 w 11499601"/>
              <a:gd name="connsiteY23" fmla="*/ 37282 h 6250474"/>
              <a:gd name="connsiteX24" fmla="*/ 301554 w 11499601"/>
              <a:gd name="connsiteY24" fmla="*/ 37282 h 6250474"/>
              <a:gd name="connsiteX25" fmla="*/ 416464 w 11499601"/>
              <a:gd name="connsiteY25" fmla="*/ 30725 h 6250474"/>
              <a:gd name="connsiteX26" fmla="*/ 907723 w 11499601"/>
              <a:gd name="connsiteY26" fmla="*/ 24269 h 6250474"/>
              <a:gd name="connsiteX27" fmla="*/ 3989089 w 11499601"/>
              <a:gd name="connsiteY27" fmla="*/ 29653 h 6250474"/>
              <a:gd name="connsiteX28" fmla="*/ 9680053 w 11499601"/>
              <a:gd name="connsiteY28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01504 w 11499601"/>
              <a:gd name="connsiteY15" fmla="*/ 5967647 h 6250474"/>
              <a:gd name="connsiteX16" fmla="*/ 1552841 w 11499601"/>
              <a:gd name="connsiteY16" fmla="*/ 5965889 h 6250474"/>
              <a:gd name="connsiteX17" fmla="*/ 671167 w 11499601"/>
              <a:gd name="connsiteY17" fmla="*/ 5948382 h 6250474"/>
              <a:gd name="connsiteX18" fmla="*/ 94741 w 11499601"/>
              <a:gd name="connsiteY18" fmla="*/ 5957415 h 6250474"/>
              <a:gd name="connsiteX19" fmla="*/ 37859 w 11499601"/>
              <a:gd name="connsiteY19" fmla="*/ 5876060 h 6250474"/>
              <a:gd name="connsiteX20" fmla="*/ 28975 w 11499601"/>
              <a:gd name="connsiteY20" fmla="*/ 2606888 h 6250474"/>
              <a:gd name="connsiteX21" fmla="*/ 33539 w 11499601"/>
              <a:gd name="connsiteY21" fmla="*/ 59860 h 6250474"/>
              <a:gd name="connsiteX22" fmla="*/ 39830 w 11499601"/>
              <a:gd name="connsiteY22" fmla="*/ 42028 h 6250474"/>
              <a:gd name="connsiteX23" fmla="*/ 88659 w 11499601"/>
              <a:gd name="connsiteY23" fmla="*/ 37282 h 6250474"/>
              <a:gd name="connsiteX24" fmla="*/ 301554 w 11499601"/>
              <a:gd name="connsiteY24" fmla="*/ 37282 h 6250474"/>
              <a:gd name="connsiteX25" fmla="*/ 416464 w 11499601"/>
              <a:gd name="connsiteY25" fmla="*/ 30725 h 6250474"/>
              <a:gd name="connsiteX26" fmla="*/ 907723 w 11499601"/>
              <a:gd name="connsiteY26" fmla="*/ 24269 h 6250474"/>
              <a:gd name="connsiteX27" fmla="*/ 3989089 w 11499601"/>
              <a:gd name="connsiteY27" fmla="*/ 29653 h 6250474"/>
              <a:gd name="connsiteX28" fmla="*/ 9680053 w 11499601"/>
              <a:gd name="connsiteY28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01504 w 11499601"/>
              <a:gd name="connsiteY15" fmla="*/ 5967647 h 6250474"/>
              <a:gd name="connsiteX16" fmla="*/ 671167 w 11499601"/>
              <a:gd name="connsiteY16" fmla="*/ 5948382 h 6250474"/>
              <a:gd name="connsiteX17" fmla="*/ 94741 w 11499601"/>
              <a:gd name="connsiteY17" fmla="*/ 5957415 h 6250474"/>
              <a:gd name="connsiteX18" fmla="*/ 37859 w 11499601"/>
              <a:gd name="connsiteY18" fmla="*/ 5876060 h 6250474"/>
              <a:gd name="connsiteX19" fmla="*/ 28975 w 11499601"/>
              <a:gd name="connsiteY19" fmla="*/ 2606888 h 6250474"/>
              <a:gd name="connsiteX20" fmla="*/ 33539 w 11499601"/>
              <a:gd name="connsiteY20" fmla="*/ 59860 h 6250474"/>
              <a:gd name="connsiteX21" fmla="*/ 39830 w 11499601"/>
              <a:gd name="connsiteY21" fmla="*/ 42028 h 6250474"/>
              <a:gd name="connsiteX22" fmla="*/ 88659 w 11499601"/>
              <a:gd name="connsiteY22" fmla="*/ 37282 h 6250474"/>
              <a:gd name="connsiteX23" fmla="*/ 301554 w 11499601"/>
              <a:gd name="connsiteY23" fmla="*/ 37282 h 6250474"/>
              <a:gd name="connsiteX24" fmla="*/ 416464 w 11499601"/>
              <a:gd name="connsiteY24" fmla="*/ 30725 h 6250474"/>
              <a:gd name="connsiteX25" fmla="*/ 907723 w 11499601"/>
              <a:gd name="connsiteY25" fmla="*/ 24269 h 6250474"/>
              <a:gd name="connsiteX26" fmla="*/ 3989089 w 11499601"/>
              <a:gd name="connsiteY26" fmla="*/ 29653 h 6250474"/>
              <a:gd name="connsiteX27" fmla="*/ 9680053 w 11499601"/>
              <a:gd name="connsiteY27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01504 w 11499601"/>
              <a:gd name="connsiteY15" fmla="*/ 5967647 h 6250474"/>
              <a:gd name="connsiteX16" fmla="*/ 666073 w 11499601"/>
              <a:gd name="connsiteY16" fmla="*/ 5958571 h 6250474"/>
              <a:gd name="connsiteX17" fmla="*/ 94741 w 11499601"/>
              <a:gd name="connsiteY17" fmla="*/ 5957415 h 6250474"/>
              <a:gd name="connsiteX18" fmla="*/ 37859 w 11499601"/>
              <a:gd name="connsiteY18" fmla="*/ 5876060 h 6250474"/>
              <a:gd name="connsiteX19" fmla="*/ 28975 w 11499601"/>
              <a:gd name="connsiteY19" fmla="*/ 2606888 h 6250474"/>
              <a:gd name="connsiteX20" fmla="*/ 33539 w 11499601"/>
              <a:gd name="connsiteY20" fmla="*/ 59860 h 6250474"/>
              <a:gd name="connsiteX21" fmla="*/ 39830 w 11499601"/>
              <a:gd name="connsiteY21" fmla="*/ 42028 h 6250474"/>
              <a:gd name="connsiteX22" fmla="*/ 88659 w 11499601"/>
              <a:gd name="connsiteY22" fmla="*/ 37282 h 6250474"/>
              <a:gd name="connsiteX23" fmla="*/ 301554 w 11499601"/>
              <a:gd name="connsiteY23" fmla="*/ 37282 h 6250474"/>
              <a:gd name="connsiteX24" fmla="*/ 416464 w 11499601"/>
              <a:gd name="connsiteY24" fmla="*/ 30725 h 6250474"/>
              <a:gd name="connsiteX25" fmla="*/ 907723 w 11499601"/>
              <a:gd name="connsiteY25" fmla="*/ 24269 h 6250474"/>
              <a:gd name="connsiteX26" fmla="*/ 3989089 w 11499601"/>
              <a:gd name="connsiteY26" fmla="*/ 29653 h 6250474"/>
              <a:gd name="connsiteX27" fmla="*/ 9680053 w 11499601"/>
              <a:gd name="connsiteY27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70715 w 11499601"/>
              <a:gd name="connsiteY13" fmla="*/ 6056161 h 6250474"/>
              <a:gd name="connsiteX14" fmla="*/ 2785655 w 11499601"/>
              <a:gd name="connsiteY14" fmla="*/ 5972741 h 6250474"/>
              <a:gd name="connsiteX15" fmla="*/ 2301504 w 11499601"/>
              <a:gd name="connsiteY15" fmla="*/ 5967647 h 6250474"/>
              <a:gd name="connsiteX16" fmla="*/ 666073 w 11499601"/>
              <a:gd name="connsiteY16" fmla="*/ 5958571 h 6250474"/>
              <a:gd name="connsiteX17" fmla="*/ 94741 w 11499601"/>
              <a:gd name="connsiteY17" fmla="*/ 5957415 h 6250474"/>
              <a:gd name="connsiteX18" fmla="*/ 37859 w 11499601"/>
              <a:gd name="connsiteY18" fmla="*/ 5876060 h 6250474"/>
              <a:gd name="connsiteX19" fmla="*/ 28975 w 11499601"/>
              <a:gd name="connsiteY19" fmla="*/ 2606888 h 6250474"/>
              <a:gd name="connsiteX20" fmla="*/ 33539 w 11499601"/>
              <a:gd name="connsiteY20" fmla="*/ 59860 h 6250474"/>
              <a:gd name="connsiteX21" fmla="*/ 39830 w 11499601"/>
              <a:gd name="connsiteY21" fmla="*/ 42028 h 6250474"/>
              <a:gd name="connsiteX22" fmla="*/ 88659 w 11499601"/>
              <a:gd name="connsiteY22" fmla="*/ 37282 h 6250474"/>
              <a:gd name="connsiteX23" fmla="*/ 301554 w 11499601"/>
              <a:gd name="connsiteY23" fmla="*/ 37282 h 6250474"/>
              <a:gd name="connsiteX24" fmla="*/ 416464 w 11499601"/>
              <a:gd name="connsiteY24" fmla="*/ 30725 h 6250474"/>
              <a:gd name="connsiteX25" fmla="*/ 907723 w 11499601"/>
              <a:gd name="connsiteY25" fmla="*/ 24269 h 6250474"/>
              <a:gd name="connsiteX26" fmla="*/ 3989089 w 11499601"/>
              <a:gd name="connsiteY26" fmla="*/ 29653 h 6250474"/>
              <a:gd name="connsiteX27" fmla="*/ 9680053 w 11499601"/>
              <a:gd name="connsiteY27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70715 w 11499601"/>
              <a:gd name="connsiteY13" fmla="*/ 6056161 h 6250474"/>
              <a:gd name="connsiteX14" fmla="*/ 2785655 w 11499601"/>
              <a:gd name="connsiteY14" fmla="*/ 5972741 h 6250474"/>
              <a:gd name="connsiteX15" fmla="*/ 2301504 w 11499601"/>
              <a:gd name="connsiteY15" fmla="*/ 5967647 h 6250474"/>
              <a:gd name="connsiteX16" fmla="*/ 666073 w 11499601"/>
              <a:gd name="connsiteY16" fmla="*/ 5958571 h 6250474"/>
              <a:gd name="connsiteX17" fmla="*/ 94741 w 11499601"/>
              <a:gd name="connsiteY17" fmla="*/ 5957415 h 6250474"/>
              <a:gd name="connsiteX18" fmla="*/ 37859 w 11499601"/>
              <a:gd name="connsiteY18" fmla="*/ 5876060 h 6250474"/>
              <a:gd name="connsiteX19" fmla="*/ 28975 w 11499601"/>
              <a:gd name="connsiteY19" fmla="*/ 2606888 h 6250474"/>
              <a:gd name="connsiteX20" fmla="*/ 33539 w 11499601"/>
              <a:gd name="connsiteY20" fmla="*/ 59860 h 6250474"/>
              <a:gd name="connsiteX21" fmla="*/ 39830 w 11499601"/>
              <a:gd name="connsiteY21" fmla="*/ 42028 h 6250474"/>
              <a:gd name="connsiteX22" fmla="*/ 88659 w 11499601"/>
              <a:gd name="connsiteY22" fmla="*/ 37282 h 6250474"/>
              <a:gd name="connsiteX23" fmla="*/ 301554 w 11499601"/>
              <a:gd name="connsiteY23" fmla="*/ 37282 h 6250474"/>
              <a:gd name="connsiteX24" fmla="*/ 416464 w 11499601"/>
              <a:gd name="connsiteY24" fmla="*/ 30725 h 6250474"/>
              <a:gd name="connsiteX25" fmla="*/ 907723 w 11499601"/>
              <a:gd name="connsiteY25" fmla="*/ 24269 h 6250474"/>
              <a:gd name="connsiteX26" fmla="*/ 3989089 w 11499601"/>
              <a:gd name="connsiteY26" fmla="*/ 29653 h 6250474"/>
              <a:gd name="connsiteX27" fmla="*/ 9680053 w 11499601"/>
              <a:gd name="connsiteY27" fmla="*/ 0 h 6250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1499601" h="6250474">
                <a:moveTo>
                  <a:pt x="9680053" y="0"/>
                </a:moveTo>
                <a:lnTo>
                  <a:pt x="11263634" y="10894"/>
                </a:lnTo>
                <a:cubicBezTo>
                  <a:pt x="11382518" y="17609"/>
                  <a:pt x="11468807" y="-29564"/>
                  <a:pt x="11499601" y="84193"/>
                </a:cubicBezTo>
                <a:lnTo>
                  <a:pt x="11496115" y="333210"/>
                </a:lnTo>
                <a:cubicBezTo>
                  <a:pt x="11496285" y="489431"/>
                  <a:pt x="11496456" y="645651"/>
                  <a:pt x="11496626" y="801872"/>
                </a:cubicBezTo>
                <a:cubicBezTo>
                  <a:pt x="11485119" y="918570"/>
                  <a:pt x="11483798" y="1773917"/>
                  <a:pt x="11482477" y="1834579"/>
                </a:cubicBezTo>
                <a:cubicBezTo>
                  <a:pt x="11462397" y="2645173"/>
                  <a:pt x="11489491" y="2970847"/>
                  <a:pt x="11478714" y="3520214"/>
                </a:cubicBezTo>
                <a:cubicBezTo>
                  <a:pt x="11462615" y="5654060"/>
                  <a:pt x="11560172" y="6010354"/>
                  <a:pt x="11419375" y="5982433"/>
                </a:cubicBezTo>
                <a:cubicBezTo>
                  <a:pt x="9251879" y="6044921"/>
                  <a:pt x="7569480" y="6004728"/>
                  <a:pt x="5959453" y="5973386"/>
                </a:cubicBezTo>
                <a:lnTo>
                  <a:pt x="4858766" y="5999562"/>
                </a:lnTo>
                <a:lnTo>
                  <a:pt x="3239306" y="5972741"/>
                </a:lnTo>
                <a:lnTo>
                  <a:pt x="3217554" y="6005912"/>
                </a:lnTo>
                <a:cubicBezTo>
                  <a:pt x="3195952" y="6047442"/>
                  <a:pt x="3201415" y="6144511"/>
                  <a:pt x="3219866" y="6250474"/>
                </a:cubicBezTo>
                <a:cubicBezTo>
                  <a:pt x="3113618" y="6201492"/>
                  <a:pt x="2980145" y="6145854"/>
                  <a:pt x="2870715" y="6056161"/>
                </a:cubicBezTo>
                <a:lnTo>
                  <a:pt x="2785655" y="5972741"/>
                </a:lnTo>
                <a:lnTo>
                  <a:pt x="2301504" y="5967647"/>
                </a:lnTo>
                <a:lnTo>
                  <a:pt x="666073" y="5958571"/>
                </a:lnTo>
                <a:cubicBezTo>
                  <a:pt x="416338" y="5959078"/>
                  <a:pt x="199443" y="5971167"/>
                  <a:pt x="94741" y="5957415"/>
                </a:cubicBezTo>
                <a:cubicBezTo>
                  <a:pt x="-9961" y="5943663"/>
                  <a:pt x="43390" y="5957506"/>
                  <a:pt x="37859" y="5876060"/>
                </a:cubicBezTo>
                <a:cubicBezTo>
                  <a:pt x="13485" y="5737802"/>
                  <a:pt x="42281" y="4414258"/>
                  <a:pt x="28975" y="2606888"/>
                </a:cubicBezTo>
                <a:cubicBezTo>
                  <a:pt x="-19249" y="1512253"/>
                  <a:pt x="110" y="488851"/>
                  <a:pt x="33539" y="59860"/>
                </a:cubicBezTo>
                <a:cubicBezTo>
                  <a:pt x="34137" y="52184"/>
                  <a:pt x="36271" y="46366"/>
                  <a:pt x="39830" y="42028"/>
                </a:cubicBezTo>
                <a:lnTo>
                  <a:pt x="88659" y="37282"/>
                </a:lnTo>
                <a:lnTo>
                  <a:pt x="301554" y="37282"/>
                </a:lnTo>
                <a:lnTo>
                  <a:pt x="416464" y="30725"/>
                </a:lnTo>
                <a:lnTo>
                  <a:pt x="907723" y="24269"/>
                </a:lnTo>
                <a:lnTo>
                  <a:pt x="3989089" y="29653"/>
                </a:lnTo>
                <a:lnTo>
                  <a:pt x="968005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489E99-8A12-4C4F-92F9-95B01D814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0724" y="558209"/>
            <a:ext cx="10333075" cy="1414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11B211-A6C3-4384-AA0B-7A8561A53C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0726" y="2089298"/>
            <a:ext cx="10333074" cy="3827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07E98-5ED3-41C2-BC39-EA8FB826AB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7834" y="6356350"/>
            <a:ext cx="26049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1"/>
                </a:solidFill>
              </a:defRPr>
            </a:lvl1pPr>
          </a:lstStyle>
          <a:p>
            <a:fld id="{C1691109-F4F8-4597-962C-A4F4B7960636}" type="datetimeFigureOut">
              <a:rPr lang="en-US" smtClean="0"/>
              <a:t>9/15/2023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493049-EC55-4ABD-8F77-F5A84AE384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56153" y="6356350"/>
            <a:ext cx="34441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cap="all" spc="1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1B6DF-CCDC-4ED0-A4B2-1512B668F4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0263" y="6356350"/>
            <a:ext cx="523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/>
                </a:solidFill>
              </a:defRPr>
            </a:lvl1pPr>
          </a:lstStyle>
          <a:p>
            <a:fld id="{7C7FAD9F-AEE9-406E-B720-57D2B9DB281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2D2C6CA-56BB-4A08-A1E2-342F83955EDB}"/>
              </a:ext>
            </a:extLst>
          </p:cNvPr>
          <p:cNvSpPr/>
          <p:nvPr/>
        </p:nvSpPr>
        <p:spPr>
          <a:xfrm>
            <a:off x="403284" y="389461"/>
            <a:ext cx="11499601" cy="6203902"/>
          </a:xfrm>
          <a:custGeom>
            <a:avLst/>
            <a:gdLst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5021779 w 11499601"/>
              <a:gd name="connsiteY9" fmla="*/ 5958809 h 6250474"/>
              <a:gd name="connsiteX10" fmla="*/ 5021779 w 11499601"/>
              <a:gd name="connsiteY10" fmla="*/ 5972741 h 6250474"/>
              <a:gd name="connsiteX11" fmla="*/ 3239306 w 11499601"/>
              <a:gd name="connsiteY11" fmla="*/ 5972741 h 6250474"/>
              <a:gd name="connsiteX12" fmla="*/ 3217554 w 11499601"/>
              <a:gd name="connsiteY12" fmla="*/ 6005912 h 6250474"/>
              <a:gd name="connsiteX13" fmla="*/ 3219866 w 11499601"/>
              <a:gd name="connsiteY13" fmla="*/ 6250474 h 6250474"/>
              <a:gd name="connsiteX14" fmla="*/ 2855432 w 11499601"/>
              <a:gd name="connsiteY14" fmla="*/ 6045972 h 6250474"/>
              <a:gd name="connsiteX15" fmla="*/ 2785655 w 11499601"/>
              <a:gd name="connsiteY15" fmla="*/ 5972741 h 6250474"/>
              <a:gd name="connsiteX16" fmla="*/ 2321880 w 11499601"/>
              <a:gd name="connsiteY16" fmla="*/ 5972741 h 6250474"/>
              <a:gd name="connsiteX17" fmla="*/ 2321880 w 11499601"/>
              <a:gd name="connsiteY17" fmla="*/ 5943328 h 6250474"/>
              <a:gd name="connsiteX18" fmla="*/ 2161451 w 11499601"/>
              <a:gd name="connsiteY18" fmla="*/ 5941720 h 6250474"/>
              <a:gd name="connsiteX19" fmla="*/ 1884575 w 11499601"/>
              <a:gd name="connsiteY19" fmla="*/ 5937508 h 6250474"/>
              <a:gd name="connsiteX20" fmla="*/ 1731597 w 11499601"/>
              <a:gd name="connsiteY20" fmla="*/ 5934968 h 6250474"/>
              <a:gd name="connsiteX21" fmla="*/ 1588500 w 11499601"/>
              <a:gd name="connsiteY21" fmla="*/ 5940418 h 6250474"/>
              <a:gd name="connsiteX22" fmla="*/ 671167 w 11499601"/>
              <a:gd name="connsiteY22" fmla="*/ 5948382 h 6250474"/>
              <a:gd name="connsiteX23" fmla="*/ 94741 w 11499601"/>
              <a:gd name="connsiteY23" fmla="*/ 5957415 h 6250474"/>
              <a:gd name="connsiteX24" fmla="*/ 37859 w 11499601"/>
              <a:gd name="connsiteY24" fmla="*/ 5876060 h 6250474"/>
              <a:gd name="connsiteX25" fmla="*/ 28975 w 11499601"/>
              <a:gd name="connsiteY25" fmla="*/ 2606888 h 6250474"/>
              <a:gd name="connsiteX26" fmla="*/ 33539 w 11499601"/>
              <a:gd name="connsiteY26" fmla="*/ 59860 h 6250474"/>
              <a:gd name="connsiteX27" fmla="*/ 39830 w 11499601"/>
              <a:gd name="connsiteY27" fmla="*/ 42028 h 6250474"/>
              <a:gd name="connsiteX28" fmla="*/ 88659 w 11499601"/>
              <a:gd name="connsiteY28" fmla="*/ 37282 h 6250474"/>
              <a:gd name="connsiteX29" fmla="*/ 301554 w 11499601"/>
              <a:gd name="connsiteY29" fmla="*/ 37282 h 6250474"/>
              <a:gd name="connsiteX30" fmla="*/ 416464 w 11499601"/>
              <a:gd name="connsiteY30" fmla="*/ 30725 h 6250474"/>
              <a:gd name="connsiteX31" fmla="*/ 907723 w 11499601"/>
              <a:gd name="connsiteY31" fmla="*/ 24269 h 6250474"/>
              <a:gd name="connsiteX32" fmla="*/ 3989089 w 11499601"/>
              <a:gd name="connsiteY32" fmla="*/ 29653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5021779 w 11499601"/>
              <a:gd name="connsiteY9" fmla="*/ 5958809 h 6250474"/>
              <a:gd name="connsiteX10" fmla="*/ 5021779 w 11499601"/>
              <a:gd name="connsiteY10" fmla="*/ 5972741 h 6250474"/>
              <a:gd name="connsiteX11" fmla="*/ 3239306 w 11499601"/>
              <a:gd name="connsiteY11" fmla="*/ 5972741 h 6250474"/>
              <a:gd name="connsiteX12" fmla="*/ 3217554 w 11499601"/>
              <a:gd name="connsiteY12" fmla="*/ 6005912 h 6250474"/>
              <a:gd name="connsiteX13" fmla="*/ 3219866 w 11499601"/>
              <a:gd name="connsiteY13" fmla="*/ 6250474 h 6250474"/>
              <a:gd name="connsiteX14" fmla="*/ 2855432 w 11499601"/>
              <a:gd name="connsiteY14" fmla="*/ 6045972 h 6250474"/>
              <a:gd name="connsiteX15" fmla="*/ 2785655 w 11499601"/>
              <a:gd name="connsiteY15" fmla="*/ 5972741 h 6250474"/>
              <a:gd name="connsiteX16" fmla="*/ 2321880 w 11499601"/>
              <a:gd name="connsiteY16" fmla="*/ 5972741 h 6250474"/>
              <a:gd name="connsiteX17" fmla="*/ 2161451 w 11499601"/>
              <a:gd name="connsiteY17" fmla="*/ 5941720 h 6250474"/>
              <a:gd name="connsiteX18" fmla="*/ 1884575 w 11499601"/>
              <a:gd name="connsiteY18" fmla="*/ 5937508 h 6250474"/>
              <a:gd name="connsiteX19" fmla="*/ 1731597 w 11499601"/>
              <a:gd name="connsiteY19" fmla="*/ 5934968 h 6250474"/>
              <a:gd name="connsiteX20" fmla="*/ 1588500 w 11499601"/>
              <a:gd name="connsiteY20" fmla="*/ 5940418 h 6250474"/>
              <a:gd name="connsiteX21" fmla="*/ 671167 w 11499601"/>
              <a:gd name="connsiteY21" fmla="*/ 5948382 h 6250474"/>
              <a:gd name="connsiteX22" fmla="*/ 94741 w 11499601"/>
              <a:gd name="connsiteY22" fmla="*/ 5957415 h 6250474"/>
              <a:gd name="connsiteX23" fmla="*/ 37859 w 11499601"/>
              <a:gd name="connsiteY23" fmla="*/ 5876060 h 6250474"/>
              <a:gd name="connsiteX24" fmla="*/ 28975 w 11499601"/>
              <a:gd name="connsiteY24" fmla="*/ 2606888 h 6250474"/>
              <a:gd name="connsiteX25" fmla="*/ 33539 w 11499601"/>
              <a:gd name="connsiteY25" fmla="*/ 59860 h 6250474"/>
              <a:gd name="connsiteX26" fmla="*/ 39830 w 11499601"/>
              <a:gd name="connsiteY26" fmla="*/ 42028 h 6250474"/>
              <a:gd name="connsiteX27" fmla="*/ 88659 w 11499601"/>
              <a:gd name="connsiteY27" fmla="*/ 37282 h 6250474"/>
              <a:gd name="connsiteX28" fmla="*/ 301554 w 11499601"/>
              <a:gd name="connsiteY28" fmla="*/ 37282 h 6250474"/>
              <a:gd name="connsiteX29" fmla="*/ 416464 w 11499601"/>
              <a:gd name="connsiteY29" fmla="*/ 30725 h 6250474"/>
              <a:gd name="connsiteX30" fmla="*/ 907723 w 11499601"/>
              <a:gd name="connsiteY30" fmla="*/ 24269 h 6250474"/>
              <a:gd name="connsiteX31" fmla="*/ 3989089 w 11499601"/>
              <a:gd name="connsiteY31" fmla="*/ 29653 h 6250474"/>
              <a:gd name="connsiteX32" fmla="*/ 9680053 w 11499601"/>
              <a:gd name="connsiteY32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5021779 w 11499601"/>
              <a:gd name="connsiteY9" fmla="*/ 5958809 h 6250474"/>
              <a:gd name="connsiteX10" fmla="*/ 5021779 w 11499601"/>
              <a:gd name="connsiteY10" fmla="*/ 5972741 h 6250474"/>
              <a:gd name="connsiteX11" fmla="*/ 3239306 w 11499601"/>
              <a:gd name="connsiteY11" fmla="*/ 5972741 h 6250474"/>
              <a:gd name="connsiteX12" fmla="*/ 3217554 w 11499601"/>
              <a:gd name="connsiteY12" fmla="*/ 6005912 h 6250474"/>
              <a:gd name="connsiteX13" fmla="*/ 3219866 w 11499601"/>
              <a:gd name="connsiteY13" fmla="*/ 6250474 h 6250474"/>
              <a:gd name="connsiteX14" fmla="*/ 2855432 w 11499601"/>
              <a:gd name="connsiteY14" fmla="*/ 6045972 h 6250474"/>
              <a:gd name="connsiteX15" fmla="*/ 2785655 w 11499601"/>
              <a:gd name="connsiteY15" fmla="*/ 5972741 h 6250474"/>
              <a:gd name="connsiteX16" fmla="*/ 2321880 w 11499601"/>
              <a:gd name="connsiteY16" fmla="*/ 5972741 h 6250474"/>
              <a:gd name="connsiteX17" fmla="*/ 1884575 w 11499601"/>
              <a:gd name="connsiteY17" fmla="*/ 5937508 h 6250474"/>
              <a:gd name="connsiteX18" fmla="*/ 1731597 w 11499601"/>
              <a:gd name="connsiteY18" fmla="*/ 5934968 h 6250474"/>
              <a:gd name="connsiteX19" fmla="*/ 1588500 w 11499601"/>
              <a:gd name="connsiteY19" fmla="*/ 5940418 h 6250474"/>
              <a:gd name="connsiteX20" fmla="*/ 671167 w 11499601"/>
              <a:gd name="connsiteY20" fmla="*/ 5948382 h 6250474"/>
              <a:gd name="connsiteX21" fmla="*/ 94741 w 11499601"/>
              <a:gd name="connsiteY21" fmla="*/ 5957415 h 6250474"/>
              <a:gd name="connsiteX22" fmla="*/ 37859 w 11499601"/>
              <a:gd name="connsiteY22" fmla="*/ 5876060 h 6250474"/>
              <a:gd name="connsiteX23" fmla="*/ 28975 w 11499601"/>
              <a:gd name="connsiteY23" fmla="*/ 2606888 h 6250474"/>
              <a:gd name="connsiteX24" fmla="*/ 33539 w 11499601"/>
              <a:gd name="connsiteY24" fmla="*/ 59860 h 6250474"/>
              <a:gd name="connsiteX25" fmla="*/ 39830 w 11499601"/>
              <a:gd name="connsiteY25" fmla="*/ 42028 h 6250474"/>
              <a:gd name="connsiteX26" fmla="*/ 88659 w 11499601"/>
              <a:gd name="connsiteY26" fmla="*/ 37282 h 6250474"/>
              <a:gd name="connsiteX27" fmla="*/ 301554 w 11499601"/>
              <a:gd name="connsiteY27" fmla="*/ 37282 h 6250474"/>
              <a:gd name="connsiteX28" fmla="*/ 416464 w 11499601"/>
              <a:gd name="connsiteY28" fmla="*/ 30725 h 6250474"/>
              <a:gd name="connsiteX29" fmla="*/ 907723 w 11499601"/>
              <a:gd name="connsiteY29" fmla="*/ 24269 h 6250474"/>
              <a:gd name="connsiteX30" fmla="*/ 3989089 w 11499601"/>
              <a:gd name="connsiteY30" fmla="*/ 29653 h 6250474"/>
              <a:gd name="connsiteX31" fmla="*/ 9680053 w 11499601"/>
              <a:gd name="connsiteY31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5021779 w 11499601"/>
              <a:gd name="connsiteY9" fmla="*/ 5958809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884575 w 11499601"/>
              <a:gd name="connsiteY16" fmla="*/ 5937508 h 6250474"/>
              <a:gd name="connsiteX17" fmla="*/ 1731597 w 11499601"/>
              <a:gd name="connsiteY17" fmla="*/ 5934968 h 6250474"/>
              <a:gd name="connsiteX18" fmla="*/ 1588500 w 11499601"/>
              <a:gd name="connsiteY18" fmla="*/ 5940418 h 6250474"/>
              <a:gd name="connsiteX19" fmla="*/ 671167 w 11499601"/>
              <a:gd name="connsiteY19" fmla="*/ 5948382 h 6250474"/>
              <a:gd name="connsiteX20" fmla="*/ 94741 w 11499601"/>
              <a:gd name="connsiteY20" fmla="*/ 5957415 h 6250474"/>
              <a:gd name="connsiteX21" fmla="*/ 37859 w 11499601"/>
              <a:gd name="connsiteY21" fmla="*/ 5876060 h 6250474"/>
              <a:gd name="connsiteX22" fmla="*/ 28975 w 11499601"/>
              <a:gd name="connsiteY22" fmla="*/ 2606888 h 6250474"/>
              <a:gd name="connsiteX23" fmla="*/ 33539 w 11499601"/>
              <a:gd name="connsiteY23" fmla="*/ 59860 h 6250474"/>
              <a:gd name="connsiteX24" fmla="*/ 39830 w 11499601"/>
              <a:gd name="connsiteY24" fmla="*/ 42028 h 6250474"/>
              <a:gd name="connsiteX25" fmla="*/ 88659 w 11499601"/>
              <a:gd name="connsiteY25" fmla="*/ 37282 h 6250474"/>
              <a:gd name="connsiteX26" fmla="*/ 301554 w 11499601"/>
              <a:gd name="connsiteY26" fmla="*/ 37282 h 6250474"/>
              <a:gd name="connsiteX27" fmla="*/ 416464 w 11499601"/>
              <a:gd name="connsiteY27" fmla="*/ 30725 h 6250474"/>
              <a:gd name="connsiteX28" fmla="*/ 907723 w 11499601"/>
              <a:gd name="connsiteY28" fmla="*/ 24269 h 6250474"/>
              <a:gd name="connsiteX29" fmla="*/ 3989089 w 11499601"/>
              <a:gd name="connsiteY29" fmla="*/ 29653 h 6250474"/>
              <a:gd name="connsiteX30" fmla="*/ 9680053 w 11499601"/>
              <a:gd name="connsiteY30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5011590 w 11499601"/>
              <a:gd name="connsiteY9" fmla="*/ 5989374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884575 w 11499601"/>
              <a:gd name="connsiteY16" fmla="*/ 5937508 h 6250474"/>
              <a:gd name="connsiteX17" fmla="*/ 1731597 w 11499601"/>
              <a:gd name="connsiteY17" fmla="*/ 5934968 h 6250474"/>
              <a:gd name="connsiteX18" fmla="*/ 1588500 w 11499601"/>
              <a:gd name="connsiteY18" fmla="*/ 5940418 h 6250474"/>
              <a:gd name="connsiteX19" fmla="*/ 671167 w 11499601"/>
              <a:gd name="connsiteY19" fmla="*/ 5948382 h 6250474"/>
              <a:gd name="connsiteX20" fmla="*/ 94741 w 11499601"/>
              <a:gd name="connsiteY20" fmla="*/ 5957415 h 6250474"/>
              <a:gd name="connsiteX21" fmla="*/ 37859 w 11499601"/>
              <a:gd name="connsiteY21" fmla="*/ 5876060 h 6250474"/>
              <a:gd name="connsiteX22" fmla="*/ 28975 w 11499601"/>
              <a:gd name="connsiteY22" fmla="*/ 2606888 h 6250474"/>
              <a:gd name="connsiteX23" fmla="*/ 33539 w 11499601"/>
              <a:gd name="connsiteY23" fmla="*/ 59860 h 6250474"/>
              <a:gd name="connsiteX24" fmla="*/ 39830 w 11499601"/>
              <a:gd name="connsiteY24" fmla="*/ 42028 h 6250474"/>
              <a:gd name="connsiteX25" fmla="*/ 88659 w 11499601"/>
              <a:gd name="connsiteY25" fmla="*/ 37282 h 6250474"/>
              <a:gd name="connsiteX26" fmla="*/ 301554 w 11499601"/>
              <a:gd name="connsiteY26" fmla="*/ 37282 h 6250474"/>
              <a:gd name="connsiteX27" fmla="*/ 416464 w 11499601"/>
              <a:gd name="connsiteY27" fmla="*/ 30725 h 6250474"/>
              <a:gd name="connsiteX28" fmla="*/ 907723 w 11499601"/>
              <a:gd name="connsiteY28" fmla="*/ 24269 h 6250474"/>
              <a:gd name="connsiteX29" fmla="*/ 3989089 w 11499601"/>
              <a:gd name="connsiteY29" fmla="*/ 29653 h 6250474"/>
              <a:gd name="connsiteX30" fmla="*/ 9680053 w 11499601"/>
              <a:gd name="connsiteY30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5001402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884575 w 11499601"/>
              <a:gd name="connsiteY16" fmla="*/ 5937508 h 6250474"/>
              <a:gd name="connsiteX17" fmla="*/ 1731597 w 11499601"/>
              <a:gd name="connsiteY17" fmla="*/ 5934968 h 6250474"/>
              <a:gd name="connsiteX18" fmla="*/ 1588500 w 11499601"/>
              <a:gd name="connsiteY18" fmla="*/ 5940418 h 6250474"/>
              <a:gd name="connsiteX19" fmla="*/ 671167 w 11499601"/>
              <a:gd name="connsiteY19" fmla="*/ 5948382 h 6250474"/>
              <a:gd name="connsiteX20" fmla="*/ 94741 w 11499601"/>
              <a:gd name="connsiteY20" fmla="*/ 5957415 h 6250474"/>
              <a:gd name="connsiteX21" fmla="*/ 37859 w 11499601"/>
              <a:gd name="connsiteY21" fmla="*/ 5876060 h 6250474"/>
              <a:gd name="connsiteX22" fmla="*/ 28975 w 11499601"/>
              <a:gd name="connsiteY22" fmla="*/ 2606888 h 6250474"/>
              <a:gd name="connsiteX23" fmla="*/ 33539 w 11499601"/>
              <a:gd name="connsiteY23" fmla="*/ 59860 h 6250474"/>
              <a:gd name="connsiteX24" fmla="*/ 39830 w 11499601"/>
              <a:gd name="connsiteY24" fmla="*/ 42028 h 6250474"/>
              <a:gd name="connsiteX25" fmla="*/ 88659 w 11499601"/>
              <a:gd name="connsiteY25" fmla="*/ 37282 h 6250474"/>
              <a:gd name="connsiteX26" fmla="*/ 301554 w 11499601"/>
              <a:gd name="connsiteY26" fmla="*/ 37282 h 6250474"/>
              <a:gd name="connsiteX27" fmla="*/ 416464 w 11499601"/>
              <a:gd name="connsiteY27" fmla="*/ 30725 h 6250474"/>
              <a:gd name="connsiteX28" fmla="*/ 907723 w 11499601"/>
              <a:gd name="connsiteY28" fmla="*/ 24269 h 6250474"/>
              <a:gd name="connsiteX29" fmla="*/ 3989089 w 11499601"/>
              <a:gd name="connsiteY29" fmla="*/ 29653 h 6250474"/>
              <a:gd name="connsiteX30" fmla="*/ 9680053 w 11499601"/>
              <a:gd name="connsiteY30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884575 w 11499601"/>
              <a:gd name="connsiteY16" fmla="*/ 5937508 h 6250474"/>
              <a:gd name="connsiteX17" fmla="*/ 1731597 w 11499601"/>
              <a:gd name="connsiteY17" fmla="*/ 5934968 h 6250474"/>
              <a:gd name="connsiteX18" fmla="*/ 1588500 w 11499601"/>
              <a:gd name="connsiteY18" fmla="*/ 5940418 h 6250474"/>
              <a:gd name="connsiteX19" fmla="*/ 671167 w 11499601"/>
              <a:gd name="connsiteY19" fmla="*/ 5948382 h 6250474"/>
              <a:gd name="connsiteX20" fmla="*/ 94741 w 11499601"/>
              <a:gd name="connsiteY20" fmla="*/ 5957415 h 6250474"/>
              <a:gd name="connsiteX21" fmla="*/ 37859 w 11499601"/>
              <a:gd name="connsiteY21" fmla="*/ 5876060 h 6250474"/>
              <a:gd name="connsiteX22" fmla="*/ 28975 w 11499601"/>
              <a:gd name="connsiteY22" fmla="*/ 2606888 h 6250474"/>
              <a:gd name="connsiteX23" fmla="*/ 33539 w 11499601"/>
              <a:gd name="connsiteY23" fmla="*/ 59860 h 6250474"/>
              <a:gd name="connsiteX24" fmla="*/ 39830 w 11499601"/>
              <a:gd name="connsiteY24" fmla="*/ 42028 h 6250474"/>
              <a:gd name="connsiteX25" fmla="*/ 88659 w 11499601"/>
              <a:gd name="connsiteY25" fmla="*/ 37282 h 6250474"/>
              <a:gd name="connsiteX26" fmla="*/ 301554 w 11499601"/>
              <a:gd name="connsiteY26" fmla="*/ 37282 h 6250474"/>
              <a:gd name="connsiteX27" fmla="*/ 416464 w 11499601"/>
              <a:gd name="connsiteY27" fmla="*/ 30725 h 6250474"/>
              <a:gd name="connsiteX28" fmla="*/ 907723 w 11499601"/>
              <a:gd name="connsiteY28" fmla="*/ 24269 h 6250474"/>
              <a:gd name="connsiteX29" fmla="*/ 3989089 w 11499601"/>
              <a:gd name="connsiteY29" fmla="*/ 29653 h 6250474"/>
              <a:gd name="connsiteX30" fmla="*/ 9680053 w 11499601"/>
              <a:gd name="connsiteY30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884575 w 11499601"/>
              <a:gd name="connsiteY16" fmla="*/ 5937508 h 6250474"/>
              <a:gd name="connsiteX17" fmla="*/ 1731597 w 11499601"/>
              <a:gd name="connsiteY17" fmla="*/ 5934968 h 6250474"/>
              <a:gd name="connsiteX18" fmla="*/ 1588500 w 11499601"/>
              <a:gd name="connsiteY18" fmla="*/ 5940418 h 6250474"/>
              <a:gd name="connsiteX19" fmla="*/ 671167 w 11499601"/>
              <a:gd name="connsiteY19" fmla="*/ 5948382 h 6250474"/>
              <a:gd name="connsiteX20" fmla="*/ 94741 w 11499601"/>
              <a:gd name="connsiteY20" fmla="*/ 5957415 h 6250474"/>
              <a:gd name="connsiteX21" fmla="*/ 37859 w 11499601"/>
              <a:gd name="connsiteY21" fmla="*/ 5876060 h 6250474"/>
              <a:gd name="connsiteX22" fmla="*/ 28975 w 11499601"/>
              <a:gd name="connsiteY22" fmla="*/ 2606888 h 6250474"/>
              <a:gd name="connsiteX23" fmla="*/ 33539 w 11499601"/>
              <a:gd name="connsiteY23" fmla="*/ 59860 h 6250474"/>
              <a:gd name="connsiteX24" fmla="*/ 39830 w 11499601"/>
              <a:gd name="connsiteY24" fmla="*/ 42028 h 6250474"/>
              <a:gd name="connsiteX25" fmla="*/ 88659 w 11499601"/>
              <a:gd name="connsiteY25" fmla="*/ 37282 h 6250474"/>
              <a:gd name="connsiteX26" fmla="*/ 301554 w 11499601"/>
              <a:gd name="connsiteY26" fmla="*/ 37282 h 6250474"/>
              <a:gd name="connsiteX27" fmla="*/ 416464 w 11499601"/>
              <a:gd name="connsiteY27" fmla="*/ 30725 h 6250474"/>
              <a:gd name="connsiteX28" fmla="*/ 907723 w 11499601"/>
              <a:gd name="connsiteY28" fmla="*/ 24269 h 6250474"/>
              <a:gd name="connsiteX29" fmla="*/ 3989089 w 11499601"/>
              <a:gd name="connsiteY29" fmla="*/ 29653 h 6250474"/>
              <a:gd name="connsiteX30" fmla="*/ 9680053 w 11499601"/>
              <a:gd name="connsiteY30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731597 w 11499601"/>
              <a:gd name="connsiteY16" fmla="*/ 5934968 h 6250474"/>
              <a:gd name="connsiteX17" fmla="*/ 1588500 w 11499601"/>
              <a:gd name="connsiteY17" fmla="*/ 5940418 h 6250474"/>
              <a:gd name="connsiteX18" fmla="*/ 671167 w 11499601"/>
              <a:gd name="connsiteY18" fmla="*/ 5948382 h 6250474"/>
              <a:gd name="connsiteX19" fmla="*/ 94741 w 11499601"/>
              <a:gd name="connsiteY19" fmla="*/ 5957415 h 6250474"/>
              <a:gd name="connsiteX20" fmla="*/ 37859 w 11499601"/>
              <a:gd name="connsiteY20" fmla="*/ 5876060 h 6250474"/>
              <a:gd name="connsiteX21" fmla="*/ 28975 w 11499601"/>
              <a:gd name="connsiteY21" fmla="*/ 2606888 h 6250474"/>
              <a:gd name="connsiteX22" fmla="*/ 33539 w 11499601"/>
              <a:gd name="connsiteY22" fmla="*/ 59860 h 6250474"/>
              <a:gd name="connsiteX23" fmla="*/ 39830 w 11499601"/>
              <a:gd name="connsiteY23" fmla="*/ 42028 h 6250474"/>
              <a:gd name="connsiteX24" fmla="*/ 88659 w 11499601"/>
              <a:gd name="connsiteY24" fmla="*/ 37282 h 6250474"/>
              <a:gd name="connsiteX25" fmla="*/ 301554 w 11499601"/>
              <a:gd name="connsiteY25" fmla="*/ 37282 h 6250474"/>
              <a:gd name="connsiteX26" fmla="*/ 416464 w 11499601"/>
              <a:gd name="connsiteY26" fmla="*/ 30725 h 6250474"/>
              <a:gd name="connsiteX27" fmla="*/ 907723 w 11499601"/>
              <a:gd name="connsiteY27" fmla="*/ 24269 h 6250474"/>
              <a:gd name="connsiteX28" fmla="*/ 3989089 w 11499601"/>
              <a:gd name="connsiteY28" fmla="*/ 29653 h 6250474"/>
              <a:gd name="connsiteX29" fmla="*/ 9680053 w 11499601"/>
              <a:gd name="connsiteY29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588500 w 11499601"/>
              <a:gd name="connsiteY16" fmla="*/ 5940418 h 6250474"/>
              <a:gd name="connsiteX17" fmla="*/ 671167 w 11499601"/>
              <a:gd name="connsiteY17" fmla="*/ 5948382 h 6250474"/>
              <a:gd name="connsiteX18" fmla="*/ 94741 w 11499601"/>
              <a:gd name="connsiteY18" fmla="*/ 5957415 h 6250474"/>
              <a:gd name="connsiteX19" fmla="*/ 37859 w 11499601"/>
              <a:gd name="connsiteY19" fmla="*/ 5876060 h 6250474"/>
              <a:gd name="connsiteX20" fmla="*/ 28975 w 11499601"/>
              <a:gd name="connsiteY20" fmla="*/ 2606888 h 6250474"/>
              <a:gd name="connsiteX21" fmla="*/ 33539 w 11499601"/>
              <a:gd name="connsiteY21" fmla="*/ 59860 h 6250474"/>
              <a:gd name="connsiteX22" fmla="*/ 39830 w 11499601"/>
              <a:gd name="connsiteY22" fmla="*/ 42028 h 6250474"/>
              <a:gd name="connsiteX23" fmla="*/ 88659 w 11499601"/>
              <a:gd name="connsiteY23" fmla="*/ 37282 h 6250474"/>
              <a:gd name="connsiteX24" fmla="*/ 301554 w 11499601"/>
              <a:gd name="connsiteY24" fmla="*/ 37282 h 6250474"/>
              <a:gd name="connsiteX25" fmla="*/ 416464 w 11499601"/>
              <a:gd name="connsiteY25" fmla="*/ 30725 h 6250474"/>
              <a:gd name="connsiteX26" fmla="*/ 907723 w 11499601"/>
              <a:gd name="connsiteY26" fmla="*/ 24269 h 6250474"/>
              <a:gd name="connsiteX27" fmla="*/ 3989089 w 11499601"/>
              <a:gd name="connsiteY27" fmla="*/ 29653 h 6250474"/>
              <a:gd name="connsiteX28" fmla="*/ 9680053 w 11499601"/>
              <a:gd name="connsiteY28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552841 w 11499601"/>
              <a:gd name="connsiteY16" fmla="*/ 5965889 h 6250474"/>
              <a:gd name="connsiteX17" fmla="*/ 671167 w 11499601"/>
              <a:gd name="connsiteY17" fmla="*/ 5948382 h 6250474"/>
              <a:gd name="connsiteX18" fmla="*/ 94741 w 11499601"/>
              <a:gd name="connsiteY18" fmla="*/ 5957415 h 6250474"/>
              <a:gd name="connsiteX19" fmla="*/ 37859 w 11499601"/>
              <a:gd name="connsiteY19" fmla="*/ 5876060 h 6250474"/>
              <a:gd name="connsiteX20" fmla="*/ 28975 w 11499601"/>
              <a:gd name="connsiteY20" fmla="*/ 2606888 h 6250474"/>
              <a:gd name="connsiteX21" fmla="*/ 33539 w 11499601"/>
              <a:gd name="connsiteY21" fmla="*/ 59860 h 6250474"/>
              <a:gd name="connsiteX22" fmla="*/ 39830 w 11499601"/>
              <a:gd name="connsiteY22" fmla="*/ 42028 h 6250474"/>
              <a:gd name="connsiteX23" fmla="*/ 88659 w 11499601"/>
              <a:gd name="connsiteY23" fmla="*/ 37282 h 6250474"/>
              <a:gd name="connsiteX24" fmla="*/ 301554 w 11499601"/>
              <a:gd name="connsiteY24" fmla="*/ 37282 h 6250474"/>
              <a:gd name="connsiteX25" fmla="*/ 416464 w 11499601"/>
              <a:gd name="connsiteY25" fmla="*/ 30725 h 6250474"/>
              <a:gd name="connsiteX26" fmla="*/ 907723 w 11499601"/>
              <a:gd name="connsiteY26" fmla="*/ 24269 h 6250474"/>
              <a:gd name="connsiteX27" fmla="*/ 3989089 w 11499601"/>
              <a:gd name="connsiteY27" fmla="*/ 29653 h 6250474"/>
              <a:gd name="connsiteX28" fmla="*/ 9680053 w 11499601"/>
              <a:gd name="connsiteY28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16786 w 11499601"/>
              <a:gd name="connsiteY15" fmla="*/ 5901423 h 6250474"/>
              <a:gd name="connsiteX16" fmla="*/ 1552841 w 11499601"/>
              <a:gd name="connsiteY16" fmla="*/ 5965889 h 6250474"/>
              <a:gd name="connsiteX17" fmla="*/ 671167 w 11499601"/>
              <a:gd name="connsiteY17" fmla="*/ 5948382 h 6250474"/>
              <a:gd name="connsiteX18" fmla="*/ 94741 w 11499601"/>
              <a:gd name="connsiteY18" fmla="*/ 5957415 h 6250474"/>
              <a:gd name="connsiteX19" fmla="*/ 37859 w 11499601"/>
              <a:gd name="connsiteY19" fmla="*/ 5876060 h 6250474"/>
              <a:gd name="connsiteX20" fmla="*/ 28975 w 11499601"/>
              <a:gd name="connsiteY20" fmla="*/ 2606888 h 6250474"/>
              <a:gd name="connsiteX21" fmla="*/ 33539 w 11499601"/>
              <a:gd name="connsiteY21" fmla="*/ 59860 h 6250474"/>
              <a:gd name="connsiteX22" fmla="*/ 39830 w 11499601"/>
              <a:gd name="connsiteY22" fmla="*/ 42028 h 6250474"/>
              <a:gd name="connsiteX23" fmla="*/ 88659 w 11499601"/>
              <a:gd name="connsiteY23" fmla="*/ 37282 h 6250474"/>
              <a:gd name="connsiteX24" fmla="*/ 301554 w 11499601"/>
              <a:gd name="connsiteY24" fmla="*/ 37282 h 6250474"/>
              <a:gd name="connsiteX25" fmla="*/ 416464 w 11499601"/>
              <a:gd name="connsiteY25" fmla="*/ 30725 h 6250474"/>
              <a:gd name="connsiteX26" fmla="*/ 907723 w 11499601"/>
              <a:gd name="connsiteY26" fmla="*/ 24269 h 6250474"/>
              <a:gd name="connsiteX27" fmla="*/ 3989089 w 11499601"/>
              <a:gd name="connsiteY27" fmla="*/ 29653 h 6250474"/>
              <a:gd name="connsiteX28" fmla="*/ 9680053 w 11499601"/>
              <a:gd name="connsiteY28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01504 w 11499601"/>
              <a:gd name="connsiteY15" fmla="*/ 5967647 h 6250474"/>
              <a:gd name="connsiteX16" fmla="*/ 1552841 w 11499601"/>
              <a:gd name="connsiteY16" fmla="*/ 5965889 h 6250474"/>
              <a:gd name="connsiteX17" fmla="*/ 671167 w 11499601"/>
              <a:gd name="connsiteY17" fmla="*/ 5948382 h 6250474"/>
              <a:gd name="connsiteX18" fmla="*/ 94741 w 11499601"/>
              <a:gd name="connsiteY18" fmla="*/ 5957415 h 6250474"/>
              <a:gd name="connsiteX19" fmla="*/ 37859 w 11499601"/>
              <a:gd name="connsiteY19" fmla="*/ 5876060 h 6250474"/>
              <a:gd name="connsiteX20" fmla="*/ 28975 w 11499601"/>
              <a:gd name="connsiteY20" fmla="*/ 2606888 h 6250474"/>
              <a:gd name="connsiteX21" fmla="*/ 33539 w 11499601"/>
              <a:gd name="connsiteY21" fmla="*/ 59860 h 6250474"/>
              <a:gd name="connsiteX22" fmla="*/ 39830 w 11499601"/>
              <a:gd name="connsiteY22" fmla="*/ 42028 h 6250474"/>
              <a:gd name="connsiteX23" fmla="*/ 88659 w 11499601"/>
              <a:gd name="connsiteY23" fmla="*/ 37282 h 6250474"/>
              <a:gd name="connsiteX24" fmla="*/ 301554 w 11499601"/>
              <a:gd name="connsiteY24" fmla="*/ 37282 h 6250474"/>
              <a:gd name="connsiteX25" fmla="*/ 416464 w 11499601"/>
              <a:gd name="connsiteY25" fmla="*/ 30725 h 6250474"/>
              <a:gd name="connsiteX26" fmla="*/ 907723 w 11499601"/>
              <a:gd name="connsiteY26" fmla="*/ 24269 h 6250474"/>
              <a:gd name="connsiteX27" fmla="*/ 3989089 w 11499601"/>
              <a:gd name="connsiteY27" fmla="*/ 29653 h 6250474"/>
              <a:gd name="connsiteX28" fmla="*/ 9680053 w 11499601"/>
              <a:gd name="connsiteY28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01504 w 11499601"/>
              <a:gd name="connsiteY15" fmla="*/ 5967647 h 6250474"/>
              <a:gd name="connsiteX16" fmla="*/ 671167 w 11499601"/>
              <a:gd name="connsiteY16" fmla="*/ 5948382 h 6250474"/>
              <a:gd name="connsiteX17" fmla="*/ 94741 w 11499601"/>
              <a:gd name="connsiteY17" fmla="*/ 5957415 h 6250474"/>
              <a:gd name="connsiteX18" fmla="*/ 37859 w 11499601"/>
              <a:gd name="connsiteY18" fmla="*/ 5876060 h 6250474"/>
              <a:gd name="connsiteX19" fmla="*/ 28975 w 11499601"/>
              <a:gd name="connsiteY19" fmla="*/ 2606888 h 6250474"/>
              <a:gd name="connsiteX20" fmla="*/ 33539 w 11499601"/>
              <a:gd name="connsiteY20" fmla="*/ 59860 h 6250474"/>
              <a:gd name="connsiteX21" fmla="*/ 39830 w 11499601"/>
              <a:gd name="connsiteY21" fmla="*/ 42028 h 6250474"/>
              <a:gd name="connsiteX22" fmla="*/ 88659 w 11499601"/>
              <a:gd name="connsiteY22" fmla="*/ 37282 h 6250474"/>
              <a:gd name="connsiteX23" fmla="*/ 301554 w 11499601"/>
              <a:gd name="connsiteY23" fmla="*/ 37282 h 6250474"/>
              <a:gd name="connsiteX24" fmla="*/ 416464 w 11499601"/>
              <a:gd name="connsiteY24" fmla="*/ 30725 h 6250474"/>
              <a:gd name="connsiteX25" fmla="*/ 907723 w 11499601"/>
              <a:gd name="connsiteY25" fmla="*/ 24269 h 6250474"/>
              <a:gd name="connsiteX26" fmla="*/ 3989089 w 11499601"/>
              <a:gd name="connsiteY26" fmla="*/ 29653 h 6250474"/>
              <a:gd name="connsiteX27" fmla="*/ 9680053 w 11499601"/>
              <a:gd name="connsiteY27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01504 w 11499601"/>
              <a:gd name="connsiteY15" fmla="*/ 5967647 h 6250474"/>
              <a:gd name="connsiteX16" fmla="*/ 666073 w 11499601"/>
              <a:gd name="connsiteY16" fmla="*/ 5958571 h 6250474"/>
              <a:gd name="connsiteX17" fmla="*/ 94741 w 11499601"/>
              <a:gd name="connsiteY17" fmla="*/ 5957415 h 6250474"/>
              <a:gd name="connsiteX18" fmla="*/ 37859 w 11499601"/>
              <a:gd name="connsiteY18" fmla="*/ 5876060 h 6250474"/>
              <a:gd name="connsiteX19" fmla="*/ 28975 w 11499601"/>
              <a:gd name="connsiteY19" fmla="*/ 2606888 h 6250474"/>
              <a:gd name="connsiteX20" fmla="*/ 33539 w 11499601"/>
              <a:gd name="connsiteY20" fmla="*/ 59860 h 6250474"/>
              <a:gd name="connsiteX21" fmla="*/ 39830 w 11499601"/>
              <a:gd name="connsiteY21" fmla="*/ 42028 h 6250474"/>
              <a:gd name="connsiteX22" fmla="*/ 88659 w 11499601"/>
              <a:gd name="connsiteY22" fmla="*/ 37282 h 6250474"/>
              <a:gd name="connsiteX23" fmla="*/ 301554 w 11499601"/>
              <a:gd name="connsiteY23" fmla="*/ 37282 h 6250474"/>
              <a:gd name="connsiteX24" fmla="*/ 416464 w 11499601"/>
              <a:gd name="connsiteY24" fmla="*/ 30725 h 6250474"/>
              <a:gd name="connsiteX25" fmla="*/ 907723 w 11499601"/>
              <a:gd name="connsiteY25" fmla="*/ 24269 h 6250474"/>
              <a:gd name="connsiteX26" fmla="*/ 3989089 w 11499601"/>
              <a:gd name="connsiteY26" fmla="*/ 29653 h 6250474"/>
              <a:gd name="connsiteX27" fmla="*/ 9680053 w 11499601"/>
              <a:gd name="connsiteY27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70715 w 11499601"/>
              <a:gd name="connsiteY13" fmla="*/ 6056161 h 6250474"/>
              <a:gd name="connsiteX14" fmla="*/ 2785655 w 11499601"/>
              <a:gd name="connsiteY14" fmla="*/ 5972741 h 6250474"/>
              <a:gd name="connsiteX15" fmla="*/ 2301504 w 11499601"/>
              <a:gd name="connsiteY15" fmla="*/ 5967647 h 6250474"/>
              <a:gd name="connsiteX16" fmla="*/ 666073 w 11499601"/>
              <a:gd name="connsiteY16" fmla="*/ 5958571 h 6250474"/>
              <a:gd name="connsiteX17" fmla="*/ 94741 w 11499601"/>
              <a:gd name="connsiteY17" fmla="*/ 5957415 h 6250474"/>
              <a:gd name="connsiteX18" fmla="*/ 37859 w 11499601"/>
              <a:gd name="connsiteY18" fmla="*/ 5876060 h 6250474"/>
              <a:gd name="connsiteX19" fmla="*/ 28975 w 11499601"/>
              <a:gd name="connsiteY19" fmla="*/ 2606888 h 6250474"/>
              <a:gd name="connsiteX20" fmla="*/ 33539 w 11499601"/>
              <a:gd name="connsiteY20" fmla="*/ 59860 h 6250474"/>
              <a:gd name="connsiteX21" fmla="*/ 39830 w 11499601"/>
              <a:gd name="connsiteY21" fmla="*/ 42028 h 6250474"/>
              <a:gd name="connsiteX22" fmla="*/ 88659 w 11499601"/>
              <a:gd name="connsiteY22" fmla="*/ 37282 h 6250474"/>
              <a:gd name="connsiteX23" fmla="*/ 301554 w 11499601"/>
              <a:gd name="connsiteY23" fmla="*/ 37282 h 6250474"/>
              <a:gd name="connsiteX24" fmla="*/ 416464 w 11499601"/>
              <a:gd name="connsiteY24" fmla="*/ 30725 h 6250474"/>
              <a:gd name="connsiteX25" fmla="*/ 907723 w 11499601"/>
              <a:gd name="connsiteY25" fmla="*/ 24269 h 6250474"/>
              <a:gd name="connsiteX26" fmla="*/ 3989089 w 11499601"/>
              <a:gd name="connsiteY26" fmla="*/ 29653 h 6250474"/>
              <a:gd name="connsiteX27" fmla="*/ 9680053 w 11499601"/>
              <a:gd name="connsiteY27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70715 w 11499601"/>
              <a:gd name="connsiteY13" fmla="*/ 6056161 h 6250474"/>
              <a:gd name="connsiteX14" fmla="*/ 2785655 w 11499601"/>
              <a:gd name="connsiteY14" fmla="*/ 5972741 h 6250474"/>
              <a:gd name="connsiteX15" fmla="*/ 2301504 w 11499601"/>
              <a:gd name="connsiteY15" fmla="*/ 5967647 h 6250474"/>
              <a:gd name="connsiteX16" fmla="*/ 666073 w 11499601"/>
              <a:gd name="connsiteY16" fmla="*/ 5958571 h 6250474"/>
              <a:gd name="connsiteX17" fmla="*/ 94741 w 11499601"/>
              <a:gd name="connsiteY17" fmla="*/ 5957415 h 6250474"/>
              <a:gd name="connsiteX18" fmla="*/ 37859 w 11499601"/>
              <a:gd name="connsiteY18" fmla="*/ 5876060 h 6250474"/>
              <a:gd name="connsiteX19" fmla="*/ 28975 w 11499601"/>
              <a:gd name="connsiteY19" fmla="*/ 2606888 h 6250474"/>
              <a:gd name="connsiteX20" fmla="*/ 33539 w 11499601"/>
              <a:gd name="connsiteY20" fmla="*/ 59860 h 6250474"/>
              <a:gd name="connsiteX21" fmla="*/ 39830 w 11499601"/>
              <a:gd name="connsiteY21" fmla="*/ 42028 h 6250474"/>
              <a:gd name="connsiteX22" fmla="*/ 88659 w 11499601"/>
              <a:gd name="connsiteY22" fmla="*/ 37282 h 6250474"/>
              <a:gd name="connsiteX23" fmla="*/ 301554 w 11499601"/>
              <a:gd name="connsiteY23" fmla="*/ 37282 h 6250474"/>
              <a:gd name="connsiteX24" fmla="*/ 416464 w 11499601"/>
              <a:gd name="connsiteY24" fmla="*/ 30725 h 6250474"/>
              <a:gd name="connsiteX25" fmla="*/ 907723 w 11499601"/>
              <a:gd name="connsiteY25" fmla="*/ 24269 h 6250474"/>
              <a:gd name="connsiteX26" fmla="*/ 3989089 w 11499601"/>
              <a:gd name="connsiteY26" fmla="*/ 29653 h 6250474"/>
              <a:gd name="connsiteX27" fmla="*/ 9680053 w 11499601"/>
              <a:gd name="connsiteY27" fmla="*/ 0 h 6250474"/>
              <a:gd name="connsiteX0" fmla="*/ 9680053 w 11499601"/>
              <a:gd name="connsiteY0" fmla="*/ 5500 h 6255974"/>
              <a:gd name="connsiteX1" fmla="*/ 11263634 w 11499601"/>
              <a:gd name="connsiteY1" fmla="*/ 16394 h 6255974"/>
              <a:gd name="connsiteX2" fmla="*/ 11499601 w 11499601"/>
              <a:gd name="connsiteY2" fmla="*/ 64794 h 6255974"/>
              <a:gd name="connsiteX3" fmla="*/ 11496115 w 11499601"/>
              <a:gd name="connsiteY3" fmla="*/ 338710 h 6255974"/>
              <a:gd name="connsiteX4" fmla="*/ 11496626 w 11499601"/>
              <a:gd name="connsiteY4" fmla="*/ 807372 h 6255974"/>
              <a:gd name="connsiteX5" fmla="*/ 11482477 w 11499601"/>
              <a:gd name="connsiteY5" fmla="*/ 1840079 h 6255974"/>
              <a:gd name="connsiteX6" fmla="*/ 11478714 w 11499601"/>
              <a:gd name="connsiteY6" fmla="*/ 3525714 h 6255974"/>
              <a:gd name="connsiteX7" fmla="*/ 11419375 w 11499601"/>
              <a:gd name="connsiteY7" fmla="*/ 5987933 h 6255974"/>
              <a:gd name="connsiteX8" fmla="*/ 5959453 w 11499601"/>
              <a:gd name="connsiteY8" fmla="*/ 5978886 h 6255974"/>
              <a:gd name="connsiteX9" fmla="*/ 4858766 w 11499601"/>
              <a:gd name="connsiteY9" fmla="*/ 6005062 h 6255974"/>
              <a:gd name="connsiteX10" fmla="*/ 3239306 w 11499601"/>
              <a:gd name="connsiteY10" fmla="*/ 5978241 h 6255974"/>
              <a:gd name="connsiteX11" fmla="*/ 3217554 w 11499601"/>
              <a:gd name="connsiteY11" fmla="*/ 6011412 h 6255974"/>
              <a:gd name="connsiteX12" fmla="*/ 3219866 w 11499601"/>
              <a:gd name="connsiteY12" fmla="*/ 6255974 h 6255974"/>
              <a:gd name="connsiteX13" fmla="*/ 2870715 w 11499601"/>
              <a:gd name="connsiteY13" fmla="*/ 6061661 h 6255974"/>
              <a:gd name="connsiteX14" fmla="*/ 2785655 w 11499601"/>
              <a:gd name="connsiteY14" fmla="*/ 5978241 h 6255974"/>
              <a:gd name="connsiteX15" fmla="*/ 2301504 w 11499601"/>
              <a:gd name="connsiteY15" fmla="*/ 5973147 h 6255974"/>
              <a:gd name="connsiteX16" fmla="*/ 666073 w 11499601"/>
              <a:gd name="connsiteY16" fmla="*/ 5964071 h 6255974"/>
              <a:gd name="connsiteX17" fmla="*/ 94741 w 11499601"/>
              <a:gd name="connsiteY17" fmla="*/ 5962915 h 6255974"/>
              <a:gd name="connsiteX18" fmla="*/ 37859 w 11499601"/>
              <a:gd name="connsiteY18" fmla="*/ 5881560 h 6255974"/>
              <a:gd name="connsiteX19" fmla="*/ 28975 w 11499601"/>
              <a:gd name="connsiteY19" fmla="*/ 2612388 h 6255974"/>
              <a:gd name="connsiteX20" fmla="*/ 33539 w 11499601"/>
              <a:gd name="connsiteY20" fmla="*/ 65360 h 6255974"/>
              <a:gd name="connsiteX21" fmla="*/ 39830 w 11499601"/>
              <a:gd name="connsiteY21" fmla="*/ 47528 h 6255974"/>
              <a:gd name="connsiteX22" fmla="*/ 88659 w 11499601"/>
              <a:gd name="connsiteY22" fmla="*/ 42782 h 6255974"/>
              <a:gd name="connsiteX23" fmla="*/ 301554 w 11499601"/>
              <a:gd name="connsiteY23" fmla="*/ 42782 h 6255974"/>
              <a:gd name="connsiteX24" fmla="*/ 416464 w 11499601"/>
              <a:gd name="connsiteY24" fmla="*/ 36225 h 6255974"/>
              <a:gd name="connsiteX25" fmla="*/ 907723 w 11499601"/>
              <a:gd name="connsiteY25" fmla="*/ 29769 h 6255974"/>
              <a:gd name="connsiteX26" fmla="*/ 3989089 w 11499601"/>
              <a:gd name="connsiteY26" fmla="*/ 35153 h 6255974"/>
              <a:gd name="connsiteX27" fmla="*/ 9680053 w 11499601"/>
              <a:gd name="connsiteY27" fmla="*/ 5500 h 62559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59294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70715 w 11499601"/>
              <a:gd name="connsiteY13" fmla="*/ 6056161 h 6250474"/>
              <a:gd name="connsiteX14" fmla="*/ 2785655 w 11499601"/>
              <a:gd name="connsiteY14" fmla="*/ 5972741 h 6250474"/>
              <a:gd name="connsiteX15" fmla="*/ 2301504 w 11499601"/>
              <a:gd name="connsiteY15" fmla="*/ 5967647 h 6250474"/>
              <a:gd name="connsiteX16" fmla="*/ 666073 w 11499601"/>
              <a:gd name="connsiteY16" fmla="*/ 5958571 h 6250474"/>
              <a:gd name="connsiteX17" fmla="*/ 94741 w 11499601"/>
              <a:gd name="connsiteY17" fmla="*/ 5957415 h 6250474"/>
              <a:gd name="connsiteX18" fmla="*/ 37859 w 11499601"/>
              <a:gd name="connsiteY18" fmla="*/ 5876060 h 6250474"/>
              <a:gd name="connsiteX19" fmla="*/ 28975 w 11499601"/>
              <a:gd name="connsiteY19" fmla="*/ 2606888 h 6250474"/>
              <a:gd name="connsiteX20" fmla="*/ 33539 w 11499601"/>
              <a:gd name="connsiteY20" fmla="*/ 59860 h 6250474"/>
              <a:gd name="connsiteX21" fmla="*/ 39830 w 11499601"/>
              <a:gd name="connsiteY21" fmla="*/ 42028 h 6250474"/>
              <a:gd name="connsiteX22" fmla="*/ 88659 w 11499601"/>
              <a:gd name="connsiteY22" fmla="*/ 37282 h 6250474"/>
              <a:gd name="connsiteX23" fmla="*/ 301554 w 11499601"/>
              <a:gd name="connsiteY23" fmla="*/ 37282 h 6250474"/>
              <a:gd name="connsiteX24" fmla="*/ 416464 w 11499601"/>
              <a:gd name="connsiteY24" fmla="*/ 30725 h 6250474"/>
              <a:gd name="connsiteX25" fmla="*/ 907723 w 11499601"/>
              <a:gd name="connsiteY25" fmla="*/ 24269 h 6250474"/>
              <a:gd name="connsiteX26" fmla="*/ 3989089 w 11499601"/>
              <a:gd name="connsiteY26" fmla="*/ 29653 h 6250474"/>
              <a:gd name="connsiteX27" fmla="*/ 9680053 w 11499601"/>
              <a:gd name="connsiteY27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39374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70715 w 11499601"/>
              <a:gd name="connsiteY13" fmla="*/ 6056161 h 6250474"/>
              <a:gd name="connsiteX14" fmla="*/ 2785655 w 11499601"/>
              <a:gd name="connsiteY14" fmla="*/ 5972741 h 6250474"/>
              <a:gd name="connsiteX15" fmla="*/ 2301504 w 11499601"/>
              <a:gd name="connsiteY15" fmla="*/ 5967647 h 6250474"/>
              <a:gd name="connsiteX16" fmla="*/ 666073 w 11499601"/>
              <a:gd name="connsiteY16" fmla="*/ 5958571 h 6250474"/>
              <a:gd name="connsiteX17" fmla="*/ 94741 w 11499601"/>
              <a:gd name="connsiteY17" fmla="*/ 5957415 h 6250474"/>
              <a:gd name="connsiteX18" fmla="*/ 37859 w 11499601"/>
              <a:gd name="connsiteY18" fmla="*/ 5876060 h 6250474"/>
              <a:gd name="connsiteX19" fmla="*/ 28975 w 11499601"/>
              <a:gd name="connsiteY19" fmla="*/ 2606888 h 6250474"/>
              <a:gd name="connsiteX20" fmla="*/ 33539 w 11499601"/>
              <a:gd name="connsiteY20" fmla="*/ 59860 h 6250474"/>
              <a:gd name="connsiteX21" fmla="*/ 39830 w 11499601"/>
              <a:gd name="connsiteY21" fmla="*/ 42028 h 6250474"/>
              <a:gd name="connsiteX22" fmla="*/ 88659 w 11499601"/>
              <a:gd name="connsiteY22" fmla="*/ 37282 h 6250474"/>
              <a:gd name="connsiteX23" fmla="*/ 301554 w 11499601"/>
              <a:gd name="connsiteY23" fmla="*/ 37282 h 6250474"/>
              <a:gd name="connsiteX24" fmla="*/ 416464 w 11499601"/>
              <a:gd name="connsiteY24" fmla="*/ 30725 h 6250474"/>
              <a:gd name="connsiteX25" fmla="*/ 907723 w 11499601"/>
              <a:gd name="connsiteY25" fmla="*/ 24269 h 6250474"/>
              <a:gd name="connsiteX26" fmla="*/ 3989089 w 11499601"/>
              <a:gd name="connsiteY26" fmla="*/ 29653 h 6250474"/>
              <a:gd name="connsiteX27" fmla="*/ 9680053 w 11499601"/>
              <a:gd name="connsiteY27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39374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70715 w 11499601"/>
              <a:gd name="connsiteY13" fmla="*/ 6056161 h 6250474"/>
              <a:gd name="connsiteX14" fmla="*/ 2785655 w 11499601"/>
              <a:gd name="connsiteY14" fmla="*/ 5972741 h 6250474"/>
              <a:gd name="connsiteX15" fmla="*/ 2301504 w 11499601"/>
              <a:gd name="connsiteY15" fmla="*/ 5967647 h 6250474"/>
              <a:gd name="connsiteX16" fmla="*/ 666073 w 11499601"/>
              <a:gd name="connsiteY16" fmla="*/ 5958571 h 6250474"/>
              <a:gd name="connsiteX17" fmla="*/ 94741 w 11499601"/>
              <a:gd name="connsiteY17" fmla="*/ 5957415 h 6250474"/>
              <a:gd name="connsiteX18" fmla="*/ 37859 w 11499601"/>
              <a:gd name="connsiteY18" fmla="*/ 5876060 h 6250474"/>
              <a:gd name="connsiteX19" fmla="*/ 28975 w 11499601"/>
              <a:gd name="connsiteY19" fmla="*/ 2606888 h 6250474"/>
              <a:gd name="connsiteX20" fmla="*/ 33539 w 11499601"/>
              <a:gd name="connsiteY20" fmla="*/ 59860 h 6250474"/>
              <a:gd name="connsiteX21" fmla="*/ 39830 w 11499601"/>
              <a:gd name="connsiteY21" fmla="*/ 42028 h 6250474"/>
              <a:gd name="connsiteX22" fmla="*/ 88659 w 11499601"/>
              <a:gd name="connsiteY22" fmla="*/ 37282 h 6250474"/>
              <a:gd name="connsiteX23" fmla="*/ 301554 w 11499601"/>
              <a:gd name="connsiteY23" fmla="*/ 37282 h 6250474"/>
              <a:gd name="connsiteX24" fmla="*/ 416464 w 11499601"/>
              <a:gd name="connsiteY24" fmla="*/ 30725 h 6250474"/>
              <a:gd name="connsiteX25" fmla="*/ 907723 w 11499601"/>
              <a:gd name="connsiteY25" fmla="*/ 24269 h 6250474"/>
              <a:gd name="connsiteX26" fmla="*/ 3989089 w 11499601"/>
              <a:gd name="connsiteY26" fmla="*/ 29653 h 6250474"/>
              <a:gd name="connsiteX27" fmla="*/ 9680053 w 11499601"/>
              <a:gd name="connsiteY27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39374 h 6250474"/>
              <a:gd name="connsiteX3" fmla="*/ 11491172 w 11499601"/>
              <a:gd name="connsiteY3" fmla="*/ 31329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70715 w 11499601"/>
              <a:gd name="connsiteY13" fmla="*/ 6056161 h 6250474"/>
              <a:gd name="connsiteX14" fmla="*/ 2785655 w 11499601"/>
              <a:gd name="connsiteY14" fmla="*/ 5972741 h 6250474"/>
              <a:gd name="connsiteX15" fmla="*/ 2301504 w 11499601"/>
              <a:gd name="connsiteY15" fmla="*/ 5967647 h 6250474"/>
              <a:gd name="connsiteX16" fmla="*/ 666073 w 11499601"/>
              <a:gd name="connsiteY16" fmla="*/ 5958571 h 6250474"/>
              <a:gd name="connsiteX17" fmla="*/ 94741 w 11499601"/>
              <a:gd name="connsiteY17" fmla="*/ 5957415 h 6250474"/>
              <a:gd name="connsiteX18" fmla="*/ 37859 w 11499601"/>
              <a:gd name="connsiteY18" fmla="*/ 5876060 h 6250474"/>
              <a:gd name="connsiteX19" fmla="*/ 28975 w 11499601"/>
              <a:gd name="connsiteY19" fmla="*/ 2606888 h 6250474"/>
              <a:gd name="connsiteX20" fmla="*/ 33539 w 11499601"/>
              <a:gd name="connsiteY20" fmla="*/ 59860 h 6250474"/>
              <a:gd name="connsiteX21" fmla="*/ 39830 w 11499601"/>
              <a:gd name="connsiteY21" fmla="*/ 42028 h 6250474"/>
              <a:gd name="connsiteX22" fmla="*/ 88659 w 11499601"/>
              <a:gd name="connsiteY22" fmla="*/ 37282 h 6250474"/>
              <a:gd name="connsiteX23" fmla="*/ 301554 w 11499601"/>
              <a:gd name="connsiteY23" fmla="*/ 37282 h 6250474"/>
              <a:gd name="connsiteX24" fmla="*/ 416464 w 11499601"/>
              <a:gd name="connsiteY24" fmla="*/ 30725 h 6250474"/>
              <a:gd name="connsiteX25" fmla="*/ 907723 w 11499601"/>
              <a:gd name="connsiteY25" fmla="*/ 24269 h 6250474"/>
              <a:gd name="connsiteX26" fmla="*/ 3989089 w 11499601"/>
              <a:gd name="connsiteY26" fmla="*/ 29653 h 6250474"/>
              <a:gd name="connsiteX27" fmla="*/ 9680053 w 11499601"/>
              <a:gd name="connsiteY27" fmla="*/ 0 h 6250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1499601" h="6250474">
                <a:moveTo>
                  <a:pt x="9680053" y="0"/>
                </a:moveTo>
                <a:lnTo>
                  <a:pt x="11263634" y="10894"/>
                </a:lnTo>
                <a:cubicBezTo>
                  <a:pt x="11382518" y="17609"/>
                  <a:pt x="11483635" y="5293"/>
                  <a:pt x="11499601" y="39374"/>
                </a:cubicBezTo>
                <a:lnTo>
                  <a:pt x="11491172" y="313290"/>
                </a:lnTo>
                <a:cubicBezTo>
                  <a:pt x="11491342" y="469511"/>
                  <a:pt x="11496456" y="645651"/>
                  <a:pt x="11496626" y="801872"/>
                </a:cubicBezTo>
                <a:cubicBezTo>
                  <a:pt x="11485119" y="918570"/>
                  <a:pt x="11483798" y="1773917"/>
                  <a:pt x="11482477" y="1834579"/>
                </a:cubicBezTo>
                <a:cubicBezTo>
                  <a:pt x="11462397" y="2645173"/>
                  <a:pt x="11489491" y="2970847"/>
                  <a:pt x="11478714" y="3520214"/>
                </a:cubicBezTo>
                <a:cubicBezTo>
                  <a:pt x="11462615" y="5654060"/>
                  <a:pt x="11560172" y="6010354"/>
                  <a:pt x="11419375" y="5982433"/>
                </a:cubicBezTo>
                <a:cubicBezTo>
                  <a:pt x="9251879" y="6044921"/>
                  <a:pt x="7569480" y="6004728"/>
                  <a:pt x="5959453" y="5973386"/>
                </a:cubicBezTo>
                <a:lnTo>
                  <a:pt x="4858766" y="5999562"/>
                </a:lnTo>
                <a:lnTo>
                  <a:pt x="3239306" y="5972741"/>
                </a:lnTo>
                <a:lnTo>
                  <a:pt x="3217554" y="6005912"/>
                </a:lnTo>
                <a:cubicBezTo>
                  <a:pt x="3195952" y="6047442"/>
                  <a:pt x="3201415" y="6144511"/>
                  <a:pt x="3219866" y="6250474"/>
                </a:cubicBezTo>
                <a:cubicBezTo>
                  <a:pt x="3113618" y="6201492"/>
                  <a:pt x="2980145" y="6145854"/>
                  <a:pt x="2870715" y="6056161"/>
                </a:cubicBezTo>
                <a:lnTo>
                  <a:pt x="2785655" y="5972741"/>
                </a:lnTo>
                <a:lnTo>
                  <a:pt x="2301504" y="5967647"/>
                </a:lnTo>
                <a:lnTo>
                  <a:pt x="666073" y="5958571"/>
                </a:lnTo>
                <a:cubicBezTo>
                  <a:pt x="416338" y="5959078"/>
                  <a:pt x="199443" y="5971167"/>
                  <a:pt x="94741" y="5957415"/>
                </a:cubicBezTo>
                <a:cubicBezTo>
                  <a:pt x="-9961" y="5943663"/>
                  <a:pt x="43390" y="5957506"/>
                  <a:pt x="37859" y="5876060"/>
                </a:cubicBezTo>
                <a:cubicBezTo>
                  <a:pt x="13485" y="5737802"/>
                  <a:pt x="42281" y="4414258"/>
                  <a:pt x="28975" y="2606888"/>
                </a:cubicBezTo>
                <a:cubicBezTo>
                  <a:pt x="-19249" y="1512253"/>
                  <a:pt x="110" y="488851"/>
                  <a:pt x="33539" y="59860"/>
                </a:cubicBezTo>
                <a:cubicBezTo>
                  <a:pt x="34137" y="52184"/>
                  <a:pt x="36271" y="46366"/>
                  <a:pt x="39830" y="42028"/>
                </a:cubicBezTo>
                <a:lnTo>
                  <a:pt x="88659" y="37282"/>
                </a:lnTo>
                <a:lnTo>
                  <a:pt x="301554" y="37282"/>
                </a:lnTo>
                <a:lnTo>
                  <a:pt x="416464" y="30725"/>
                </a:lnTo>
                <a:lnTo>
                  <a:pt x="907723" y="24269"/>
                </a:lnTo>
                <a:lnTo>
                  <a:pt x="3989089" y="29653"/>
                </a:lnTo>
                <a:lnTo>
                  <a:pt x="9680053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053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800" b="1" kern="1200" spc="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SzPct val="73000"/>
        <a:buFontTx/>
        <a:buNone/>
        <a:defRPr sz="3200" b="1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18288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2800" b="1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00000"/>
        </a:lnSpc>
        <a:spcBef>
          <a:spcPts val="500"/>
        </a:spcBef>
        <a:buSzPct val="73000"/>
        <a:buFontTx/>
        <a:buNone/>
        <a:defRPr sz="2400" b="1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548640" indent="-182880" algn="l" defTabSz="914400" rtl="0" eaLnBrk="1" latinLnBrk="0" hangingPunct="1">
        <a:lnSpc>
          <a:spcPct val="100000"/>
        </a:lnSpc>
        <a:spcBef>
          <a:spcPts val="500"/>
        </a:spcBef>
        <a:buSzPct val="73000"/>
        <a:buFont typeface="Arial" panose="020B0604020202020204" pitchFamily="34" charset="0"/>
        <a:buChar char="•"/>
        <a:defRPr sz="2000" b="1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548640" indent="0" algn="l" defTabSz="914400" rtl="0" eaLnBrk="1" latinLnBrk="0" hangingPunct="1">
        <a:lnSpc>
          <a:spcPct val="100000"/>
        </a:lnSpc>
        <a:spcBef>
          <a:spcPts val="500"/>
        </a:spcBef>
        <a:buSzPct val="73000"/>
        <a:buFontTx/>
        <a:buNone/>
        <a:defRPr sz="2000" b="1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implilearn.com/tutorials/data-structure-tutorial/time-and-space-complexity" TargetMode="Externa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0.png"/><Relationship Id="rId5" Type="http://schemas.openxmlformats.org/officeDocument/2006/relationships/customXml" Target="../ink/ink2.xml"/><Relationship Id="rId4" Type="http://schemas.openxmlformats.org/officeDocument/2006/relationships/image" Target="../media/image16.png"/><Relationship Id="rId9" Type="http://schemas.openxmlformats.org/officeDocument/2006/relationships/customXml" Target="../ink/ink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9" name="Rectangle 77">
            <a:extLst>
              <a:ext uri="{FF2B5EF4-FFF2-40B4-BE49-F238E27FC236}">
                <a16:creationId xmlns:a16="http://schemas.microsoft.com/office/drawing/2014/main" id="{68575C10-8187-4AC4-AD72-C754EAFD2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65429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559678"/>
            <a:ext cx="3567915" cy="4952492"/>
          </a:xfrm>
        </p:spPr>
        <p:txBody>
          <a:bodyPr>
            <a:normAutofit/>
          </a:bodyPr>
          <a:lstStyle/>
          <a:p>
            <a:r>
              <a:rPr lang="tr-TR" sz="5400" b="1" dirty="0">
                <a:solidFill>
                  <a:srgbClr val="FFC000"/>
                </a:solidFill>
              </a:rPr>
              <a:t>Kinds of analyses</a:t>
            </a:r>
            <a:endParaRPr lang="en-US" altLang="en-US" dirty="0">
              <a:solidFill>
                <a:srgbClr val="FFC000"/>
              </a:solidFill>
            </a:endParaRP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1784011" y="5607592"/>
            <a:ext cx="40798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C5595FB-9965-4446-B348-2A6297D559FA}" type="slidenum">
              <a:rPr lang="en-US" altLang="en-US"/>
              <a:pPr>
                <a:spcAft>
                  <a:spcPts val="600"/>
                </a:spcAft>
              </a:pPr>
              <a:t>1</a:t>
            </a:fld>
            <a:endParaRPr lang="en-US" altLang="en-US"/>
          </a:p>
        </p:txBody>
      </p:sp>
      <p:cxnSp>
        <p:nvCxnSpPr>
          <p:cNvPr id="222220" name="Straight Connector 79">
            <a:extLst>
              <a:ext uri="{FF2B5EF4-FFF2-40B4-BE49-F238E27FC236}">
                <a16:creationId xmlns:a16="http://schemas.microsoft.com/office/drawing/2014/main" id="{74E776C9-ED67-41B7-B3A3-4DF76EF3A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99730"/>
            <a:ext cx="429768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2217" name="Rectangle 3">
            <a:extLst>
              <a:ext uri="{FF2B5EF4-FFF2-40B4-BE49-F238E27FC236}">
                <a16:creationId xmlns:a16="http://schemas.microsoft.com/office/drawing/2014/main" id="{0CED3A79-9275-4DD2-BE21-26F78273F4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7557906"/>
              </p:ext>
            </p:extLst>
          </p:nvPr>
        </p:nvGraphicFramePr>
        <p:xfrm>
          <a:off x="5181600" y="587179"/>
          <a:ext cx="6248400" cy="56562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61991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>
            <a:extLst>
              <a:ext uri="{FF2B5EF4-FFF2-40B4-BE49-F238E27FC236}">
                <a16:creationId xmlns:a16="http://schemas.microsoft.com/office/drawing/2014/main" id="{4281BC32-FF58-4898-A6B5-7B3D059BC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0D614406-135F-4875-9C87-53822CB1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2285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>
          <a:xfrm>
            <a:off x="960120" y="434101"/>
            <a:ext cx="7169753" cy="1232750"/>
          </a:xfrm>
        </p:spPr>
        <p:txBody>
          <a:bodyPr anchor="b">
            <a:normAutofit/>
          </a:bodyPr>
          <a:lstStyle/>
          <a:p>
            <a:r>
              <a:rPr lang="en-US" altLang="en-US" sz="3900" b="1">
                <a:solidFill>
                  <a:schemeClr val="bg1"/>
                </a:solidFill>
              </a:rPr>
              <a:t>Performance Measurement</a:t>
            </a:r>
            <a:endParaRPr lang="en-US" altLang="en-US" sz="3900" b="1" dirty="0">
              <a:solidFill>
                <a:schemeClr val="bg1"/>
              </a:solidFill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C6C21149-7D17-44C2-AFB6-4D931DC55F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676579"/>
            <a:ext cx="8129873" cy="602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Freeform 6">
            <a:extLst>
              <a:ext uri="{FF2B5EF4-FFF2-40B4-BE49-F238E27FC236}">
                <a16:creationId xmlns:a16="http://schemas.microsoft.com/office/drawing/2014/main" id="{C2E5FCF0-567A-448C-A6E3-920BFC702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938535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84011" y="1165547"/>
            <a:ext cx="40798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72113A8-3A4F-4EE1-A1B2-A0578097FC22}" type="slidenum">
              <a:rPr lang="en-US" altLang="en-US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CC573D-6199-4262-8EBD-DD6F98896ECB}"/>
              </a:ext>
            </a:extLst>
          </p:cNvPr>
          <p:cNvSpPr/>
          <p:nvPr/>
        </p:nvSpPr>
        <p:spPr>
          <a:xfrm>
            <a:off x="531042" y="2329870"/>
            <a:ext cx="10979085" cy="3844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3464" lvl="0" indent="-283464" defTabSz="91440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prstClr val="black">
                    <a:lumMod val="85000"/>
                    <a:lumOff val="15000"/>
                  </a:prstClr>
                </a:solidFill>
              </a:rPr>
              <a:t>Worst case</a:t>
            </a:r>
          </a:p>
          <a:p>
            <a:pPr marL="685800" lvl="1" indent="-283464" defTabSz="914400">
              <a:lnSpc>
                <a:spcPct val="110000"/>
              </a:lnSpc>
              <a:spcBef>
                <a:spcPts val="900"/>
              </a:spcBef>
              <a:buFont typeface="Corbel" panose="020B0503020204020204" pitchFamily="34" charset="0"/>
              <a:buChar char="–"/>
            </a:pPr>
            <a:r>
              <a:rPr lang="en-US" altLang="en-US" dirty="0">
                <a:solidFill>
                  <a:prstClr val="black">
                    <a:lumMod val="85000"/>
                    <a:lumOff val="15000"/>
                  </a:prstClr>
                </a:solidFill>
              </a:rPr>
              <a:t>Provides an </a:t>
            </a:r>
            <a:r>
              <a:rPr lang="en-US" altLang="en-US" dirty="0">
                <a:solidFill>
                  <a:srgbClr val="FF0000"/>
                </a:solidFill>
              </a:rPr>
              <a:t>upper bound </a:t>
            </a:r>
            <a:r>
              <a:rPr lang="en-US" altLang="en-US" dirty="0">
                <a:solidFill>
                  <a:prstClr val="black">
                    <a:lumMod val="85000"/>
                    <a:lumOff val="15000"/>
                  </a:prstClr>
                </a:solidFill>
              </a:rPr>
              <a:t>on running time</a:t>
            </a:r>
          </a:p>
          <a:p>
            <a:pPr marL="685800" lvl="1" indent="-283464" defTabSz="914400">
              <a:lnSpc>
                <a:spcPct val="110000"/>
              </a:lnSpc>
              <a:spcBef>
                <a:spcPts val="900"/>
              </a:spcBef>
              <a:buFont typeface="Corbel" panose="020B0503020204020204" pitchFamily="34" charset="0"/>
              <a:buChar char="–"/>
            </a:pPr>
            <a:r>
              <a:rPr lang="en-US" altLang="en-US" dirty="0">
                <a:solidFill>
                  <a:prstClr val="black">
                    <a:lumMod val="85000"/>
                    <a:lumOff val="15000"/>
                  </a:prstClr>
                </a:solidFill>
              </a:rPr>
              <a:t>An absolute </a:t>
            </a:r>
            <a:r>
              <a:rPr lang="en-US" altLang="en-US" dirty="0">
                <a:solidFill>
                  <a:srgbClr val="CC0000"/>
                </a:solidFill>
              </a:rPr>
              <a:t>guarantee</a:t>
            </a:r>
            <a:r>
              <a:rPr lang="en-US" altLang="en-US" dirty="0">
                <a:solidFill>
                  <a:prstClr val="black">
                    <a:lumMod val="85000"/>
                    <a:lumOff val="15000"/>
                  </a:prstClr>
                </a:solidFill>
              </a:rPr>
              <a:t> that the algorithm would </a:t>
            </a:r>
            <a:r>
              <a:rPr lang="en-US" altLang="en-US" dirty="0">
                <a:solidFill>
                  <a:srgbClr val="FF0000"/>
                </a:solidFill>
              </a:rPr>
              <a:t>not run longer</a:t>
            </a:r>
            <a:r>
              <a:rPr lang="en-US" altLang="en-US" dirty="0">
                <a:solidFill>
                  <a:prstClr val="black">
                    <a:lumMod val="85000"/>
                    <a:lumOff val="15000"/>
                  </a:prstClr>
                </a:solidFill>
              </a:rPr>
              <a:t>, no matter what the inputs are</a:t>
            </a:r>
          </a:p>
          <a:p>
            <a:pPr marL="283464" lvl="0" indent="-283464" defTabSz="91440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prstClr val="black">
                    <a:lumMod val="85000"/>
                    <a:lumOff val="15000"/>
                  </a:prstClr>
                </a:solidFill>
              </a:rPr>
              <a:t>Best case</a:t>
            </a:r>
            <a:endParaRPr lang="en-US" altLang="en-US" sz="2000" dirty="0">
              <a:solidFill>
                <a:prstClr val="black">
                  <a:lumMod val="85000"/>
                  <a:lumOff val="15000"/>
                </a:prstClr>
              </a:solidFill>
              <a:latin typeface="Comic Sans MS" panose="030F0702030302020204" pitchFamily="66" charset="0"/>
            </a:endParaRPr>
          </a:p>
          <a:p>
            <a:pPr marL="685800" lvl="1" indent="-283464" defTabSz="914400">
              <a:lnSpc>
                <a:spcPct val="110000"/>
              </a:lnSpc>
              <a:spcBef>
                <a:spcPts val="900"/>
              </a:spcBef>
              <a:buFont typeface="Corbel" panose="020B0503020204020204" pitchFamily="34" charset="0"/>
              <a:buChar char="–"/>
            </a:pPr>
            <a:r>
              <a:rPr lang="en-US" altLang="en-US" dirty="0">
                <a:solidFill>
                  <a:prstClr val="black">
                    <a:lumMod val="85000"/>
                    <a:lumOff val="15000"/>
                  </a:prstClr>
                </a:solidFill>
              </a:rPr>
              <a:t>Provides a </a:t>
            </a:r>
            <a:r>
              <a:rPr lang="en-US" altLang="en-US" dirty="0">
                <a:solidFill>
                  <a:srgbClr val="FF0000"/>
                </a:solidFill>
              </a:rPr>
              <a:t>lower bound </a:t>
            </a:r>
            <a:r>
              <a:rPr lang="en-US" altLang="en-US" dirty="0">
                <a:solidFill>
                  <a:prstClr val="black">
                    <a:lumMod val="85000"/>
                    <a:lumOff val="15000"/>
                  </a:prstClr>
                </a:solidFill>
              </a:rPr>
              <a:t>on running time</a:t>
            </a:r>
          </a:p>
          <a:p>
            <a:pPr marL="685800" lvl="1" indent="-283464" defTabSz="914400">
              <a:lnSpc>
                <a:spcPct val="110000"/>
              </a:lnSpc>
              <a:spcBef>
                <a:spcPts val="900"/>
              </a:spcBef>
              <a:buFont typeface="Corbel" panose="020B0503020204020204" pitchFamily="34" charset="0"/>
              <a:buChar char="–"/>
            </a:pPr>
            <a:r>
              <a:rPr lang="en-US" altLang="en-US" dirty="0">
                <a:solidFill>
                  <a:prstClr val="black">
                    <a:lumMod val="85000"/>
                    <a:lumOff val="15000"/>
                  </a:prstClr>
                </a:solidFill>
              </a:rPr>
              <a:t>Input is the one for which the algorithm </a:t>
            </a:r>
            <a:r>
              <a:rPr lang="en-US" altLang="en-US" dirty="0">
                <a:solidFill>
                  <a:srgbClr val="FF0000"/>
                </a:solidFill>
              </a:rPr>
              <a:t>runs the fastest</a:t>
            </a:r>
          </a:p>
          <a:p>
            <a:pPr marL="283464" lvl="0" indent="-283464" defTabSz="91440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prstClr val="black">
                    <a:lumMod val="85000"/>
                    <a:lumOff val="15000"/>
                  </a:prstClr>
                </a:solidFill>
              </a:rPr>
              <a:t>Average case</a:t>
            </a:r>
            <a:endParaRPr lang="en-US" altLang="en-US" sz="2000" dirty="0">
              <a:solidFill>
                <a:prstClr val="black">
                  <a:lumMod val="85000"/>
                  <a:lumOff val="15000"/>
                </a:prstClr>
              </a:solidFill>
              <a:latin typeface="Comic Sans MS" panose="030F0702030302020204" pitchFamily="66" charset="0"/>
            </a:endParaRPr>
          </a:p>
          <a:p>
            <a:pPr marL="685800" lvl="1" indent="-283464" defTabSz="914400">
              <a:lnSpc>
                <a:spcPct val="110000"/>
              </a:lnSpc>
              <a:spcBef>
                <a:spcPts val="900"/>
              </a:spcBef>
              <a:buFont typeface="Corbel" panose="020B0503020204020204" pitchFamily="34" charset="0"/>
              <a:buChar char="–"/>
            </a:pPr>
            <a:r>
              <a:rPr lang="en-US" altLang="en-US" dirty="0">
                <a:solidFill>
                  <a:prstClr val="black">
                    <a:lumMod val="85000"/>
                    <a:lumOff val="15000"/>
                  </a:prstClr>
                </a:solidFill>
              </a:rPr>
              <a:t>Provides a </a:t>
            </a:r>
            <a:r>
              <a:rPr lang="en-US" altLang="en-US" dirty="0">
                <a:solidFill>
                  <a:srgbClr val="CC0000"/>
                </a:solidFill>
              </a:rPr>
              <a:t>prediction</a:t>
            </a:r>
            <a:r>
              <a:rPr lang="en-US" altLang="en-US" dirty="0">
                <a:solidFill>
                  <a:prstClr val="black">
                    <a:lumMod val="85000"/>
                    <a:lumOff val="15000"/>
                  </a:prstClr>
                </a:solidFill>
              </a:rPr>
              <a:t> about the running time</a:t>
            </a:r>
          </a:p>
          <a:p>
            <a:pPr marL="685800" lvl="1" indent="-283464" defTabSz="914400">
              <a:lnSpc>
                <a:spcPct val="110000"/>
              </a:lnSpc>
              <a:spcBef>
                <a:spcPts val="900"/>
              </a:spcBef>
              <a:buFont typeface="Corbel" panose="020B0503020204020204" pitchFamily="34" charset="0"/>
              <a:buChar char="–"/>
            </a:pPr>
            <a:r>
              <a:rPr lang="en-US" altLang="en-US" dirty="0">
                <a:solidFill>
                  <a:prstClr val="black">
                    <a:lumMod val="85000"/>
                    <a:lumOff val="15000"/>
                  </a:prstClr>
                </a:solidFill>
              </a:rPr>
              <a:t>Assumes that the </a:t>
            </a:r>
            <a:r>
              <a:rPr lang="en-US" altLang="en-US" dirty="0">
                <a:solidFill>
                  <a:srgbClr val="FF0000"/>
                </a:solidFill>
              </a:rPr>
              <a:t>input is random</a:t>
            </a:r>
          </a:p>
        </p:txBody>
      </p:sp>
      <p:graphicFrame>
        <p:nvGraphicFramePr>
          <p:cNvPr id="25" name="Object 7">
            <a:extLst>
              <a:ext uri="{FF2B5EF4-FFF2-40B4-BE49-F238E27FC236}">
                <a16:creationId xmlns:a16="http://schemas.microsoft.com/office/drawing/2014/main" id="{5D666D9F-F415-4913-A92A-6800DE9016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7995444"/>
              </p:ext>
            </p:extLst>
          </p:nvPr>
        </p:nvGraphicFramePr>
        <p:xfrm>
          <a:off x="4643723" y="6017872"/>
          <a:ext cx="69723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06560" imgH="203040" progId="Equation.DSMT4">
                  <p:embed/>
                </p:oleObj>
              </mc:Choice>
              <mc:Fallback>
                <p:oleObj name="Equation" r:id="rId2" imgW="2806560" imgH="203040" progId="Equation.DSMT4">
                  <p:embed/>
                  <p:pic>
                    <p:nvPicPr>
                      <p:cNvPr id="5" name="Object 7">
                        <a:extLst>
                          <a:ext uri="{FF2B5EF4-FFF2-40B4-BE49-F238E27FC236}">
                            <a16:creationId xmlns:a16="http://schemas.microsoft.com/office/drawing/2014/main" id="{DF523C83-E39A-7743-AD7B-14082E58C0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723" y="6017872"/>
                        <a:ext cx="697230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10526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8B3F9-2397-4EF2-8A05-2FD9091C7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Linear Search-</a:t>
            </a:r>
            <a:br>
              <a:rPr lang="en-US" b="1" i="0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3429A-F778-42D9-9817-8A671FF2B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527464"/>
            <a:ext cx="10515599" cy="4389556"/>
          </a:xfrm>
        </p:spPr>
        <p:txBody>
          <a:bodyPr>
            <a:normAutofit/>
          </a:bodyPr>
          <a:lstStyle/>
          <a:p>
            <a:pPr algn="l" fontAlgn="base"/>
            <a:r>
              <a:rPr lang="en-US" sz="2800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/>
            <a:r>
              <a:rPr lang="en-US" sz="1600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Example of Linear Search Algorithm</a:t>
            </a:r>
          </a:p>
          <a:p>
            <a:pPr algn="l"/>
            <a:r>
              <a:rPr lang="en-US" sz="1600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Consider an array of size 7 with elements 13, 9, 21, 15, 39, 19, and 27</a:t>
            </a:r>
          </a:p>
          <a:p>
            <a:pPr algn="l"/>
            <a:r>
              <a:rPr lang="en-US" sz="200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Search element = 39</a:t>
            </a:r>
          </a:p>
          <a:p>
            <a:pPr algn="l"/>
            <a:endParaRPr lang="en-US" sz="2000" dirty="0">
              <a:solidFill>
                <a:srgbClr val="51565E"/>
              </a:solidFill>
              <a:latin typeface="Roboto" panose="02000000000000000000" pitchFamily="2" charset="0"/>
            </a:endParaRPr>
          </a:p>
          <a:p>
            <a:pPr algn="l"/>
            <a:endParaRPr lang="en-US" sz="2000" i="0" dirty="0">
              <a:solidFill>
                <a:srgbClr val="51565E"/>
              </a:solidFill>
              <a:effectLst/>
              <a:latin typeface="Roboto" panose="02000000000000000000" pitchFamily="2" charset="0"/>
            </a:endParaRPr>
          </a:p>
          <a:p>
            <a:br>
              <a:rPr lang="en-US" sz="1050" dirty="0"/>
            </a:br>
            <a:r>
              <a:rPr lang="en-US" sz="1600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 </a:t>
            </a:r>
          </a:p>
          <a:p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24333F-76F8-8E32-9B7B-175689FE2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046" y="3471412"/>
            <a:ext cx="5626185" cy="117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915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06A8689-2A7C-576E-9C95-E10E084E81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1935" y="1897321"/>
            <a:ext cx="4915326" cy="129551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1B4D21-FC58-7A69-359F-15CBB1C53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185" y="888852"/>
            <a:ext cx="4839119" cy="11507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8D36CC9-63A3-0D7C-21F9-5F6544CEDF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4287" y="3048041"/>
            <a:ext cx="4580017" cy="142506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5CF0853-B020-4482-19DA-9EE698DD90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4348" y="4686250"/>
            <a:ext cx="4610500" cy="1143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580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20120-E12B-C7B3-107D-60C779D2C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DBB017-0DFF-0F30-B018-6812810883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7407" y="854839"/>
            <a:ext cx="4587638" cy="1440305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EAFFFE-888E-10E8-02F0-F3591E3976B6}"/>
              </a:ext>
            </a:extLst>
          </p:cNvPr>
          <p:cNvSpPr txBox="1"/>
          <p:nvPr/>
        </p:nvSpPr>
        <p:spPr>
          <a:xfrm>
            <a:off x="1641764" y="2554463"/>
            <a:ext cx="7502236" cy="2781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</a:pPr>
            <a:r>
              <a:rPr lang="en-US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You have three different complexities faced while performing Linear Search Algorithm, they are mentioned as follows.</a:t>
            </a:r>
          </a:p>
          <a:p>
            <a:pPr algn="l">
              <a:lnSpc>
                <a:spcPct val="200000"/>
              </a:lnSpc>
              <a:buFont typeface="+mj-lt"/>
              <a:buAutoNum type="arabicPeriod"/>
            </a:pPr>
            <a:r>
              <a:rPr lang="en-US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Best Case</a:t>
            </a:r>
          </a:p>
          <a:p>
            <a:pPr algn="l">
              <a:lnSpc>
                <a:spcPct val="200000"/>
              </a:lnSpc>
              <a:buFont typeface="+mj-lt"/>
              <a:buAutoNum type="arabicPeriod"/>
            </a:pPr>
            <a:r>
              <a:rPr lang="en-US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Worst Case</a:t>
            </a:r>
          </a:p>
          <a:p>
            <a:pPr algn="l">
              <a:lnSpc>
                <a:spcPct val="200000"/>
              </a:lnSpc>
              <a:buFont typeface="+mj-lt"/>
              <a:buAutoNum type="arabicPeriod"/>
            </a:pPr>
            <a:r>
              <a:rPr lang="en-US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Average Case</a:t>
            </a:r>
          </a:p>
        </p:txBody>
      </p:sp>
    </p:spTree>
    <p:extLst>
      <p:ext uri="{BB962C8B-B14F-4D97-AF65-F5344CB8AC3E}">
        <p14:creationId xmlns:p14="http://schemas.microsoft.com/office/powerpoint/2010/main" val="135588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D7621-A922-DACF-C569-0CD506DF2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E08BB-E5C3-CA69-452B-31C49F9AD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i="0" dirty="0">
                <a:solidFill>
                  <a:srgbClr val="272C37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Best Case Complexity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1565E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The element being searched could be </a:t>
            </a:r>
            <a:r>
              <a:rPr lang="en-US" b="0" i="0" dirty="0">
                <a:solidFill>
                  <a:srgbClr val="C00000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found in the first position.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1565E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In this case, the search ends with a single successful comparison.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1565E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Thus, in the best-case scenario, the linear search algorithm performs O(1) operations.</a:t>
            </a:r>
          </a:p>
          <a:p>
            <a:endParaRPr lang="en-US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969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FC441-DBF0-EA1E-2AAE-B967DD8A7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B9DAE-7E17-B64B-12ED-437F524E3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154" y="1891871"/>
            <a:ext cx="10333074" cy="3827722"/>
          </a:xfrm>
        </p:spPr>
        <p:txBody>
          <a:bodyPr>
            <a:normAutofit lnSpcReduction="10000"/>
          </a:bodyPr>
          <a:lstStyle/>
          <a:p>
            <a:pPr algn="l"/>
            <a:r>
              <a:rPr lang="en-US" b="0" i="0" dirty="0">
                <a:solidFill>
                  <a:srgbClr val="272C37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Worst Case Complexity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1565E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The element being searched may be at the </a:t>
            </a:r>
            <a:r>
              <a:rPr lang="en-US" b="0" i="0" dirty="0">
                <a:solidFill>
                  <a:srgbClr val="C00000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last position in the array or not at all.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1565E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In the first case, the search </a:t>
            </a:r>
            <a:r>
              <a:rPr lang="en-US" i="0" dirty="0">
                <a:solidFill>
                  <a:srgbClr val="51565E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succeeds in ‘n’ comparisons</a:t>
            </a:r>
            <a:r>
              <a:rPr lang="en-US" b="0" i="0" dirty="0">
                <a:solidFill>
                  <a:srgbClr val="51565E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1565E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In the next case, the </a:t>
            </a:r>
            <a:r>
              <a:rPr lang="en-US" i="0" dirty="0">
                <a:solidFill>
                  <a:srgbClr val="51565E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search fails after ‘n’ comparisons.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1565E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Thus, in the worst-case scenario, the linear search algorithm performs </a:t>
            </a:r>
            <a:r>
              <a:rPr lang="en-US" i="0" dirty="0">
                <a:solidFill>
                  <a:srgbClr val="51565E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O(n) operations.</a:t>
            </a:r>
          </a:p>
          <a:p>
            <a:endParaRPr lang="en-US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5445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57F9E-5395-82F1-8A44-9E7B35643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863CF-9932-2B90-813E-6CCF212E5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0725" y="2089298"/>
            <a:ext cx="10333074" cy="3827722"/>
          </a:xfrm>
        </p:spPr>
        <p:txBody>
          <a:bodyPr/>
          <a:lstStyle/>
          <a:p>
            <a:pPr algn="l"/>
            <a:r>
              <a:rPr lang="en-US" i="0" dirty="0">
                <a:solidFill>
                  <a:srgbClr val="272C37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Average Case Complexity</a:t>
            </a:r>
          </a:p>
          <a:p>
            <a:pPr algn="l"/>
            <a:r>
              <a:rPr lang="en-US" b="0" i="0" dirty="0">
                <a:solidFill>
                  <a:srgbClr val="51565E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When the element to be searched is in the middle of the array, the average case of the Linear Search Algorithm is O(n).</a:t>
            </a:r>
          </a:p>
          <a:p>
            <a:pPr algn="l"/>
            <a:r>
              <a:rPr lang="en-US" b="0" i="0" dirty="0">
                <a:solidFill>
                  <a:srgbClr val="51565E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Next, you will learn about the Space Complexity of Linear Search Algorithm.</a:t>
            </a:r>
          </a:p>
          <a:p>
            <a:endParaRPr lang="en-US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9787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E3C53-DFAF-DDD7-44D8-610B0C9F6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Space Complexity of Linear Search Algorithm</a:t>
            </a:r>
            <a:br>
              <a:rPr lang="en-US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23E0A-8510-9A20-9AC6-F736DF16A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51565E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The linear search algorithm takes up no extra space; its </a:t>
            </a:r>
            <a:r>
              <a:rPr lang="en-US" b="0" i="0" u="none" strike="noStrike" dirty="0">
                <a:solidFill>
                  <a:srgbClr val="1179EF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  <a:hlinkClick r:id="rId2" tooltip="space complexity"/>
              </a:rPr>
              <a:t>space complexity</a:t>
            </a:r>
            <a:r>
              <a:rPr lang="en-US" b="0" i="0" dirty="0">
                <a:solidFill>
                  <a:srgbClr val="51565E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 is O(n) for an array of n elements.</a:t>
            </a:r>
            <a:endParaRPr lang="en-US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852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CEA861C5-3CE8-4AD0-925C-836509B24A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118920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DB3FAAF-5FDF-4576-8E8B-8BE25DB82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3855" y="1257300"/>
            <a:ext cx="0" cy="560070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calculus formula">
            <a:extLst>
              <a:ext uri="{FF2B5EF4-FFF2-40B4-BE49-F238E27FC236}">
                <a16:creationId xmlns:a16="http://schemas.microsoft.com/office/drawing/2014/main" id="{94E714F9-0719-956B-45E5-F507AF1B6CB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grayscl/>
          </a:blip>
          <a:srcRect t="2084" b="1364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6EB4213-5327-4B16-AFC6-CC2C196F5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0D1C46-2420-EDD4-3A4F-66264563E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912" y="1143293"/>
            <a:ext cx="7635987" cy="42689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lnSpc>
                <a:spcPct val="85000"/>
              </a:lnSpc>
            </a:pPr>
            <a:r>
              <a:rPr lang="en-US" sz="7700" cap="all">
                <a:solidFill>
                  <a:schemeClr val="tx2"/>
                </a:solidFill>
                <a:effectLst/>
              </a:rPr>
              <a:t>Asymptotic Notation</a:t>
            </a:r>
            <a:br>
              <a:rPr lang="en-US" sz="7700" cap="all">
                <a:solidFill>
                  <a:schemeClr val="tx2"/>
                </a:solidFill>
                <a:effectLst/>
              </a:rPr>
            </a:br>
            <a:endParaRPr lang="en-US" sz="7700" cap="all">
              <a:solidFill>
                <a:schemeClr val="tx2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C746380-2304-4E0F-94F1-76515E953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3855" y="1257300"/>
            <a:ext cx="0" cy="560070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reeform 6">
            <a:extLst>
              <a:ext uri="{FF2B5EF4-FFF2-40B4-BE49-F238E27FC236}">
                <a16:creationId xmlns:a16="http://schemas.microsoft.com/office/drawing/2014/main" id="{0A4A7ACB-1862-4051-984A-A332971D1E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118920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711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B83C9-48EF-2199-F552-C6767269A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819" y="322118"/>
            <a:ext cx="11222180" cy="59344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b="0" i="0" dirty="0">
                <a:solidFill>
                  <a:srgbClr val="C00000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Asymptotic notations 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are </a:t>
            </a:r>
            <a:r>
              <a:rPr lang="en-US" sz="2400" b="1" i="0" dirty="0">
                <a:solidFill>
                  <a:schemeClr val="tx1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mathematical notations 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that are used to </a:t>
            </a:r>
            <a:r>
              <a:rPr lang="en-US" sz="2400" b="0" i="0" dirty="0">
                <a:solidFill>
                  <a:srgbClr val="C00000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analyze the runtime of a given algorithm 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for a large input.</a:t>
            </a:r>
          </a:p>
          <a:p>
            <a:pPr>
              <a:lnSpc>
                <a:spcPct val="150000"/>
              </a:lnSpc>
            </a:pPr>
            <a:r>
              <a:rPr lang="en-US" sz="2400" b="0" i="0" dirty="0">
                <a:solidFill>
                  <a:schemeClr val="tx1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 It </a:t>
            </a:r>
            <a:r>
              <a:rPr lang="en-US" sz="2400" b="0" i="0" dirty="0">
                <a:solidFill>
                  <a:srgbClr val="C00000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helps us to compare 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the runtimes of different  algorithms without actually calculating their runtimes manually.</a:t>
            </a:r>
          </a:p>
          <a:p>
            <a:pPr>
              <a:lnSpc>
                <a:spcPct val="150000"/>
              </a:lnSpc>
            </a:pPr>
            <a:r>
              <a:rPr lang="en-US" sz="2400" b="0" i="0" dirty="0">
                <a:solidFill>
                  <a:schemeClr val="tx1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 Asymptotic notations are </a:t>
            </a:r>
            <a:r>
              <a:rPr lang="en-US" sz="2400" b="0" i="0" dirty="0">
                <a:solidFill>
                  <a:srgbClr val="C00000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used only for larger inputs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sz="2400" b="0" i="0" dirty="0">
                <a:solidFill>
                  <a:schemeClr val="tx1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For smaller inputs, we do not use asymptotic notations since these smaller inputs do not significantly affect the overall runtime of an algorithm.</a:t>
            </a:r>
          </a:p>
          <a:p>
            <a:pPr>
              <a:lnSpc>
                <a:spcPct val="150000"/>
              </a:lnSpc>
            </a:pPr>
            <a:r>
              <a:rPr lang="en-US" sz="2400" b="1" i="0" dirty="0">
                <a:solidFill>
                  <a:srgbClr val="61738E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For example</a:t>
            </a:r>
            <a:r>
              <a:rPr lang="en-US" sz="2400" b="0" i="0" dirty="0">
                <a:solidFill>
                  <a:srgbClr val="61738E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 if we want to </a:t>
            </a:r>
            <a:r>
              <a:rPr lang="en-US" sz="2400" b="0" i="0" dirty="0">
                <a:solidFill>
                  <a:srgbClr val="C00000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compare the runtimes of the bubble sort algorithm and merge sort </a:t>
            </a:r>
            <a:r>
              <a:rPr lang="en-US" sz="2400" b="0" i="0" dirty="0">
                <a:solidFill>
                  <a:srgbClr val="61738E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algorithm, we can use asymptotic notations to do this comparison.</a:t>
            </a:r>
            <a:endParaRPr lang="en-US" sz="2400" dirty="0"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solidFill>
                <a:schemeClr val="tx1"/>
              </a:solidFill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8893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Freeform 6">
            <a:extLst>
              <a:ext uri="{FF2B5EF4-FFF2-40B4-BE49-F238E27FC236}">
                <a16:creationId xmlns:a16="http://schemas.microsoft.com/office/drawing/2014/main" id="{49EC5C96-A5B7-48AF-865B-32EA92606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118920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87D3361C-8AD4-4C09-8E01-433248861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3855" y="1257300"/>
            <a:ext cx="0" cy="560070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1" name="Rectangle 80">
            <a:extLst>
              <a:ext uri="{FF2B5EF4-FFF2-40B4-BE49-F238E27FC236}">
                <a16:creationId xmlns:a16="http://schemas.microsoft.com/office/drawing/2014/main" id="{9F8CD012-29F5-45B8-83DF-393C0A213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12191999" cy="456200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Freeform 6">
            <a:extLst>
              <a:ext uri="{FF2B5EF4-FFF2-40B4-BE49-F238E27FC236}">
                <a16:creationId xmlns:a16="http://schemas.microsoft.com/office/drawing/2014/main" id="{D5807261-5AA8-4462-847C-7789D2671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1263417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C9F31C1-4E46-4A89-877A-24BBC6D3F4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4553146"/>
            <a:ext cx="12191999" cy="230485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643464" y="5202087"/>
            <a:ext cx="9600863" cy="89470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85000"/>
              </a:lnSpc>
              <a:defRPr/>
            </a:pPr>
            <a:r>
              <a:rPr lang="en-US" sz="4100" cap="all">
                <a:solidFill>
                  <a:schemeClr val="bg2"/>
                </a:solidFill>
              </a:rPr>
              <a:t>               Growth of Functions</a:t>
            </a:r>
          </a:p>
        </p:txBody>
      </p:sp>
      <p:pic>
        <p:nvPicPr>
          <p:cNvPr id="74" name="Graphic 73" descr="Upward trend">
            <a:extLst>
              <a:ext uri="{FF2B5EF4-FFF2-40B4-BE49-F238E27FC236}">
                <a16:creationId xmlns:a16="http://schemas.microsoft.com/office/drawing/2014/main" id="{52B53901-65F7-426F-A95A-C818039D07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276507" y="98428"/>
            <a:ext cx="3637211" cy="3637211"/>
          </a:xfrm>
          <a:prstGeom prst="rect">
            <a:avLst/>
          </a:prstGeom>
        </p:spPr>
      </p:pic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99B864D8-020F-455C-951E-BECB1D7E9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" y="6178167"/>
            <a:ext cx="10244326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997" name="Rectangle 5"/>
          <p:cNvSpPr>
            <a:spLocks noChangeArrowheads="1"/>
          </p:cNvSpPr>
          <p:nvPr/>
        </p:nvSpPr>
        <p:spPr bwMode="auto">
          <a:xfrm>
            <a:off x="3543637" y="52783"/>
            <a:ext cx="7874508" cy="4016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Aft>
                <a:spcPts val="600"/>
              </a:spcAft>
            </a:pPr>
            <a:endParaRPr lang="en-US" altLang="en-US" sz="2000" dirty="0"/>
          </a:p>
          <a:p>
            <a:pPr marL="342900" indent="-342900" eaLnBrk="1" hangingPunct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functions that </a:t>
            </a:r>
            <a:r>
              <a:rPr lang="en-US" sz="2000" dirty="0">
                <a:solidFill>
                  <a:srgbClr val="FF0000"/>
                </a:solidFill>
              </a:rPr>
              <a:t>map input size to (typically, worst-case) running time/space cost</a:t>
            </a:r>
            <a:r>
              <a:rPr lang="en-US" sz="2000" dirty="0"/>
              <a:t>.  </a:t>
            </a:r>
          </a:p>
          <a:p>
            <a:pPr marL="342900" indent="-342900" eaLnBrk="1" hangingPunct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Termed as  “</a:t>
            </a:r>
            <a:r>
              <a:rPr lang="en-US" sz="2000" b="1" dirty="0"/>
              <a:t>asymptotic growth</a:t>
            </a:r>
            <a:r>
              <a:rPr lang="en-US" sz="2000" dirty="0"/>
              <a:t>” of functions.</a:t>
            </a:r>
          </a:p>
          <a:p>
            <a:pPr marL="342900" indent="-342900" eaLnBrk="1" hangingPunct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focus - how the function behaves as its input grows large. </a:t>
            </a:r>
          </a:p>
          <a:p>
            <a:pPr marL="342900" indent="-342900" eaLnBrk="1" hangingPunct="1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 eaLnBrk="1" hangingPunct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describing families of functions that share similar asymptotic behavior. </a:t>
            </a:r>
          </a:p>
          <a:p>
            <a:pPr marL="342900" indent="-342900" eaLnBrk="1" hangingPunct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ignore small input sizes, constant factors, lower-order terms in polynomials, and so forth.</a:t>
            </a:r>
          </a:p>
          <a:p>
            <a:pPr marL="342900" indent="-342900" eaLnBrk="1" hangingPunct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describe how a function grows</a:t>
            </a: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312849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>
            <a:extLst>
              <a:ext uri="{FF2B5EF4-FFF2-40B4-BE49-F238E27FC236}">
                <a16:creationId xmlns:a16="http://schemas.microsoft.com/office/drawing/2014/main" id="{68575C10-8187-4AC4-AD72-C754EAFD2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65429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559678"/>
            <a:ext cx="3567915" cy="4952492"/>
          </a:xfrm>
        </p:spPr>
        <p:txBody>
          <a:bodyPr>
            <a:normAutofit/>
          </a:bodyPr>
          <a:lstStyle/>
          <a:p>
            <a:r>
              <a:rPr lang="en-US" altLang="en-US">
                <a:solidFill>
                  <a:schemeClr val="bg1"/>
                </a:solidFill>
              </a:rPr>
              <a:t>Asymptotic Notation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784011" y="5607592"/>
            <a:ext cx="40798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857DA05-BDF7-4301-86D3-63D6DF3F5340}" type="slidenum">
              <a:rPr lang="en-US" altLang="en-US" smtClean="0"/>
              <a:pPr>
                <a:spcAft>
                  <a:spcPts val="600"/>
                </a:spcAft>
              </a:pPr>
              <a:t>13</a:t>
            </a:fld>
            <a:endParaRPr lang="en-US" altLang="en-US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74E776C9-ED67-41B7-B3A3-4DF76EF3A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99730"/>
            <a:ext cx="429768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0773" name="Rectangle 3">
            <a:extLst>
              <a:ext uri="{FF2B5EF4-FFF2-40B4-BE49-F238E27FC236}">
                <a16:creationId xmlns:a16="http://schemas.microsoft.com/office/drawing/2014/main" id="{BB8517F7-5AE7-4E10-81D5-73A32B64A3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6343279"/>
              </p:ext>
            </p:extLst>
          </p:nvPr>
        </p:nvGraphicFramePr>
        <p:xfrm>
          <a:off x="5646198" y="568326"/>
          <a:ext cx="5783802" cy="42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67837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4281BC32-FF58-4898-A6B5-7B3D059BC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D614406-135F-4875-9C87-53822CB1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2285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D15B57-A84E-DD47-B8F8-D81B47FCDD27}"/>
              </a:ext>
            </a:extLst>
          </p:cNvPr>
          <p:cNvSpPr txBox="1"/>
          <p:nvPr/>
        </p:nvSpPr>
        <p:spPr>
          <a:xfrm>
            <a:off x="960120" y="434101"/>
            <a:ext cx="7169753" cy="12327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5000" b="0" i="1" kern="1200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Big -O notation</a:t>
            </a:r>
            <a:endParaRPr lang="en-US" sz="5000" b="0" i="1" kern="1200" baseline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6C21149-7D17-44C2-AFB6-4D931DC55F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676579"/>
            <a:ext cx="8129873" cy="602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reeform 6">
            <a:extLst>
              <a:ext uri="{FF2B5EF4-FFF2-40B4-BE49-F238E27FC236}">
                <a16:creationId xmlns:a16="http://schemas.microsoft.com/office/drawing/2014/main" id="{C2E5FCF0-567A-448C-A6E3-920BFC702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938535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945AAEEA-CF53-478B-9E9C-BB01E8DA43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2994611"/>
              </p:ext>
            </p:extLst>
          </p:nvPr>
        </p:nvGraphicFramePr>
        <p:xfrm>
          <a:off x="305086" y="2301728"/>
          <a:ext cx="11682919" cy="43774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92245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Freeform 6">
            <a:extLst>
              <a:ext uri="{FF2B5EF4-FFF2-40B4-BE49-F238E27FC236}">
                <a16:creationId xmlns:a16="http://schemas.microsoft.com/office/drawing/2014/main" id="{49EC5C96-A5B7-48AF-865B-32EA92606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118920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87D3361C-8AD4-4C09-8E01-433248861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3855" y="1257300"/>
            <a:ext cx="0" cy="560070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>
          <a:xfrm>
            <a:off x="8188391" y="1143293"/>
            <a:ext cx="3350016" cy="42689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lnSpc>
                <a:spcPct val="85000"/>
              </a:lnSpc>
            </a:pPr>
            <a:r>
              <a:rPr lang="en-US" altLang="en-US" sz="3400" cap="all">
                <a:solidFill>
                  <a:schemeClr val="tx2"/>
                </a:solidFill>
              </a:rPr>
              <a:t>Asymptotic notations- </a:t>
            </a:r>
            <a:br>
              <a:rPr lang="en-US" altLang="en-US" sz="3400" cap="all">
                <a:solidFill>
                  <a:schemeClr val="tx2"/>
                </a:solidFill>
              </a:rPr>
            </a:br>
            <a:r>
              <a:rPr lang="en-US" altLang="en-US" sz="3400" cap="all">
                <a:solidFill>
                  <a:schemeClr val="tx2"/>
                </a:solidFill>
              </a:rPr>
              <a:t>Big oh- O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1ACF48EF-9227-4349-99D4-92AFE6503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3855" y="1257300"/>
            <a:ext cx="0" cy="560070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17" name="Picture 45" descr="time complexity of an algorithms">
            <a:extLst>
              <a:ext uri="{FF2B5EF4-FFF2-40B4-BE49-F238E27FC236}">
                <a16:creationId xmlns:a16="http://schemas.microsoft.com/office/drawing/2014/main" id="{35CCEA92-6E40-4AEF-8092-D1CFD1A35CC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19461" y="566921"/>
            <a:ext cx="5624530" cy="4247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" name="Freeform 6">
            <a:extLst>
              <a:ext uri="{FF2B5EF4-FFF2-40B4-BE49-F238E27FC236}">
                <a16:creationId xmlns:a16="http://schemas.microsoft.com/office/drawing/2014/main" id="{E5B0D21A-2419-4455-813A-EC140CF0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118920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11784011" y="1416216"/>
            <a:ext cx="40798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4946B56E-469C-478F-BD6C-4008D8249AC1}" type="slidenum">
              <a:rPr lang="en-US" altLang="en-US"/>
              <a:pPr defTabSz="914400">
                <a:spcAft>
                  <a:spcPts val="600"/>
                </a:spcAft>
              </a:pPr>
              <a:t>15</a:t>
            </a:fld>
            <a:endParaRPr lang="en-US" altLang="en-US"/>
          </a:p>
        </p:txBody>
      </p:sp>
      <p:sp>
        <p:nvSpPr>
          <p:cNvPr id="149509" name="Rectangle 5"/>
          <p:cNvSpPr>
            <a:spLocks noChangeArrowheads="1"/>
          </p:cNvSpPr>
          <p:nvPr/>
        </p:nvSpPr>
        <p:spPr bwMode="auto">
          <a:xfrm>
            <a:off x="5953125" y="2563814"/>
            <a:ext cx="4122738" cy="3735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400">
              <a:latin typeface="Monotype Corsiva" panose="03010101010201010101" pitchFamily="66" charset="0"/>
              <a:sym typeface="Symbol" panose="05050102010706020507" pitchFamily="18" charset="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8C77E7-F130-4A16-951F-DA5A92648E0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957" t="37242" r="15267" b="43972"/>
          <a:stretch/>
        </p:blipFill>
        <p:spPr>
          <a:xfrm>
            <a:off x="1387939" y="4801554"/>
            <a:ext cx="8952561" cy="1375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0832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FBC8A7B-9E5A-4B09-9C33-C600BD17C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B015B5-4A87-4EA6-8B82-41210F3BE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4212710"/>
            <a:ext cx="12191998" cy="264529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FB15D51-F405-4C4F-96E0-F47CA3AEC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509" y="4572002"/>
            <a:ext cx="6717882" cy="147335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</a:rPr>
              <a:t>Let f(n)= 3n+2,     g(n)= n</a:t>
            </a:r>
            <a:br>
              <a:rPr lang="en-US" sz="1600" dirty="0">
                <a:solidFill>
                  <a:schemeClr val="bg1"/>
                </a:solidFill>
              </a:rPr>
            </a:b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Check whether we can write f(n)= O(g(n))</a:t>
            </a:r>
            <a:br>
              <a:rPr lang="en-US" sz="1600" dirty="0">
                <a:solidFill>
                  <a:schemeClr val="bg1"/>
                </a:solidFill>
              </a:rPr>
            </a:br>
            <a:br>
              <a:rPr lang="en-US" sz="1600" dirty="0">
                <a:solidFill>
                  <a:schemeClr val="bg1"/>
                </a:solidFill>
              </a:rPr>
            </a:b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4B160D-F4C1-42B4-BF5B-6152691C41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51" t="38524" r="36076" b="27191"/>
          <a:stretch/>
        </p:blipFill>
        <p:spPr>
          <a:xfrm>
            <a:off x="1763904" y="643467"/>
            <a:ext cx="8664189" cy="3284485"/>
          </a:xfrm>
          <a:prstGeom prst="rect">
            <a:avLst/>
          </a:prstGeom>
        </p:spPr>
      </p:pic>
      <p:sp>
        <p:nvSpPr>
          <p:cNvPr id="16" name="Freeform 6">
            <a:extLst>
              <a:ext uri="{FF2B5EF4-FFF2-40B4-BE49-F238E27FC236}">
                <a16:creationId xmlns:a16="http://schemas.microsoft.com/office/drawing/2014/main" id="{3C34EE6D-3EF3-46CE-B8E1-B95710DC99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202147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F8C9297-DB30-4147-8E63-D99C33793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1" y="6228850"/>
            <a:ext cx="5795084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0079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4281BC32-FF58-4898-A6B5-7B3D059BC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0">
            <a:extLst>
              <a:ext uri="{FF2B5EF4-FFF2-40B4-BE49-F238E27FC236}">
                <a16:creationId xmlns:a16="http://schemas.microsoft.com/office/drawing/2014/main" id="{0D614406-135F-4875-9C87-53822CB1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2285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D09F25-FE7F-4B1D-9143-FD6ED69EB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434101"/>
            <a:ext cx="7169753" cy="1232750"/>
          </a:xfrm>
        </p:spPr>
        <p:txBody>
          <a:bodyPr anchor="b">
            <a:normAutofit/>
          </a:bodyPr>
          <a:lstStyle/>
          <a:p>
            <a:r>
              <a:rPr lang="en-US" altLang="en-US" i="0" dirty="0">
                <a:solidFill>
                  <a:schemeClr val="bg1"/>
                </a:solidFill>
              </a:rPr>
              <a:t>Big Omega    </a:t>
            </a:r>
            <a:r>
              <a:rPr lang="en-US" altLang="en-US" b="1" i="0" dirty="0">
                <a:solidFill>
                  <a:schemeClr val="bg1"/>
                </a:solidFill>
                <a:latin typeface="Monotype Corsiva" panose="03010101010201010101" pitchFamily="66" charset="0"/>
                <a:sym typeface="Symbol" panose="05050102010706020507" pitchFamily="18" charset="2"/>
              </a:rPr>
              <a:t> - notation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30" name="Straight Connector 22">
            <a:extLst>
              <a:ext uri="{FF2B5EF4-FFF2-40B4-BE49-F238E27FC236}">
                <a16:creationId xmlns:a16="http://schemas.microsoft.com/office/drawing/2014/main" id="{C6C21149-7D17-44C2-AFB6-4D931DC55F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676579"/>
            <a:ext cx="8129873" cy="602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reeform 6">
            <a:extLst>
              <a:ext uri="{FF2B5EF4-FFF2-40B4-BE49-F238E27FC236}">
                <a16:creationId xmlns:a16="http://schemas.microsoft.com/office/drawing/2014/main" id="{C2E5FCF0-567A-448C-A6E3-920BFC702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938535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D7A9C788-7303-4881-B6BA-23F98C293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19" y="2942252"/>
            <a:ext cx="10266681" cy="3172409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  lower bound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(best  case)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an algorithm</a:t>
            </a: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Big-Omega notation always indicates the </a:t>
            </a:r>
            <a:r>
              <a:rPr lang="en-US" b="0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minimum time required </a:t>
            </a:r>
            <a:r>
              <a:rPr 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 an algorithm for all input values. </a:t>
            </a: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That means Big-Omega notation describes the </a:t>
            </a:r>
            <a:r>
              <a:rPr lang="en-US" b="0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best case of an algorithm </a:t>
            </a:r>
            <a:r>
              <a:rPr 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f(n) &amp; g(n) be two functions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write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f(n)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 g(n)              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 f(n)&gt;=c. g(n)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for all  c&gt;0 and n &gt;=n0</a:t>
            </a:r>
          </a:p>
        </p:txBody>
      </p:sp>
    </p:spTree>
    <p:extLst>
      <p:ext uri="{BB962C8B-B14F-4D97-AF65-F5344CB8AC3E}">
        <p14:creationId xmlns:p14="http://schemas.microsoft.com/office/powerpoint/2010/main" val="2106108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6">
            <a:extLst>
              <a:ext uri="{FF2B5EF4-FFF2-40B4-BE49-F238E27FC236}">
                <a16:creationId xmlns:a16="http://schemas.microsoft.com/office/drawing/2014/main" id="{49EC5C96-A5B7-48AF-865B-32EA92606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118920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7D3361C-8AD4-4C09-8E01-433248861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3855" y="1257300"/>
            <a:ext cx="0" cy="560070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9F8CD012-29F5-45B8-83DF-393C0A213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12191999" cy="456200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 6">
            <a:extLst>
              <a:ext uri="{FF2B5EF4-FFF2-40B4-BE49-F238E27FC236}">
                <a16:creationId xmlns:a16="http://schemas.microsoft.com/office/drawing/2014/main" id="{D5807261-5AA8-4462-847C-7789D2671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1263417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C9F31C1-4E46-4A89-877A-24BBC6D3F4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4553146"/>
            <a:ext cx="12191999" cy="230485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4" y="5202087"/>
            <a:ext cx="9600863" cy="89470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85000"/>
              </a:lnSpc>
            </a:pPr>
            <a:endParaRPr lang="en-US" sz="4800" cap="all">
              <a:solidFill>
                <a:schemeClr val="bg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7D0069-2026-4644-BFF7-5B0A8C5F5B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622" t="35647" r="16505" b="12789"/>
          <a:stretch/>
        </p:blipFill>
        <p:spPr>
          <a:xfrm>
            <a:off x="-1" y="647833"/>
            <a:ext cx="12191999" cy="5208477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11784011" y="1490429"/>
            <a:ext cx="40798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765CE48-66E7-491C-83E5-D13287BAA2CA}" type="slidenum">
              <a:rPr lang="en-US" altLang="en-US">
                <a:solidFill>
                  <a:schemeClr val="bg1"/>
                </a:solidFill>
              </a:rPr>
              <a:pPr defTabSz="914400">
                <a:spcAft>
                  <a:spcPts val="600"/>
                </a:spcAft>
              </a:pPr>
              <a:t>18</a:t>
            </a:fld>
            <a:endParaRPr lang="en-US" altLang="en-US">
              <a:solidFill>
                <a:schemeClr val="bg1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9B864D8-020F-455C-951E-BECB1D7E9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" y="6178167"/>
            <a:ext cx="10244326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33544E3-1135-499C-BB90-E734D1EC4DB8}"/>
                  </a:ext>
                </a:extLst>
              </p14:cNvPr>
              <p14:cNvContentPartPr/>
              <p14:nvPr/>
            </p14:nvContentPartPr>
            <p14:xfrm>
              <a:off x="5411520" y="3592190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33544E3-1135-499C-BB90-E734D1EC4DB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93520" y="3574190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B5FE0C7-4A06-494A-BA84-6C7C8D49F908}"/>
                  </a:ext>
                </a:extLst>
              </p14:cNvPr>
              <p14:cNvContentPartPr/>
              <p14:nvPr/>
            </p14:nvContentPartPr>
            <p14:xfrm>
              <a:off x="6731464" y="3258483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B5FE0C7-4A06-494A-BA84-6C7C8D49F90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13464" y="324084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4FA05E0-FE58-4535-8049-4D7DFED01681}"/>
                  </a:ext>
                </a:extLst>
              </p14:cNvPr>
              <p14:cNvContentPartPr/>
              <p14:nvPr/>
            </p14:nvContentPartPr>
            <p14:xfrm>
              <a:off x="6916144" y="1634163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4FA05E0-FE58-4535-8049-4D7DFED0168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98504" y="161616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AEB6A02-B2A5-498D-86CD-76E77C28B765}"/>
                  </a:ext>
                </a:extLst>
              </p14:cNvPr>
              <p14:cNvContentPartPr/>
              <p14:nvPr/>
            </p14:nvContentPartPr>
            <p14:xfrm>
              <a:off x="2463120" y="1893710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AEB6A02-B2A5-498D-86CD-76E77C28B76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45120" y="1876070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C67DD49-3149-4283-9D37-C41825B486C7}"/>
                  </a:ext>
                </a:extLst>
              </p14:cNvPr>
              <p14:cNvContentPartPr/>
              <p14:nvPr/>
            </p14:nvContentPartPr>
            <p14:xfrm>
              <a:off x="8287744" y="2995683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C67DD49-3149-4283-9D37-C41825B486C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69744" y="2978043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58128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EA84F40-AC58-4671-B6F1-E0E825C057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52" t="27092" r="22766" b="15745"/>
          <a:stretch/>
        </p:blipFill>
        <p:spPr>
          <a:xfrm>
            <a:off x="359922" y="1042397"/>
            <a:ext cx="10963073" cy="474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3668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510825" y="63223"/>
            <a:ext cx="9218762" cy="4952492"/>
          </a:xfrm>
        </p:spPr>
        <p:txBody>
          <a:bodyPr/>
          <a:lstStyle/>
          <a:p>
            <a:r>
              <a:rPr lang="en-US" altLang="en-US" dirty="0"/>
              <a:t>Asymptotic notations (cont.)</a:t>
            </a: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30E28-6A72-4338-ABD9-AE2E0DB52E7B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1546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15687" y="876562"/>
            <a:ext cx="9613900" cy="3598863"/>
          </a:xfrm>
        </p:spPr>
        <p:txBody>
          <a:bodyPr>
            <a:normAutofit/>
          </a:bodyPr>
          <a:lstStyle/>
          <a:p>
            <a:r>
              <a:rPr lang="en-US" altLang="en-US" sz="2800" b="1" dirty="0">
                <a:latin typeface="Monotype Corsiva" panose="03010101010201010101" pitchFamily="66" charset="0"/>
                <a:sym typeface="Symbol" panose="05050102010706020507" pitchFamily="18" charset="2"/>
              </a:rPr>
              <a:t>-notation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602E54-A876-4357-9381-E8F86A8AFB02}"/>
              </a:ext>
            </a:extLst>
          </p:cNvPr>
          <p:cNvSpPr txBox="1"/>
          <p:nvPr/>
        </p:nvSpPr>
        <p:spPr>
          <a:xfrm>
            <a:off x="821093" y="1819470"/>
            <a:ext cx="1068355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Big - Theta notation is used to define the </a:t>
            </a:r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average bound</a:t>
            </a: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 of an algorithm in terms of Time Complexity.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br>
              <a:rPr lang="en-US" dirty="0"/>
            </a:b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That means Big - Theta notation always indicates the average time required by an algorithm for all input values.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0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That means Big - Theta notation describes the average case of an algorithm time complexity.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Big - Theta Notation can be defined as follows...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3270F7-530A-4E35-A7F4-76895DBDA8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735" t="64218" r="7245" b="10068"/>
          <a:stretch/>
        </p:blipFill>
        <p:spPr>
          <a:xfrm>
            <a:off x="821094" y="4404048"/>
            <a:ext cx="10487608" cy="1763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527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Big-O Notation, Omega Notation and Big-O Notation (Asymptotic Analysis)">
            <a:extLst>
              <a:ext uri="{FF2B5EF4-FFF2-40B4-BE49-F238E27FC236}">
                <a16:creationId xmlns:a16="http://schemas.microsoft.com/office/drawing/2014/main" id="{2653C7BD-8E15-4B90-A4F6-05BF363335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429" y="233463"/>
            <a:ext cx="64087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30896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F04164-17D2-4F12-9AF3-F5DD111A86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745" t="15319" r="20931" b="38865"/>
          <a:stretch/>
        </p:blipFill>
        <p:spPr>
          <a:xfrm>
            <a:off x="700391" y="1050586"/>
            <a:ext cx="10877120" cy="38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7724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281BC32-FF58-4898-A6B5-7B3D059BC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D614406-135F-4875-9C87-53822CB1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2285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F6F726-0CD8-224A-836E-A967D1CBA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434101"/>
            <a:ext cx="7169753" cy="1232750"/>
          </a:xfrm>
        </p:spPr>
        <p:txBody>
          <a:bodyPr anchor="b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Example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6C21149-7D17-44C2-AFB6-4D931DC55F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676579"/>
            <a:ext cx="8129873" cy="602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 6">
            <a:extLst>
              <a:ext uri="{FF2B5EF4-FFF2-40B4-BE49-F238E27FC236}">
                <a16:creationId xmlns:a16="http://schemas.microsoft.com/office/drawing/2014/main" id="{C2E5FCF0-567A-448C-A6E3-920BFC702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938535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412FB-9DFA-ED4E-9531-B0277C0B4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19" y="2942252"/>
            <a:ext cx="10266681" cy="3172409"/>
          </a:xfrm>
        </p:spPr>
        <p:txBody>
          <a:bodyPr>
            <a:normAutofit/>
          </a:bodyPr>
          <a:lstStyle/>
          <a:p>
            <a:r>
              <a:rPr lang="en-US" dirty="0"/>
              <a:t>Need to search (linear) n elements in an array</a:t>
            </a:r>
          </a:p>
          <a:p>
            <a:r>
              <a:rPr lang="en-US" dirty="0"/>
              <a:t>1 ,2,5, 7, 8</a:t>
            </a:r>
          </a:p>
          <a:p>
            <a:r>
              <a:rPr lang="en-US" dirty="0"/>
              <a:t>Best case    x=1   only one comparison,1 step </a:t>
            </a:r>
          </a:p>
          <a:p>
            <a:r>
              <a:rPr lang="en-US" dirty="0"/>
              <a:t>       complexity </a:t>
            </a:r>
            <a:r>
              <a:rPr lang="en-US" altLang="en-US" b="1" dirty="0">
                <a:latin typeface="Monotype Corsiva" panose="03010101010201010101" pitchFamily="66" charset="0"/>
                <a:sym typeface="Symbol" panose="05050102010706020507" pitchFamily="18" charset="2"/>
              </a:rPr>
              <a:t>(1)</a:t>
            </a:r>
          </a:p>
          <a:p>
            <a:r>
              <a:rPr lang="en-US" dirty="0">
                <a:latin typeface="Arial Narrow" panose="020B0604020202020204" pitchFamily="34" charset="0"/>
                <a:cs typeface="Arial Narrow" panose="020B0604020202020204" pitchFamily="34" charset="0"/>
                <a:sym typeface="Symbol" panose="05050102010706020507" pitchFamily="18" charset="2"/>
              </a:rPr>
              <a:t>Worst  case</a:t>
            </a:r>
          </a:p>
          <a:p>
            <a:r>
              <a:rPr lang="en-US" dirty="0">
                <a:latin typeface="Arial Narrow" panose="020B0604020202020204" pitchFamily="34" charset="0"/>
                <a:cs typeface="Arial Narrow" panose="020B0604020202020204" pitchFamily="34" charset="0"/>
                <a:sym typeface="Symbol" panose="05050102010706020507" pitchFamily="18" charset="2"/>
              </a:rPr>
              <a:t>   compare all n elements   O(5)</a:t>
            </a:r>
          </a:p>
          <a:p>
            <a:r>
              <a:rPr lang="en-US" dirty="0" err="1">
                <a:latin typeface="Arial Narrow" panose="020B0604020202020204" pitchFamily="34" charset="0"/>
                <a:cs typeface="Arial Narrow" panose="020B0604020202020204" pitchFamily="34" charset="0"/>
                <a:sym typeface="Symbol" panose="05050102010706020507" pitchFamily="18" charset="2"/>
              </a:rPr>
              <a:t>Averagecase</a:t>
            </a:r>
            <a:r>
              <a:rPr lang="en-US" dirty="0">
                <a:latin typeface="Arial Narrow" panose="020B0604020202020204" pitchFamily="34" charset="0"/>
                <a:cs typeface="Arial Narrow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>
                <a:latin typeface="Arial Narrow" panose="020B0604020202020204" pitchFamily="34" charset="0"/>
                <a:cs typeface="Arial Narrow" panose="020B0604020202020204" pitchFamily="34" charset="0"/>
                <a:sym typeface="Symbol" panose="05050102010706020507" pitchFamily="18" charset="2"/>
              </a:rPr>
              <a:t>(n/2)= (n)</a:t>
            </a:r>
            <a:endParaRPr lang="en-US" dirty="0"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7475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4"/>
          <p:cNvSpPr>
            <a:spLocks noChangeArrowheads="1"/>
          </p:cNvSpPr>
          <p:nvPr/>
        </p:nvSpPr>
        <p:spPr bwMode="auto">
          <a:xfrm>
            <a:off x="1621767" y="457200"/>
            <a:ext cx="8589034" cy="3554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 i="1" dirty="0">
                <a:latin typeface="Times New Roman" panose="02020603050405020304" pitchFamily="18" charset="0"/>
              </a:rPr>
              <a:t>Definition:- [little “oh”] </a:t>
            </a:r>
            <a:r>
              <a:rPr lang="en-US" altLang="en-US" sz="2000" dirty="0">
                <a:latin typeface="Times New Roman" panose="02020603050405020304" pitchFamily="18" charset="0"/>
              </a:rPr>
              <a:t>The function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f(n) = </a:t>
            </a:r>
            <a:r>
              <a:rPr lang="en-US" altLang="en-US" sz="2000" dirty="0">
                <a:latin typeface="Times New Roman" panose="02020603050405020304" pitchFamily="18" charset="0"/>
              </a:rPr>
              <a:t>o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(g(n)) </a:t>
            </a:r>
            <a:r>
              <a:rPr lang="en-US" altLang="en-US" sz="2000" dirty="0">
                <a:latin typeface="Times New Roman" panose="02020603050405020304" pitchFamily="18" charset="0"/>
              </a:rPr>
              <a:t>(read as “f of n is little oh of g of n”) if and only if </a:t>
            </a:r>
          </a:p>
          <a:p>
            <a:pPr eaLnBrk="1" hangingPunct="1"/>
            <a:endParaRPr lang="en-US" altLang="en-US" sz="2000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en-US" sz="2000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en-US" sz="2000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en-US" sz="2000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en-US" sz="2000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en-US" sz="20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US" sz="2000" b="1" i="1" dirty="0">
                <a:latin typeface="Times New Roman" panose="02020603050405020304" pitchFamily="18" charset="0"/>
              </a:rPr>
              <a:t>Definition:- [little omega] </a:t>
            </a:r>
            <a:r>
              <a:rPr lang="en-US" altLang="en-US" sz="2000" dirty="0">
                <a:latin typeface="Times New Roman" panose="02020603050405020304" pitchFamily="18" charset="0"/>
              </a:rPr>
              <a:t>The function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f(n) = </a:t>
            </a:r>
            <a:r>
              <a:rPr lang="el-GR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(g(n)) </a:t>
            </a:r>
            <a:r>
              <a:rPr lang="en-US" altLang="en-US" sz="2000" dirty="0">
                <a:latin typeface="Times New Roman" panose="02020603050405020304" pitchFamily="18" charset="0"/>
              </a:rPr>
              <a:t>(read as “f of n is little omega of g of n”) </a:t>
            </a:r>
            <a:r>
              <a:rPr lang="en-US" altLang="en-US" sz="2000" dirty="0" err="1">
                <a:latin typeface="Times New Roman" panose="02020603050405020304" pitchFamily="18" charset="0"/>
              </a:rPr>
              <a:t>iff</a:t>
            </a:r>
            <a:endParaRPr lang="en-US" altLang="en-US" sz="2000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en-US" sz="2000" dirty="0">
              <a:latin typeface="Times New Roman" panose="02020603050405020304" pitchFamily="18" charset="0"/>
            </a:endParaRPr>
          </a:p>
        </p:txBody>
      </p:sp>
      <p:pic>
        <p:nvPicPr>
          <p:cNvPr id="2765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399" y="1337095"/>
            <a:ext cx="2230947" cy="1244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2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619" y="3712372"/>
            <a:ext cx="2806460" cy="1200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7568854"/>
      </p:ext>
    </p:extLst>
  </p:cSld>
  <p:clrMapOvr>
    <a:masterClrMapping/>
  </p:clrMapOvr>
  <p:transition spd="med">
    <p:newsflash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>
          <a:xfrm>
            <a:off x="615350" y="655100"/>
            <a:ext cx="7234687" cy="4952492"/>
          </a:xfrm>
        </p:spPr>
        <p:txBody>
          <a:bodyPr/>
          <a:lstStyle/>
          <a:p>
            <a:r>
              <a:rPr lang="en-US" altLang="en-US" dirty="0"/>
              <a:t>Asymptotic Notation</a:t>
            </a:r>
          </a:p>
        </p:txBody>
      </p:sp>
      <p:sp>
        <p:nvSpPr>
          <p:cNvPr id="160771" name="Rectangle 3"/>
          <p:cNvSpPr>
            <a:spLocks noGrp="1" noChangeArrowheads="1"/>
          </p:cNvSpPr>
          <p:nvPr>
            <p:ph idx="1"/>
          </p:nvPr>
        </p:nvSpPr>
        <p:spPr>
          <a:xfrm>
            <a:off x="411273" y="1609883"/>
            <a:ext cx="11576732" cy="3416300"/>
          </a:xfrm>
        </p:spPr>
        <p:txBody>
          <a:bodyPr>
            <a:noAutofit/>
          </a:bodyPr>
          <a:lstStyle/>
          <a:p>
            <a:pPr marL="533400" indent="-533400">
              <a:lnSpc>
                <a:spcPct val="180000"/>
              </a:lnSpc>
            </a:pPr>
            <a:r>
              <a:rPr lang="en-US" altLang="en-US" sz="2400" b="1" dirty="0"/>
              <a:t>O notation</a:t>
            </a:r>
            <a:r>
              <a:rPr lang="en-US" altLang="en-US" sz="2400" dirty="0"/>
              <a:t>: asymptotic “less than”: 		</a:t>
            </a:r>
          </a:p>
          <a:p>
            <a:pPr marL="914400" lvl="1" indent="-457200">
              <a:lnSpc>
                <a:spcPct val="180000"/>
              </a:lnSpc>
            </a:pPr>
            <a:r>
              <a:rPr lang="en-US" altLang="en-US" sz="2400" dirty="0"/>
              <a:t>f(n)=O(g(n)) implies:  f(n) “</a:t>
            </a:r>
            <a:r>
              <a:rPr lang="en-US" altLang="en-US" sz="2400" dirty="0">
                <a:cs typeface="Arial" panose="020B0604020202020204" pitchFamily="34" charset="0"/>
              </a:rPr>
              <a:t>≤</a:t>
            </a:r>
            <a:r>
              <a:rPr lang="en-US" altLang="en-US" sz="2400" dirty="0"/>
              <a:t>” g(n)</a:t>
            </a:r>
          </a:p>
          <a:p>
            <a:pPr marL="533400" indent="-533400">
              <a:lnSpc>
                <a:spcPct val="180000"/>
              </a:lnSpc>
            </a:pPr>
            <a:r>
              <a:rPr lang="en-US" altLang="en-US" sz="2400" b="1" dirty="0">
                <a:sym typeface="Symbol" panose="05050102010706020507" pitchFamily="18" charset="2"/>
              </a:rPr>
              <a:t> notation</a:t>
            </a:r>
            <a:r>
              <a:rPr lang="en-US" altLang="en-US" sz="2400" dirty="0">
                <a:sym typeface="Symbol" panose="05050102010706020507" pitchFamily="18" charset="2"/>
              </a:rPr>
              <a:t>: asymptotic “greater than”: 	</a:t>
            </a:r>
          </a:p>
          <a:p>
            <a:pPr marL="914400" lvl="1" indent="-457200">
              <a:lnSpc>
                <a:spcPct val="180000"/>
              </a:lnSpc>
            </a:pPr>
            <a:r>
              <a:rPr lang="en-US" altLang="en-US" sz="2400" dirty="0"/>
              <a:t>f(n)= </a:t>
            </a:r>
            <a:r>
              <a:rPr lang="en-US" altLang="en-US" sz="2400" dirty="0">
                <a:sym typeface="Symbol" panose="05050102010706020507" pitchFamily="18" charset="2"/>
              </a:rPr>
              <a:t></a:t>
            </a:r>
            <a:r>
              <a:rPr lang="en-US" altLang="en-US" sz="2400" dirty="0"/>
              <a:t> (g(n)) implies: f(n) “</a:t>
            </a:r>
            <a:r>
              <a:rPr lang="en-US" altLang="en-US" sz="2400" dirty="0">
                <a:cs typeface="Arial" panose="020B0604020202020204" pitchFamily="34" charset="0"/>
              </a:rPr>
              <a:t>≥</a:t>
            </a:r>
            <a:r>
              <a:rPr lang="en-US" altLang="en-US" sz="2400" dirty="0"/>
              <a:t>” g(n)</a:t>
            </a:r>
          </a:p>
          <a:p>
            <a:pPr marL="533400" indent="-533400">
              <a:lnSpc>
                <a:spcPct val="180000"/>
              </a:lnSpc>
            </a:pPr>
            <a:r>
              <a:rPr lang="en-US" altLang="en-US" sz="2400" b="1" dirty="0">
                <a:sym typeface="Symbol" panose="05050102010706020507" pitchFamily="18" charset="2"/>
              </a:rPr>
              <a:t> notation</a:t>
            </a:r>
            <a:r>
              <a:rPr lang="en-US" altLang="en-US" sz="2400" dirty="0">
                <a:sym typeface="Symbol" panose="05050102010706020507" pitchFamily="18" charset="2"/>
              </a:rPr>
              <a:t>: asymptotic “equality”: 		</a:t>
            </a:r>
          </a:p>
          <a:p>
            <a:pPr marL="914400" lvl="1" indent="-457200">
              <a:lnSpc>
                <a:spcPct val="180000"/>
              </a:lnSpc>
            </a:pPr>
            <a:r>
              <a:rPr lang="en-US" altLang="en-US" sz="2400" dirty="0"/>
              <a:t>f(n)= </a:t>
            </a:r>
            <a:r>
              <a:rPr lang="en-US" altLang="en-US" sz="2400" dirty="0">
                <a:sym typeface="Symbol" panose="05050102010706020507" pitchFamily="18" charset="2"/>
              </a:rPr>
              <a:t></a:t>
            </a:r>
            <a:r>
              <a:rPr lang="en-US" altLang="en-US" sz="2400" dirty="0"/>
              <a:t> (g(n)) implies: </a:t>
            </a:r>
            <a:r>
              <a:rPr lang="en-US" altLang="en-US" sz="2400" dirty="0">
                <a:sym typeface="Symbol" panose="05050102010706020507" pitchFamily="18" charset="2"/>
              </a:rPr>
              <a:t>f(n) “=” g(n)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7DA05-BDF7-4301-86D3-63D6DF3F5340}" type="slidenum">
              <a:rPr lang="en-US" altLang="en-US"/>
              <a:pPr/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17563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0501A84-E03A-4644-83BE-A65F0ACCC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B1EE1F-6738-485F-A620-2602F7683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7" y="0"/>
            <a:ext cx="4657344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ABADA5-61DC-A945-8DF8-09E8C05D5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48" y="1257300"/>
            <a:ext cx="3505240" cy="4254869"/>
          </a:xfrm>
        </p:spPr>
        <p:txBody>
          <a:bodyPr>
            <a:normAutofit/>
          </a:bodyPr>
          <a:lstStyle/>
          <a:p>
            <a:pPr algn="l"/>
            <a:r>
              <a:rPr lang="en-US" sz="4300">
                <a:solidFill>
                  <a:schemeClr val="bg1"/>
                </a:solidFill>
              </a:rPr>
              <a:t>Relationship between o,</a:t>
            </a:r>
            <a:r>
              <a:rPr lang="en-US" altLang="en-US" sz="4300" b="1">
                <a:solidFill>
                  <a:schemeClr val="bg1"/>
                </a:solidFill>
                <a:latin typeface="Monotype Corsiva" panose="03010101010201010101" pitchFamily="66" charset="0"/>
                <a:sym typeface="Symbol" panose="05050102010706020507" pitchFamily="18" charset="2"/>
              </a:rPr>
              <a:t>  , </a:t>
            </a:r>
            <a:endParaRPr lang="en-US" sz="4300">
              <a:solidFill>
                <a:schemeClr val="bg1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DC544FB-7860-4381-935B-43879C94F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86703" y="1257300"/>
            <a:ext cx="0" cy="560070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reeform 6">
            <a:extLst>
              <a:ext uri="{FF2B5EF4-FFF2-40B4-BE49-F238E27FC236}">
                <a16:creationId xmlns:a16="http://schemas.microsoft.com/office/drawing/2014/main" id="{D9949DD4-1FB3-4162-9489-E2488DEC36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1393747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93995FC-89CF-418C-9F63-39074C8FCE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0863070"/>
              </p:ext>
            </p:extLst>
          </p:nvPr>
        </p:nvGraphicFramePr>
        <p:xfrm>
          <a:off x="690563" y="601663"/>
          <a:ext cx="6248400" cy="56546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75266151"/>
      </p:ext>
    </p:extLst>
  </p:cSld>
  <p:clrMapOvr>
    <a:masterClrMapping/>
  </p:clrMapOvr>
</p:sld>
</file>

<file path=ppt/theme/theme1.xml><?xml version="1.0" encoding="utf-8"?>
<a:theme xmlns:a="http://schemas.openxmlformats.org/drawingml/2006/main" name="Headlines">
  <a:themeElements>
    <a:clrScheme name="Headlines">
      <a:dk1>
        <a:sysClr val="windowText" lastClr="000000"/>
      </a:dk1>
      <a:lt1>
        <a:sysClr val="window" lastClr="FFFFFF"/>
      </a:lt1>
      <a:dk2>
        <a:srgbClr val="1D1A1D"/>
      </a:dk2>
      <a:lt2>
        <a:srgbClr val="F5F5F5"/>
      </a:lt2>
      <a:accent1>
        <a:srgbClr val="439EB7"/>
      </a:accent1>
      <a:accent2>
        <a:srgbClr val="E28B55"/>
      </a:accent2>
      <a:accent3>
        <a:srgbClr val="DCB64D"/>
      </a:accent3>
      <a:accent4>
        <a:srgbClr val="4CA198"/>
      </a:accent4>
      <a:accent5>
        <a:srgbClr val="835B82"/>
      </a:accent5>
      <a:accent6>
        <a:srgbClr val="645135"/>
      </a:accent6>
      <a:hlink>
        <a:srgbClr val="439EB7"/>
      </a:hlink>
      <a:folHlink>
        <a:srgbClr val="835B82"/>
      </a:folHlink>
    </a:clrScheme>
    <a:fontScheme name="Headlines">
      <a:majorFont>
        <a:latin typeface="Century Schoolbook" panose="020406040505050203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eadlines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100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88900" dist="25400" dir="10800000">
              <a:srgbClr val="000000">
                <a:alpha val="25000"/>
              </a:srgbClr>
            </a:innerShdw>
            <a:outerShdw blurRad="25400" dist="25400" dir="5400000" rotWithShape="0">
              <a:srgbClr val="FFFFFF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adlines" id="{3841520A-25F2-4EB8-BE4C-611DB5ABEED9}" vid="{ECD25A4C-D97E-4C12-84B1-63580BFFAEEB}"/>
    </a:ext>
  </a:extLst>
</a:theme>
</file>

<file path=ppt/theme/theme2.xml><?xml version="1.0" encoding="utf-8"?>
<a:theme xmlns:a="http://schemas.openxmlformats.org/drawingml/2006/main" name="ChitchatVTI">
  <a:themeElements>
    <a:clrScheme name="AnalogousFromLightSeedLeftStep">
      <a:dk1>
        <a:srgbClr val="000000"/>
      </a:dk1>
      <a:lt1>
        <a:srgbClr val="FFFFFF"/>
      </a:lt1>
      <a:dk2>
        <a:srgbClr val="243041"/>
      </a:dk2>
      <a:lt2>
        <a:srgbClr val="E8E8E2"/>
      </a:lt2>
      <a:accent1>
        <a:srgbClr val="9796C6"/>
      </a:accent1>
      <a:accent2>
        <a:srgbClr val="7F96BA"/>
      </a:accent2>
      <a:accent3>
        <a:srgbClr val="7DACB7"/>
      </a:accent3>
      <a:accent4>
        <a:srgbClr val="78AFA3"/>
      </a:accent4>
      <a:accent5>
        <a:srgbClr val="83AE92"/>
      </a:accent5>
      <a:accent6>
        <a:srgbClr val="7DB27A"/>
      </a:accent6>
      <a:hlink>
        <a:srgbClr val="848651"/>
      </a:hlink>
      <a:folHlink>
        <a:srgbClr val="7F7F7F"/>
      </a:folHlink>
    </a:clrScheme>
    <a:fontScheme name="The Hand">
      <a:majorFont>
        <a:latin typeface="The Serif Hand"/>
        <a:ea typeface=""/>
        <a:cs typeface=""/>
      </a:majorFont>
      <a:minorFont>
        <a:latin typeface="The Ha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itchatVTI" id="{08BB1610-1071-4750-BA6F-EA15E875FFCD}" vid="{D7BDF053-2181-45AE-9365-FFAA906CB43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6898</TotalTime>
  <Words>1192</Words>
  <Application>Microsoft Office PowerPoint</Application>
  <PresentationFormat>Widescreen</PresentationFormat>
  <Paragraphs>129</Paragraphs>
  <Slides>26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17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46" baseType="lpstr">
      <vt:lpstr>Aparajita</vt:lpstr>
      <vt:lpstr>Arial</vt:lpstr>
      <vt:lpstr>Arial Narrow</vt:lpstr>
      <vt:lpstr>Arimo</vt:lpstr>
      <vt:lpstr>Calibri</vt:lpstr>
      <vt:lpstr>Century Schoolbook</vt:lpstr>
      <vt:lpstr>Comic Sans MS</vt:lpstr>
      <vt:lpstr>Corbel</vt:lpstr>
      <vt:lpstr>Monotype Corsiva</vt:lpstr>
      <vt:lpstr>Open Sans</vt:lpstr>
      <vt:lpstr>Roboto</vt:lpstr>
      <vt:lpstr>roboto condensed</vt:lpstr>
      <vt:lpstr>Symbol</vt:lpstr>
      <vt:lpstr>The Hand</vt:lpstr>
      <vt:lpstr>The Serif Hand</vt:lpstr>
      <vt:lpstr>Times New Roman</vt:lpstr>
      <vt:lpstr>Wingdings</vt:lpstr>
      <vt:lpstr>Headlines</vt:lpstr>
      <vt:lpstr>ChitchatVTI</vt:lpstr>
      <vt:lpstr>Equation</vt:lpstr>
      <vt:lpstr>Kinds of analyses</vt:lpstr>
      <vt:lpstr>Performance Measurement</vt:lpstr>
      <vt:lpstr>Linear Search-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Space Complexity of Linear Search Algorithm </vt:lpstr>
      <vt:lpstr>Asymptotic Notation </vt:lpstr>
      <vt:lpstr>PowerPoint Presentation</vt:lpstr>
      <vt:lpstr>               Growth of Functions</vt:lpstr>
      <vt:lpstr>Asymptotic Notation</vt:lpstr>
      <vt:lpstr>PowerPoint Presentation</vt:lpstr>
      <vt:lpstr>Asymptotic notations-  Big oh- O</vt:lpstr>
      <vt:lpstr>Let f(n)= 3n+2,     g(n)= n  Check whether we can write f(n)= O(g(n))  </vt:lpstr>
      <vt:lpstr>Big Omega     - notation</vt:lpstr>
      <vt:lpstr>PowerPoint Presentation</vt:lpstr>
      <vt:lpstr>PowerPoint Presentation</vt:lpstr>
      <vt:lpstr>Asymptotic notations (cont.)</vt:lpstr>
      <vt:lpstr>PowerPoint Presentation</vt:lpstr>
      <vt:lpstr>PowerPoint Presentation</vt:lpstr>
      <vt:lpstr>Example</vt:lpstr>
      <vt:lpstr>PowerPoint Presentation</vt:lpstr>
      <vt:lpstr>Asymptotic Notation</vt:lpstr>
      <vt:lpstr>Relationship between o,  , 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Measurement</dc:title>
  <dc:creator>y833 </dc:creator>
  <cp:lastModifiedBy>Anju Anil</cp:lastModifiedBy>
  <cp:revision>31</cp:revision>
  <dcterms:created xsi:type="dcterms:W3CDTF">2019-08-17T07:54:44Z</dcterms:created>
  <dcterms:modified xsi:type="dcterms:W3CDTF">2023-09-15T07:13:09Z</dcterms:modified>
</cp:coreProperties>
</file>