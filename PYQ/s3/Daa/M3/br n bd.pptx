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notesSlides/notesSlide2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9"/>
  </p:notesMasterIdLst>
  <p:sldIdLst>
    <p:sldId id="256" r:id="rId3"/>
    <p:sldId id="323" r:id="rId4"/>
    <p:sldId id="335" r:id="rId5"/>
    <p:sldId id="324" r:id="rId6"/>
    <p:sldId id="293" r:id="rId7"/>
    <p:sldId id="257" r:id="rId8"/>
    <p:sldId id="303" r:id="rId9"/>
    <p:sldId id="307" r:id="rId10"/>
    <p:sldId id="318" r:id="rId11"/>
    <p:sldId id="263" r:id="rId12"/>
    <p:sldId id="317" r:id="rId13"/>
    <p:sldId id="327" r:id="rId14"/>
    <p:sldId id="325" r:id="rId15"/>
    <p:sldId id="328" r:id="rId16"/>
    <p:sldId id="334" r:id="rId17"/>
    <p:sldId id="305" r:id="rId18"/>
    <p:sldId id="268" r:id="rId19"/>
    <p:sldId id="302" r:id="rId20"/>
    <p:sldId id="269" r:id="rId21"/>
    <p:sldId id="273" r:id="rId22"/>
    <p:sldId id="337" r:id="rId23"/>
    <p:sldId id="330" r:id="rId24"/>
    <p:sldId id="329" r:id="rId25"/>
    <p:sldId id="338" r:id="rId26"/>
    <p:sldId id="277" r:id="rId27"/>
    <p:sldId id="313" r:id="rId28"/>
    <p:sldId id="312" r:id="rId29"/>
    <p:sldId id="319" r:id="rId30"/>
    <p:sldId id="331" r:id="rId31"/>
    <p:sldId id="281" r:id="rId32"/>
    <p:sldId id="300" r:id="rId33"/>
    <p:sldId id="298" r:id="rId34"/>
    <p:sldId id="299" r:id="rId35"/>
    <p:sldId id="332" r:id="rId36"/>
    <p:sldId id="339" r:id="rId37"/>
    <p:sldId id="33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23" autoAdjust="0"/>
  </p:normalViewPr>
  <p:slideViewPr>
    <p:cSldViewPr snapToGrid="0">
      <p:cViewPr varScale="1">
        <p:scale>
          <a:sx n="70" d="100"/>
          <a:sy n="70" d="100"/>
        </p:scale>
        <p:origin x="2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43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42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4.sv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svg"/><Relationship Id="rId4" Type="http://schemas.openxmlformats.org/officeDocument/2006/relationships/image" Target="../media/image47.svg"/><Relationship Id="rId9" Type="http://schemas.openxmlformats.org/officeDocument/2006/relationships/image" Target="../media/image42.pn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43.sv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42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4.sv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svg"/><Relationship Id="rId4" Type="http://schemas.openxmlformats.org/officeDocument/2006/relationships/image" Target="../media/image47.svg"/><Relationship Id="rId9" Type="http://schemas.openxmlformats.org/officeDocument/2006/relationships/image" Target="../media/image42.pn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sv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10" Type="http://schemas.openxmlformats.org/officeDocument/2006/relationships/image" Target="../media/image65.svg"/><Relationship Id="rId4" Type="http://schemas.openxmlformats.org/officeDocument/2006/relationships/image" Target="../media/image59.svg"/><Relationship Id="rId9" Type="http://schemas.openxmlformats.org/officeDocument/2006/relationships/image" Target="../media/image6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916E15-9F0B-4D35-97B0-36EB8C50B7C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581EDD5-143E-4428-B71F-75C4C62C86CF}">
      <dgm:prSet/>
      <dgm:spPr/>
      <dgm:t>
        <a:bodyPr/>
        <a:lstStyle/>
        <a:p>
          <a:r>
            <a:rPr lang="en-US" dirty="0"/>
            <a:t>Algorithm design paradigm</a:t>
          </a:r>
        </a:p>
      </dgm:t>
    </dgm:pt>
    <dgm:pt modelId="{BBA724D3-77B6-432B-89A1-967192561CF9}" type="parTrans" cxnId="{0576BD3C-4874-4DFE-8D1B-F465732E83FF}">
      <dgm:prSet/>
      <dgm:spPr/>
      <dgm:t>
        <a:bodyPr/>
        <a:lstStyle/>
        <a:p>
          <a:endParaRPr lang="en-US"/>
        </a:p>
      </dgm:t>
    </dgm:pt>
    <dgm:pt modelId="{54B6FF16-C28B-4282-9E33-17350A63993C}" type="sibTrans" cxnId="{0576BD3C-4874-4DFE-8D1B-F465732E83FF}">
      <dgm:prSet/>
      <dgm:spPr/>
      <dgm:t>
        <a:bodyPr/>
        <a:lstStyle/>
        <a:p>
          <a:endParaRPr lang="en-US"/>
        </a:p>
      </dgm:t>
    </dgm:pt>
    <dgm:pt modelId="{FC41BB0F-E74F-4FE2-A20E-34452EAFCFFE}">
      <dgm:prSet/>
      <dgm:spPr/>
      <dgm:t>
        <a:bodyPr/>
        <a:lstStyle/>
        <a:p>
          <a:r>
            <a:rPr lang="en-US" dirty="0"/>
            <a:t> refers to  all state Space search methods</a:t>
          </a:r>
        </a:p>
        <a:p>
          <a:r>
            <a:rPr lang="en-US" dirty="0"/>
            <a:t> </a:t>
          </a:r>
        </a:p>
      </dgm:t>
    </dgm:pt>
    <dgm:pt modelId="{EF168CE8-1D0D-4C9B-932D-58BE9C99A821}" type="parTrans" cxnId="{3CE5C143-DD53-4052-920C-22D59E84F299}">
      <dgm:prSet/>
      <dgm:spPr/>
      <dgm:t>
        <a:bodyPr/>
        <a:lstStyle/>
        <a:p>
          <a:endParaRPr lang="en-US"/>
        </a:p>
      </dgm:t>
    </dgm:pt>
    <dgm:pt modelId="{FAD00FB4-EF09-4051-8C25-A3EFE8B632D6}" type="sibTrans" cxnId="{3CE5C143-DD53-4052-920C-22D59E84F299}">
      <dgm:prSet/>
      <dgm:spPr/>
      <dgm:t>
        <a:bodyPr/>
        <a:lstStyle/>
        <a:p>
          <a:endParaRPr lang="en-US"/>
        </a:p>
      </dgm:t>
    </dgm:pt>
    <dgm:pt modelId="{CCA973DB-BD45-45E7-9D90-167E6AC8730B}">
      <dgm:prSet/>
      <dgm:spPr/>
      <dgm:t>
        <a:bodyPr/>
        <a:lstStyle/>
        <a:p>
          <a:r>
            <a:rPr lang="en-US" dirty="0"/>
            <a:t>all children of </a:t>
          </a:r>
          <a:r>
            <a:rPr lang="en-US" dirty="0">
              <a:solidFill>
                <a:srgbClr val="C00000"/>
              </a:solidFill>
            </a:rPr>
            <a:t>the   E-node </a:t>
          </a:r>
          <a:r>
            <a:rPr lang="en-US" dirty="0"/>
            <a:t>are generated before any other live node can become the E-node</a:t>
          </a:r>
        </a:p>
      </dgm:t>
    </dgm:pt>
    <dgm:pt modelId="{E0364BFD-A872-4461-9E8D-D2BD29C9A264}" type="parTrans" cxnId="{EDD92579-59E8-4980-96F4-E314EE02E6FE}">
      <dgm:prSet/>
      <dgm:spPr/>
      <dgm:t>
        <a:bodyPr/>
        <a:lstStyle/>
        <a:p>
          <a:endParaRPr lang="en-US"/>
        </a:p>
      </dgm:t>
    </dgm:pt>
    <dgm:pt modelId="{79C4D833-7655-4EF9-AE50-3EF56DCD2E34}" type="sibTrans" cxnId="{EDD92579-59E8-4980-96F4-E314EE02E6FE}">
      <dgm:prSet/>
      <dgm:spPr/>
      <dgm:t>
        <a:bodyPr/>
        <a:lstStyle/>
        <a:p>
          <a:endParaRPr lang="en-US"/>
        </a:p>
      </dgm:t>
    </dgm:pt>
    <dgm:pt modelId="{E1B3057E-5D2B-4822-BB70-3F30060BCDA2}" type="pres">
      <dgm:prSet presAssocID="{2E916E15-9F0B-4D35-97B0-36EB8C50B7C2}" presName="linear" presStyleCnt="0">
        <dgm:presLayoutVars>
          <dgm:animLvl val="lvl"/>
          <dgm:resizeHandles val="exact"/>
        </dgm:presLayoutVars>
      </dgm:prSet>
      <dgm:spPr/>
    </dgm:pt>
    <dgm:pt modelId="{722B5CAD-3A13-4289-8560-8557DE191502}" type="pres">
      <dgm:prSet presAssocID="{C581EDD5-143E-4428-B71F-75C4C62C86C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00A41D9-ADE0-45CE-90EB-8357474B1D66}" type="pres">
      <dgm:prSet presAssocID="{54B6FF16-C28B-4282-9E33-17350A63993C}" presName="spacer" presStyleCnt="0"/>
      <dgm:spPr/>
    </dgm:pt>
    <dgm:pt modelId="{87AD5651-39CF-402C-9B75-E3CF05E9503D}" type="pres">
      <dgm:prSet presAssocID="{FC41BB0F-E74F-4FE2-A20E-34452EAFCFF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95E0050-993C-4950-A0EC-C9C8433E9475}" type="pres">
      <dgm:prSet presAssocID="{FAD00FB4-EF09-4051-8C25-A3EFE8B632D6}" presName="spacer" presStyleCnt="0"/>
      <dgm:spPr/>
    </dgm:pt>
    <dgm:pt modelId="{FB9052F6-31DF-4543-A378-49E2F650C578}" type="pres">
      <dgm:prSet presAssocID="{CCA973DB-BD45-45E7-9D90-167E6AC873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657941C-04E9-430D-83A9-0B88C649236B}" type="presOf" srcId="{2E916E15-9F0B-4D35-97B0-36EB8C50B7C2}" destId="{E1B3057E-5D2B-4822-BB70-3F30060BCDA2}" srcOrd="0" destOrd="0" presId="urn:microsoft.com/office/officeart/2005/8/layout/vList2"/>
    <dgm:cxn modelId="{0576BD3C-4874-4DFE-8D1B-F465732E83FF}" srcId="{2E916E15-9F0B-4D35-97B0-36EB8C50B7C2}" destId="{C581EDD5-143E-4428-B71F-75C4C62C86CF}" srcOrd="0" destOrd="0" parTransId="{BBA724D3-77B6-432B-89A1-967192561CF9}" sibTransId="{54B6FF16-C28B-4282-9E33-17350A63993C}"/>
    <dgm:cxn modelId="{3CE5C143-DD53-4052-920C-22D59E84F299}" srcId="{2E916E15-9F0B-4D35-97B0-36EB8C50B7C2}" destId="{FC41BB0F-E74F-4FE2-A20E-34452EAFCFFE}" srcOrd="1" destOrd="0" parTransId="{EF168CE8-1D0D-4C9B-932D-58BE9C99A821}" sibTransId="{FAD00FB4-EF09-4051-8C25-A3EFE8B632D6}"/>
    <dgm:cxn modelId="{3FCE2B6D-2D04-454B-921E-EE2D45CD8D75}" type="presOf" srcId="{C581EDD5-143E-4428-B71F-75C4C62C86CF}" destId="{722B5CAD-3A13-4289-8560-8557DE191502}" srcOrd="0" destOrd="0" presId="urn:microsoft.com/office/officeart/2005/8/layout/vList2"/>
    <dgm:cxn modelId="{CFB33650-D4FD-422E-8F62-DBE3617F3275}" type="presOf" srcId="{CCA973DB-BD45-45E7-9D90-167E6AC8730B}" destId="{FB9052F6-31DF-4543-A378-49E2F650C578}" srcOrd="0" destOrd="0" presId="urn:microsoft.com/office/officeart/2005/8/layout/vList2"/>
    <dgm:cxn modelId="{EDD92579-59E8-4980-96F4-E314EE02E6FE}" srcId="{2E916E15-9F0B-4D35-97B0-36EB8C50B7C2}" destId="{CCA973DB-BD45-45E7-9D90-167E6AC8730B}" srcOrd="2" destOrd="0" parTransId="{E0364BFD-A872-4461-9E8D-D2BD29C9A264}" sibTransId="{79C4D833-7655-4EF9-AE50-3EF56DCD2E34}"/>
    <dgm:cxn modelId="{5F020FE1-A6A1-47CE-A207-BA97DA368DE4}" type="presOf" srcId="{FC41BB0F-E74F-4FE2-A20E-34452EAFCFFE}" destId="{87AD5651-39CF-402C-9B75-E3CF05E9503D}" srcOrd="0" destOrd="0" presId="urn:microsoft.com/office/officeart/2005/8/layout/vList2"/>
    <dgm:cxn modelId="{425A03FC-1105-4AF7-92DA-45E20F865E0D}" type="presParOf" srcId="{E1B3057E-5D2B-4822-BB70-3F30060BCDA2}" destId="{722B5CAD-3A13-4289-8560-8557DE191502}" srcOrd="0" destOrd="0" presId="urn:microsoft.com/office/officeart/2005/8/layout/vList2"/>
    <dgm:cxn modelId="{6C5FD1E1-5721-4248-BAFA-5D1F03E02BBE}" type="presParOf" srcId="{E1B3057E-5D2B-4822-BB70-3F30060BCDA2}" destId="{900A41D9-ADE0-45CE-90EB-8357474B1D66}" srcOrd="1" destOrd="0" presId="urn:microsoft.com/office/officeart/2005/8/layout/vList2"/>
    <dgm:cxn modelId="{3164F241-19D9-464F-8DBE-D9ED56A4B819}" type="presParOf" srcId="{E1B3057E-5D2B-4822-BB70-3F30060BCDA2}" destId="{87AD5651-39CF-402C-9B75-E3CF05E9503D}" srcOrd="2" destOrd="0" presId="urn:microsoft.com/office/officeart/2005/8/layout/vList2"/>
    <dgm:cxn modelId="{26C346EA-8DDD-4F6F-974D-81599193CD35}" type="presParOf" srcId="{E1B3057E-5D2B-4822-BB70-3F30060BCDA2}" destId="{C95E0050-993C-4950-A0EC-C9C8433E9475}" srcOrd="3" destOrd="0" presId="urn:microsoft.com/office/officeart/2005/8/layout/vList2"/>
    <dgm:cxn modelId="{68A41356-9C95-4A42-A48E-6DEF26F37093}" type="presParOf" srcId="{E1B3057E-5D2B-4822-BB70-3F30060BCDA2}" destId="{FB9052F6-31DF-4543-A378-49E2F650C57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90532F-F2DB-4DDE-9864-4D3C3141DCE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DFC173-A239-4D3E-88FC-117631313BBB}">
      <dgm:prSet custT="1"/>
      <dgm:spPr/>
      <dgm:t>
        <a:bodyPr/>
        <a:lstStyle/>
        <a:p>
          <a:r>
            <a:rPr lang="en-US" sz="2000" dirty="0"/>
            <a:t>● </a:t>
          </a:r>
          <a:r>
            <a:rPr lang="en-US" sz="2000" b="1" dirty="0">
              <a:solidFill>
                <a:srgbClr val="C00000"/>
              </a:solidFill>
            </a:rPr>
            <a:t>Breadth First</a:t>
          </a:r>
        </a:p>
        <a:p>
          <a:r>
            <a:rPr lang="en-US" sz="2000" dirty="0"/>
            <a:t>         In </a:t>
          </a:r>
          <a:r>
            <a:rPr lang="en-US" sz="2000" dirty="0" err="1"/>
            <a:t>BnB</a:t>
          </a:r>
          <a:r>
            <a:rPr lang="en-US" sz="2000" dirty="0"/>
            <a:t>, BFS-like state space search will be called FIFO(First In First Out) </a:t>
          </a:r>
        </a:p>
        <a:p>
          <a:r>
            <a:rPr lang="en-US" sz="2000" dirty="0"/>
            <a:t>search as the list of live nodes is a first-in-first-out list (or </a:t>
          </a:r>
          <a:r>
            <a:rPr lang="en-US" sz="2000" b="1" dirty="0">
              <a:solidFill>
                <a:srgbClr val="C00000"/>
              </a:solidFill>
            </a:rPr>
            <a:t>queue</a:t>
          </a:r>
          <a:r>
            <a:rPr lang="en-US" sz="2000" dirty="0"/>
            <a:t>).</a:t>
          </a:r>
        </a:p>
      </dgm:t>
    </dgm:pt>
    <dgm:pt modelId="{F1164C94-0A16-4CC3-ACAE-71041DE55F46}" type="parTrans" cxnId="{FFCCAA7E-EDC6-4D54-A1D3-C0876FDCA980}">
      <dgm:prSet/>
      <dgm:spPr/>
      <dgm:t>
        <a:bodyPr/>
        <a:lstStyle/>
        <a:p>
          <a:endParaRPr lang="en-US" sz="2000"/>
        </a:p>
      </dgm:t>
    </dgm:pt>
    <dgm:pt modelId="{9908FD8C-1EBE-4222-8B16-1B5DB4107747}" type="sibTrans" cxnId="{FFCCAA7E-EDC6-4D54-A1D3-C0876FDCA980}">
      <dgm:prSet/>
      <dgm:spPr/>
      <dgm:t>
        <a:bodyPr/>
        <a:lstStyle/>
        <a:p>
          <a:endParaRPr lang="en-US" sz="2000"/>
        </a:p>
      </dgm:t>
    </dgm:pt>
    <dgm:pt modelId="{10D87610-2349-42CC-A5BD-D0B7DDB94CA5}">
      <dgm:prSet custT="1"/>
      <dgm:spPr/>
      <dgm:t>
        <a:bodyPr/>
        <a:lstStyle/>
        <a:p>
          <a:r>
            <a:rPr lang="en-US" sz="2000" b="1" dirty="0">
              <a:solidFill>
                <a:srgbClr val="C00000"/>
              </a:solidFill>
            </a:rPr>
            <a:t>DFS ( D-Search)</a:t>
          </a:r>
        </a:p>
        <a:p>
          <a:r>
            <a:rPr lang="en-US" sz="2000" dirty="0"/>
            <a:t>A D-search-like state space search will be called LIFO(Last In First Out) </a:t>
          </a:r>
        </a:p>
        <a:p>
          <a:r>
            <a:rPr lang="en-US" sz="2000" dirty="0"/>
            <a:t>search as the list of live nodes is a last-in-first-</a:t>
          </a:r>
          <a:r>
            <a:rPr lang="en-US" sz="2000" dirty="0" err="1"/>
            <a:t>outlist</a:t>
          </a:r>
          <a:r>
            <a:rPr lang="en-US" sz="2000" dirty="0"/>
            <a:t> (or </a:t>
          </a:r>
          <a:r>
            <a:rPr lang="en-US" sz="2000" b="1" dirty="0">
              <a:solidFill>
                <a:srgbClr val="C00000"/>
              </a:solidFill>
            </a:rPr>
            <a:t>stack).</a:t>
          </a:r>
        </a:p>
      </dgm:t>
    </dgm:pt>
    <dgm:pt modelId="{7C414FCD-10B5-4D70-A9F1-99A86728F4E6}" type="parTrans" cxnId="{8F57B81B-A7B5-4F74-B135-37935F150EFD}">
      <dgm:prSet/>
      <dgm:spPr/>
      <dgm:t>
        <a:bodyPr/>
        <a:lstStyle/>
        <a:p>
          <a:endParaRPr lang="en-US" sz="2000"/>
        </a:p>
      </dgm:t>
    </dgm:pt>
    <dgm:pt modelId="{0866FAED-6B79-45C6-9D5C-57A1E80F58AF}" type="sibTrans" cxnId="{8F57B81B-A7B5-4F74-B135-37935F150EFD}">
      <dgm:prSet/>
      <dgm:spPr/>
      <dgm:t>
        <a:bodyPr/>
        <a:lstStyle/>
        <a:p>
          <a:endParaRPr lang="en-US" sz="2000"/>
        </a:p>
      </dgm:t>
    </dgm:pt>
    <dgm:pt modelId="{05A672E0-4F59-4D81-AA06-7F4E28E406EC}" type="pres">
      <dgm:prSet presAssocID="{4290532F-F2DB-4DDE-9864-4D3C3141DCEC}" presName="linear" presStyleCnt="0">
        <dgm:presLayoutVars>
          <dgm:animLvl val="lvl"/>
          <dgm:resizeHandles val="exact"/>
        </dgm:presLayoutVars>
      </dgm:prSet>
      <dgm:spPr/>
    </dgm:pt>
    <dgm:pt modelId="{4A8A1A6D-7F51-48C6-971D-591923624DBB}" type="pres">
      <dgm:prSet presAssocID="{85DFC173-A239-4D3E-88FC-117631313BBB}" presName="parentText" presStyleLbl="node1" presStyleIdx="0" presStyleCnt="2" custLinFactY="19111" custLinFactNeighborX="-416" custLinFactNeighborY="100000">
        <dgm:presLayoutVars>
          <dgm:chMax val="0"/>
          <dgm:bulletEnabled val="1"/>
        </dgm:presLayoutVars>
      </dgm:prSet>
      <dgm:spPr/>
    </dgm:pt>
    <dgm:pt modelId="{308BDB49-54C2-48A0-B78F-DF5AE117865F}" type="pres">
      <dgm:prSet presAssocID="{9908FD8C-1EBE-4222-8B16-1B5DB4107747}" presName="spacer" presStyleCnt="0"/>
      <dgm:spPr/>
    </dgm:pt>
    <dgm:pt modelId="{00BD0923-BC4D-45B9-942D-82051B45F8CA}" type="pres">
      <dgm:prSet presAssocID="{10D87610-2349-42CC-A5BD-D0B7DDB94CA5}" presName="parentText" presStyleLbl="node1" presStyleIdx="1" presStyleCnt="2" custLinFactY="14356" custLinFactNeighborX="714" custLinFactNeighborY="100000">
        <dgm:presLayoutVars>
          <dgm:chMax val="0"/>
          <dgm:bulletEnabled val="1"/>
        </dgm:presLayoutVars>
      </dgm:prSet>
      <dgm:spPr/>
    </dgm:pt>
  </dgm:ptLst>
  <dgm:cxnLst>
    <dgm:cxn modelId="{BBCD0818-A93E-429E-BB1D-3EE59D033FEF}" type="presOf" srcId="{10D87610-2349-42CC-A5BD-D0B7DDB94CA5}" destId="{00BD0923-BC4D-45B9-942D-82051B45F8CA}" srcOrd="0" destOrd="0" presId="urn:microsoft.com/office/officeart/2005/8/layout/vList2"/>
    <dgm:cxn modelId="{8F57B81B-A7B5-4F74-B135-37935F150EFD}" srcId="{4290532F-F2DB-4DDE-9864-4D3C3141DCEC}" destId="{10D87610-2349-42CC-A5BD-D0B7DDB94CA5}" srcOrd="1" destOrd="0" parTransId="{7C414FCD-10B5-4D70-A9F1-99A86728F4E6}" sibTransId="{0866FAED-6B79-45C6-9D5C-57A1E80F58AF}"/>
    <dgm:cxn modelId="{FFCCAA7E-EDC6-4D54-A1D3-C0876FDCA980}" srcId="{4290532F-F2DB-4DDE-9864-4D3C3141DCEC}" destId="{85DFC173-A239-4D3E-88FC-117631313BBB}" srcOrd="0" destOrd="0" parTransId="{F1164C94-0A16-4CC3-ACAE-71041DE55F46}" sibTransId="{9908FD8C-1EBE-4222-8B16-1B5DB4107747}"/>
    <dgm:cxn modelId="{760EDCA0-A316-45D1-A8F4-736F7DA5DE82}" type="presOf" srcId="{4290532F-F2DB-4DDE-9864-4D3C3141DCEC}" destId="{05A672E0-4F59-4D81-AA06-7F4E28E406EC}" srcOrd="0" destOrd="0" presId="urn:microsoft.com/office/officeart/2005/8/layout/vList2"/>
    <dgm:cxn modelId="{36FDF8D7-7654-4BCD-99BC-6CA4FA2D5403}" type="presOf" srcId="{85DFC173-A239-4D3E-88FC-117631313BBB}" destId="{4A8A1A6D-7F51-48C6-971D-591923624DBB}" srcOrd="0" destOrd="0" presId="urn:microsoft.com/office/officeart/2005/8/layout/vList2"/>
    <dgm:cxn modelId="{8BFDD3C0-671A-48DE-AF23-2360A4568324}" type="presParOf" srcId="{05A672E0-4F59-4D81-AA06-7F4E28E406EC}" destId="{4A8A1A6D-7F51-48C6-971D-591923624DBB}" srcOrd="0" destOrd="0" presId="urn:microsoft.com/office/officeart/2005/8/layout/vList2"/>
    <dgm:cxn modelId="{258637F7-1B2F-43CB-8B56-966D0485B34C}" type="presParOf" srcId="{05A672E0-4F59-4D81-AA06-7F4E28E406EC}" destId="{308BDB49-54C2-48A0-B78F-DF5AE117865F}" srcOrd="1" destOrd="0" presId="urn:microsoft.com/office/officeart/2005/8/layout/vList2"/>
    <dgm:cxn modelId="{BB00D1F8-0AAB-49E6-AA0B-4AD9AD7112B2}" type="presParOf" srcId="{05A672E0-4F59-4D81-AA06-7F4E28E406EC}" destId="{00BD0923-BC4D-45B9-942D-82051B45F8C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CFB185-4483-48D5-A665-570A85BD8C3F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6FC4264-9BAC-4687-AFEC-E4755230A2F1}">
      <dgm:prSet/>
      <dgm:spPr/>
      <dgm:t>
        <a:bodyPr/>
        <a:lstStyle/>
        <a:p>
          <a:r>
            <a:rPr lang="en-US" dirty="0"/>
            <a:t>3 types </a:t>
          </a:r>
          <a:r>
            <a:rPr lang="en-US" dirty="0" err="1"/>
            <a:t>og</a:t>
          </a:r>
          <a:r>
            <a:rPr lang="en-US" dirty="0"/>
            <a:t> Graph Search Strategies</a:t>
          </a:r>
        </a:p>
      </dgm:t>
    </dgm:pt>
    <dgm:pt modelId="{EEBF4B83-2AEB-4C58-8DF8-F51A0520B1C7}" type="parTrans" cxnId="{FF8A085B-D37F-4ADA-B0F6-DB3B9C0567E1}">
      <dgm:prSet/>
      <dgm:spPr/>
      <dgm:t>
        <a:bodyPr/>
        <a:lstStyle/>
        <a:p>
          <a:endParaRPr lang="en-US"/>
        </a:p>
      </dgm:t>
    </dgm:pt>
    <dgm:pt modelId="{084BE578-E777-4D29-954D-3DE4445491C4}" type="sibTrans" cxnId="{FF8A085B-D37F-4ADA-B0F6-DB3B9C0567E1}">
      <dgm:prSet/>
      <dgm:spPr/>
      <dgm:t>
        <a:bodyPr/>
        <a:lstStyle/>
        <a:p>
          <a:endParaRPr lang="en-US"/>
        </a:p>
      </dgm:t>
    </dgm:pt>
    <dgm:pt modelId="{7893799E-93F8-45DB-9501-A279B259B7D9}">
      <dgm:prSet/>
      <dgm:spPr/>
      <dgm:t>
        <a:bodyPr/>
        <a:lstStyle/>
        <a:p>
          <a:r>
            <a:rPr lang="en-US" dirty="0"/>
            <a:t>● Breadth First Search(BFS)</a:t>
          </a:r>
        </a:p>
      </dgm:t>
    </dgm:pt>
    <dgm:pt modelId="{8EE933A2-99B1-4EEA-A626-2FCAFE08284B}" type="parTrans" cxnId="{85D934E7-B9FB-4A8A-AECC-4BCFD7276E89}">
      <dgm:prSet/>
      <dgm:spPr/>
      <dgm:t>
        <a:bodyPr/>
        <a:lstStyle/>
        <a:p>
          <a:endParaRPr lang="en-US"/>
        </a:p>
      </dgm:t>
    </dgm:pt>
    <dgm:pt modelId="{3E4851CA-415B-431B-A94F-FF20F5A68845}" type="sibTrans" cxnId="{85D934E7-B9FB-4A8A-AECC-4BCFD7276E89}">
      <dgm:prSet/>
      <dgm:spPr/>
      <dgm:t>
        <a:bodyPr/>
        <a:lstStyle/>
        <a:p>
          <a:endParaRPr lang="en-US"/>
        </a:p>
      </dgm:t>
    </dgm:pt>
    <dgm:pt modelId="{4752EC62-1C13-46C5-8F6C-909B64A2B281}">
      <dgm:prSet/>
      <dgm:spPr/>
      <dgm:t>
        <a:bodyPr/>
        <a:lstStyle/>
        <a:p>
          <a:r>
            <a:rPr lang="en-US" dirty="0"/>
            <a:t>● Depth First Search (D –search/ DFS)</a:t>
          </a:r>
        </a:p>
      </dgm:t>
    </dgm:pt>
    <dgm:pt modelId="{8825276E-29C2-438C-A2B6-1C6CE8D1067E}" type="parTrans" cxnId="{FDFEDBE5-9727-4C73-92B5-7138CCDD48FE}">
      <dgm:prSet/>
      <dgm:spPr/>
      <dgm:t>
        <a:bodyPr/>
        <a:lstStyle/>
        <a:p>
          <a:endParaRPr lang="en-US"/>
        </a:p>
      </dgm:t>
    </dgm:pt>
    <dgm:pt modelId="{E95E06CC-2EB4-4659-8D62-956322BFC886}" type="sibTrans" cxnId="{FDFEDBE5-9727-4C73-92B5-7138CCDD48FE}">
      <dgm:prSet/>
      <dgm:spPr/>
      <dgm:t>
        <a:bodyPr/>
        <a:lstStyle/>
        <a:p>
          <a:endParaRPr lang="en-US"/>
        </a:p>
      </dgm:t>
    </dgm:pt>
    <dgm:pt modelId="{C67A8378-87D1-468A-8E4E-3AB34B1A5608}">
      <dgm:prSet/>
      <dgm:spPr/>
      <dgm:t>
        <a:bodyPr/>
        <a:lstStyle/>
        <a:p>
          <a:r>
            <a:rPr lang="en-US" dirty="0"/>
            <a:t>Least Cost Search(LC Search)</a:t>
          </a:r>
        </a:p>
      </dgm:t>
    </dgm:pt>
    <dgm:pt modelId="{FC54E386-943F-4A89-A31A-F2BAFBE5D6FB}" type="parTrans" cxnId="{2E8A2E3E-DA0F-423E-967E-C457E04CCF5C}">
      <dgm:prSet/>
      <dgm:spPr/>
      <dgm:t>
        <a:bodyPr/>
        <a:lstStyle/>
        <a:p>
          <a:endParaRPr lang="en-US"/>
        </a:p>
      </dgm:t>
    </dgm:pt>
    <dgm:pt modelId="{3C9D23DE-FDCE-4440-8C9B-06E332DAC680}" type="sibTrans" cxnId="{2E8A2E3E-DA0F-423E-967E-C457E04CCF5C}">
      <dgm:prSet/>
      <dgm:spPr/>
      <dgm:t>
        <a:bodyPr/>
        <a:lstStyle/>
        <a:p>
          <a:endParaRPr lang="en-US"/>
        </a:p>
      </dgm:t>
    </dgm:pt>
    <dgm:pt modelId="{CE53D9E3-5637-4FD8-872F-F10FBE455079}" type="pres">
      <dgm:prSet presAssocID="{92CFB185-4483-48D5-A665-570A85BD8C3F}" presName="linear" presStyleCnt="0">
        <dgm:presLayoutVars>
          <dgm:dir/>
          <dgm:animLvl val="lvl"/>
          <dgm:resizeHandles val="exact"/>
        </dgm:presLayoutVars>
      </dgm:prSet>
      <dgm:spPr/>
    </dgm:pt>
    <dgm:pt modelId="{8380D941-5B3C-4536-8CDF-16DE07CD39A2}" type="pres">
      <dgm:prSet presAssocID="{C6FC4264-9BAC-4687-AFEC-E4755230A2F1}" presName="parentLin" presStyleCnt="0"/>
      <dgm:spPr/>
    </dgm:pt>
    <dgm:pt modelId="{F72F1703-0F75-4110-B00C-1E3A89686205}" type="pres">
      <dgm:prSet presAssocID="{C6FC4264-9BAC-4687-AFEC-E4755230A2F1}" presName="parentLeftMargin" presStyleLbl="node1" presStyleIdx="0" presStyleCnt="4"/>
      <dgm:spPr/>
    </dgm:pt>
    <dgm:pt modelId="{5BC34325-A3C9-4CF2-8E2F-4553BCF13BAE}" type="pres">
      <dgm:prSet presAssocID="{C6FC4264-9BAC-4687-AFEC-E4755230A2F1}" presName="parentText" presStyleLbl="node1" presStyleIdx="0" presStyleCnt="4" custScaleX="97502" custLinFactNeighborX="-37619" custLinFactNeighborY="-67697">
        <dgm:presLayoutVars>
          <dgm:chMax val="0"/>
          <dgm:bulletEnabled val="1"/>
        </dgm:presLayoutVars>
      </dgm:prSet>
      <dgm:spPr/>
    </dgm:pt>
    <dgm:pt modelId="{3EFC2739-1A46-428E-A79B-CB3559143977}" type="pres">
      <dgm:prSet presAssocID="{C6FC4264-9BAC-4687-AFEC-E4755230A2F1}" presName="negativeSpace" presStyleCnt="0"/>
      <dgm:spPr/>
    </dgm:pt>
    <dgm:pt modelId="{4A818381-5BF1-46E3-9029-A9B8E5DD4DB4}" type="pres">
      <dgm:prSet presAssocID="{C6FC4264-9BAC-4687-AFEC-E4755230A2F1}" presName="childText" presStyleLbl="conFgAcc1" presStyleIdx="0" presStyleCnt="4">
        <dgm:presLayoutVars>
          <dgm:bulletEnabled val="1"/>
        </dgm:presLayoutVars>
      </dgm:prSet>
      <dgm:spPr/>
    </dgm:pt>
    <dgm:pt modelId="{6BBA45A5-F6F0-40EE-806D-A85C010781D4}" type="pres">
      <dgm:prSet presAssocID="{084BE578-E777-4D29-954D-3DE4445491C4}" presName="spaceBetweenRectangles" presStyleCnt="0"/>
      <dgm:spPr/>
    </dgm:pt>
    <dgm:pt modelId="{E5322658-63AB-422B-B3A6-48B9815005B1}" type="pres">
      <dgm:prSet presAssocID="{7893799E-93F8-45DB-9501-A279B259B7D9}" presName="parentLin" presStyleCnt="0"/>
      <dgm:spPr/>
    </dgm:pt>
    <dgm:pt modelId="{87DABCFB-F9A3-4926-9412-BC4FF1558D10}" type="pres">
      <dgm:prSet presAssocID="{7893799E-93F8-45DB-9501-A279B259B7D9}" presName="parentLeftMargin" presStyleLbl="node1" presStyleIdx="0" presStyleCnt="4"/>
      <dgm:spPr/>
    </dgm:pt>
    <dgm:pt modelId="{4A339852-AA52-4253-B015-A20C01C92BF7}" type="pres">
      <dgm:prSet presAssocID="{7893799E-93F8-45DB-9501-A279B259B7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738865-5761-40B0-8D27-D9B2E006E34D}" type="pres">
      <dgm:prSet presAssocID="{7893799E-93F8-45DB-9501-A279B259B7D9}" presName="negativeSpace" presStyleCnt="0"/>
      <dgm:spPr/>
    </dgm:pt>
    <dgm:pt modelId="{4A7543EE-9CC2-46A1-B409-FB7D42BB11D4}" type="pres">
      <dgm:prSet presAssocID="{7893799E-93F8-45DB-9501-A279B259B7D9}" presName="childText" presStyleLbl="conFgAcc1" presStyleIdx="1" presStyleCnt="4">
        <dgm:presLayoutVars>
          <dgm:bulletEnabled val="1"/>
        </dgm:presLayoutVars>
      </dgm:prSet>
      <dgm:spPr/>
    </dgm:pt>
    <dgm:pt modelId="{28C2124B-B244-48C9-BB4E-D1AC25A882EE}" type="pres">
      <dgm:prSet presAssocID="{3E4851CA-415B-431B-A94F-FF20F5A68845}" presName="spaceBetweenRectangles" presStyleCnt="0"/>
      <dgm:spPr/>
    </dgm:pt>
    <dgm:pt modelId="{DECBC4EA-3C3A-4ADD-A24C-7AC0EC08D42F}" type="pres">
      <dgm:prSet presAssocID="{4752EC62-1C13-46C5-8F6C-909B64A2B281}" presName="parentLin" presStyleCnt="0"/>
      <dgm:spPr/>
    </dgm:pt>
    <dgm:pt modelId="{98AD8254-1448-4419-A107-4A45E129CD59}" type="pres">
      <dgm:prSet presAssocID="{4752EC62-1C13-46C5-8F6C-909B64A2B281}" presName="parentLeftMargin" presStyleLbl="node1" presStyleIdx="1" presStyleCnt="4"/>
      <dgm:spPr/>
    </dgm:pt>
    <dgm:pt modelId="{8099B883-4D5F-4AF3-AFAB-ABB298FF008E}" type="pres">
      <dgm:prSet presAssocID="{4752EC62-1C13-46C5-8F6C-909B64A2B28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B312340-5751-4BD9-A129-AE0A2FB0882C}" type="pres">
      <dgm:prSet presAssocID="{4752EC62-1C13-46C5-8F6C-909B64A2B281}" presName="negativeSpace" presStyleCnt="0"/>
      <dgm:spPr/>
    </dgm:pt>
    <dgm:pt modelId="{8DFC7C1D-B522-4E7E-B555-A8D61D466714}" type="pres">
      <dgm:prSet presAssocID="{4752EC62-1C13-46C5-8F6C-909B64A2B281}" presName="childText" presStyleLbl="conFgAcc1" presStyleIdx="2" presStyleCnt="4">
        <dgm:presLayoutVars>
          <dgm:bulletEnabled val="1"/>
        </dgm:presLayoutVars>
      </dgm:prSet>
      <dgm:spPr/>
    </dgm:pt>
    <dgm:pt modelId="{BB3C69F3-FC40-46D4-B6DF-C484A0009569}" type="pres">
      <dgm:prSet presAssocID="{E95E06CC-2EB4-4659-8D62-956322BFC886}" presName="spaceBetweenRectangles" presStyleCnt="0"/>
      <dgm:spPr/>
    </dgm:pt>
    <dgm:pt modelId="{3F273490-BCA0-4D97-A51A-1538ADD63C79}" type="pres">
      <dgm:prSet presAssocID="{C67A8378-87D1-468A-8E4E-3AB34B1A5608}" presName="parentLin" presStyleCnt="0"/>
      <dgm:spPr/>
    </dgm:pt>
    <dgm:pt modelId="{170B9C35-78E4-4E01-B959-05FBD3C4493D}" type="pres">
      <dgm:prSet presAssocID="{C67A8378-87D1-468A-8E4E-3AB34B1A5608}" presName="parentLeftMargin" presStyleLbl="node1" presStyleIdx="2" presStyleCnt="4"/>
      <dgm:spPr/>
    </dgm:pt>
    <dgm:pt modelId="{4CBF0030-83EA-40E6-9D07-EC520EEB5D69}" type="pres">
      <dgm:prSet presAssocID="{C67A8378-87D1-468A-8E4E-3AB34B1A560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030C586-3908-43AD-9528-823DCBEABE08}" type="pres">
      <dgm:prSet presAssocID="{C67A8378-87D1-468A-8E4E-3AB34B1A5608}" presName="negativeSpace" presStyleCnt="0"/>
      <dgm:spPr/>
    </dgm:pt>
    <dgm:pt modelId="{FD085F68-C3CE-437E-9D19-35B139B15DB3}" type="pres">
      <dgm:prSet presAssocID="{C67A8378-87D1-468A-8E4E-3AB34B1A560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67D2300-99C7-4122-88FB-A3F04A315881}" type="presOf" srcId="{4752EC62-1C13-46C5-8F6C-909B64A2B281}" destId="{98AD8254-1448-4419-A107-4A45E129CD59}" srcOrd="0" destOrd="0" presId="urn:microsoft.com/office/officeart/2005/8/layout/list1"/>
    <dgm:cxn modelId="{7C21810A-439B-44F2-9220-E6EA8F280387}" type="presOf" srcId="{7893799E-93F8-45DB-9501-A279B259B7D9}" destId="{4A339852-AA52-4253-B015-A20C01C92BF7}" srcOrd="1" destOrd="0" presId="urn:microsoft.com/office/officeart/2005/8/layout/list1"/>
    <dgm:cxn modelId="{6C0BD933-CBED-4232-8D01-D59F58E42875}" type="presOf" srcId="{C6FC4264-9BAC-4687-AFEC-E4755230A2F1}" destId="{F72F1703-0F75-4110-B00C-1E3A89686205}" srcOrd="0" destOrd="0" presId="urn:microsoft.com/office/officeart/2005/8/layout/list1"/>
    <dgm:cxn modelId="{2E8A2E3E-DA0F-423E-967E-C457E04CCF5C}" srcId="{92CFB185-4483-48D5-A665-570A85BD8C3F}" destId="{C67A8378-87D1-468A-8E4E-3AB34B1A5608}" srcOrd="3" destOrd="0" parTransId="{FC54E386-943F-4A89-A31A-F2BAFBE5D6FB}" sibTransId="{3C9D23DE-FDCE-4440-8C9B-06E332DAC680}"/>
    <dgm:cxn modelId="{FF8A085B-D37F-4ADA-B0F6-DB3B9C0567E1}" srcId="{92CFB185-4483-48D5-A665-570A85BD8C3F}" destId="{C6FC4264-9BAC-4687-AFEC-E4755230A2F1}" srcOrd="0" destOrd="0" parTransId="{EEBF4B83-2AEB-4C58-8DF8-F51A0520B1C7}" sibTransId="{084BE578-E777-4D29-954D-3DE4445491C4}"/>
    <dgm:cxn modelId="{BA208E62-5E83-4E26-9335-A4955CE1536E}" type="presOf" srcId="{7893799E-93F8-45DB-9501-A279B259B7D9}" destId="{87DABCFB-F9A3-4926-9412-BC4FF1558D10}" srcOrd="0" destOrd="0" presId="urn:microsoft.com/office/officeart/2005/8/layout/list1"/>
    <dgm:cxn modelId="{BF012D88-9678-4B33-99C9-C7E18B886C9B}" type="presOf" srcId="{C67A8378-87D1-468A-8E4E-3AB34B1A5608}" destId="{4CBF0030-83EA-40E6-9D07-EC520EEB5D69}" srcOrd="1" destOrd="0" presId="urn:microsoft.com/office/officeart/2005/8/layout/list1"/>
    <dgm:cxn modelId="{35B9E68F-CEEF-439F-A21C-547E2D383B4C}" type="presOf" srcId="{C6FC4264-9BAC-4687-AFEC-E4755230A2F1}" destId="{5BC34325-A3C9-4CF2-8E2F-4553BCF13BAE}" srcOrd="1" destOrd="0" presId="urn:microsoft.com/office/officeart/2005/8/layout/list1"/>
    <dgm:cxn modelId="{C5594E90-7F28-48F9-9460-C0FC69230CFC}" type="presOf" srcId="{C67A8378-87D1-468A-8E4E-3AB34B1A5608}" destId="{170B9C35-78E4-4E01-B959-05FBD3C4493D}" srcOrd="0" destOrd="0" presId="urn:microsoft.com/office/officeart/2005/8/layout/list1"/>
    <dgm:cxn modelId="{C89F11BE-1751-40DC-BFD5-C18E95FD0B7B}" type="presOf" srcId="{92CFB185-4483-48D5-A665-570A85BD8C3F}" destId="{CE53D9E3-5637-4FD8-872F-F10FBE455079}" srcOrd="0" destOrd="0" presId="urn:microsoft.com/office/officeart/2005/8/layout/list1"/>
    <dgm:cxn modelId="{FDFEDBE5-9727-4C73-92B5-7138CCDD48FE}" srcId="{92CFB185-4483-48D5-A665-570A85BD8C3F}" destId="{4752EC62-1C13-46C5-8F6C-909B64A2B281}" srcOrd="2" destOrd="0" parTransId="{8825276E-29C2-438C-A2B6-1C6CE8D1067E}" sibTransId="{E95E06CC-2EB4-4659-8D62-956322BFC886}"/>
    <dgm:cxn modelId="{85D934E7-B9FB-4A8A-AECC-4BCFD7276E89}" srcId="{92CFB185-4483-48D5-A665-570A85BD8C3F}" destId="{7893799E-93F8-45DB-9501-A279B259B7D9}" srcOrd="1" destOrd="0" parTransId="{8EE933A2-99B1-4EEA-A626-2FCAFE08284B}" sibTransId="{3E4851CA-415B-431B-A94F-FF20F5A68845}"/>
    <dgm:cxn modelId="{64EA17EE-9CAA-486C-8652-C0A5A5449A4D}" type="presOf" srcId="{4752EC62-1C13-46C5-8F6C-909B64A2B281}" destId="{8099B883-4D5F-4AF3-AFAB-ABB298FF008E}" srcOrd="1" destOrd="0" presId="urn:microsoft.com/office/officeart/2005/8/layout/list1"/>
    <dgm:cxn modelId="{A38659F5-7A88-4CDB-BEF7-85367832CA63}" type="presParOf" srcId="{CE53D9E3-5637-4FD8-872F-F10FBE455079}" destId="{8380D941-5B3C-4536-8CDF-16DE07CD39A2}" srcOrd="0" destOrd="0" presId="urn:microsoft.com/office/officeart/2005/8/layout/list1"/>
    <dgm:cxn modelId="{9D358592-83BC-417F-9D43-80FDC04E1D3F}" type="presParOf" srcId="{8380D941-5B3C-4536-8CDF-16DE07CD39A2}" destId="{F72F1703-0F75-4110-B00C-1E3A89686205}" srcOrd="0" destOrd="0" presId="urn:microsoft.com/office/officeart/2005/8/layout/list1"/>
    <dgm:cxn modelId="{8E9C9318-E6A2-4D14-8040-6CC51056ACC6}" type="presParOf" srcId="{8380D941-5B3C-4536-8CDF-16DE07CD39A2}" destId="{5BC34325-A3C9-4CF2-8E2F-4553BCF13BAE}" srcOrd="1" destOrd="0" presId="urn:microsoft.com/office/officeart/2005/8/layout/list1"/>
    <dgm:cxn modelId="{2791B218-8E1F-4768-A728-0B69D7F727D8}" type="presParOf" srcId="{CE53D9E3-5637-4FD8-872F-F10FBE455079}" destId="{3EFC2739-1A46-428E-A79B-CB3559143977}" srcOrd="1" destOrd="0" presId="urn:microsoft.com/office/officeart/2005/8/layout/list1"/>
    <dgm:cxn modelId="{0E5E1793-37AC-4388-81FE-2ABC156F74C8}" type="presParOf" srcId="{CE53D9E3-5637-4FD8-872F-F10FBE455079}" destId="{4A818381-5BF1-46E3-9029-A9B8E5DD4DB4}" srcOrd="2" destOrd="0" presId="urn:microsoft.com/office/officeart/2005/8/layout/list1"/>
    <dgm:cxn modelId="{1C35944F-CD78-4E01-B9BE-E9707BCBDF73}" type="presParOf" srcId="{CE53D9E3-5637-4FD8-872F-F10FBE455079}" destId="{6BBA45A5-F6F0-40EE-806D-A85C010781D4}" srcOrd="3" destOrd="0" presId="urn:microsoft.com/office/officeart/2005/8/layout/list1"/>
    <dgm:cxn modelId="{FE1EBE1A-27A7-4376-994A-A86F1A2FC849}" type="presParOf" srcId="{CE53D9E3-5637-4FD8-872F-F10FBE455079}" destId="{E5322658-63AB-422B-B3A6-48B9815005B1}" srcOrd="4" destOrd="0" presId="urn:microsoft.com/office/officeart/2005/8/layout/list1"/>
    <dgm:cxn modelId="{CBD566DE-14EC-4AB1-B70E-35600B9225A5}" type="presParOf" srcId="{E5322658-63AB-422B-B3A6-48B9815005B1}" destId="{87DABCFB-F9A3-4926-9412-BC4FF1558D10}" srcOrd="0" destOrd="0" presId="urn:microsoft.com/office/officeart/2005/8/layout/list1"/>
    <dgm:cxn modelId="{3C7A4AAA-2F13-4E4E-9AF6-03083AF5997E}" type="presParOf" srcId="{E5322658-63AB-422B-B3A6-48B9815005B1}" destId="{4A339852-AA52-4253-B015-A20C01C92BF7}" srcOrd="1" destOrd="0" presId="urn:microsoft.com/office/officeart/2005/8/layout/list1"/>
    <dgm:cxn modelId="{4801D921-74C5-4471-B0FE-3CC7DF578700}" type="presParOf" srcId="{CE53D9E3-5637-4FD8-872F-F10FBE455079}" destId="{54738865-5761-40B0-8D27-D9B2E006E34D}" srcOrd="5" destOrd="0" presId="urn:microsoft.com/office/officeart/2005/8/layout/list1"/>
    <dgm:cxn modelId="{86111575-F8A0-41F1-B390-1417C66AD1C9}" type="presParOf" srcId="{CE53D9E3-5637-4FD8-872F-F10FBE455079}" destId="{4A7543EE-9CC2-46A1-B409-FB7D42BB11D4}" srcOrd="6" destOrd="0" presId="urn:microsoft.com/office/officeart/2005/8/layout/list1"/>
    <dgm:cxn modelId="{923B96D4-23BC-48CE-B08C-6C2F748F506F}" type="presParOf" srcId="{CE53D9E3-5637-4FD8-872F-F10FBE455079}" destId="{28C2124B-B244-48C9-BB4E-D1AC25A882EE}" srcOrd="7" destOrd="0" presId="urn:microsoft.com/office/officeart/2005/8/layout/list1"/>
    <dgm:cxn modelId="{89DFA8A4-BB7E-4D31-A124-DEB0D4219376}" type="presParOf" srcId="{CE53D9E3-5637-4FD8-872F-F10FBE455079}" destId="{DECBC4EA-3C3A-4ADD-A24C-7AC0EC08D42F}" srcOrd="8" destOrd="0" presId="urn:microsoft.com/office/officeart/2005/8/layout/list1"/>
    <dgm:cxn modelId="{F3BCB851-A4EC-4461-90CA-F8F20A812530}" type="presParOf" srcId="{DECBC4EA-3C3A-4ADD-A24C-7AC0EC08D42F}" destId="{98AD8254-1448-4419-A107-4A45E129CD59}" srcOrd="0" destOrd="0" presId="urn:microsoft.com/office/officeart/2005/8/layout/list1"/>
    <dgm:cxn modelId="{E6052B04-C870-4E05-9F1C-982E055B6A50}" type="presParOf" srcId="{DECBC4EA-3C3A-4ADD-A24C-7AC0EC08D42F}" destId="{8099B883-4D5F-4AF3-AFAB-ABB298FF008E}" srcOrd="1" destOrd="0" presId="urn:microsoft.com/office/officeart/2005/8/layout/list1"/>
    <dgm:cxn modelId="{1B3C0376-2167-49C6-A934-5534A32A1F0B}" type="presParOf" srcId="{CE53D9E3-5637-4FD8-872F-F10FBE455079}" destId="{5B312340-5751-4BD9-A129-AE0A2FB0882C}" srcOrd="9" destOrd="0" presId="urn:microsoft.com/office/officeart/2005/8/layout/list1"/>
    <dgm:cxn modelId="{032B1598-E29C-4F3B-BB09-B933F86CBD9E}" type="presParOf" srcId="{CE53D9E3-5637-4FD8-872F-F10FBE455079}" destId="{8DFC7C1D-B522-4E7E-B555-A8D61D466714}" srcOrd="10" destOrd="0" presId="urn:microsoft.com/office/officeart/2005/8/layout/list1"/>
    <dgm:cxn modelId="{B720760D-7B78-4500-A2A0-8A21529A1B76}" type="presParOf" srcId="{CE53D9E3-5637-4FD8-872F-F10FBE455079}" destId="{BB3C69F3-FC40-46D4-B6DF-C484A0009569}" srcOrd="11" destOrd="0" presId="urn:microsoft.com/office/officeart/2005/8/layout/list1"/>
    <dgm:cxn modelId="{1C69A3D2-F1D6-4FC0-82F9-EAE2987B98E5}" type="presParOf" srcId="{CE53D9E3-5637-4FD8-872F-F10FBE455079}" destId="{3F273490-BCA0-4D97-A51A-1538ADD63C79}" srcOrd="12" destOrd="0" presId="urn:microsoft.com/office/officeart/2005/8/layout/list1"/>
    <dgm:cxn modelId="{B5200FD2-5E1F-465C-8FEA-13F0D258C72C}" type="presParOf" srcId="{3F273490-BCA0-4D97-A51A-1538ADD63C79}" destId="{170B9C35-78E4-4E01-B959-05FBD3C4493D}" srcOrd="0" destOrd="0" presId="urn:microsoft.com/office/officeart/2005/8/layout/list1"/>
    <dgm:cxn modelId="{6C68C5BF-81B4-4758-A499-5259758AF8AE}" type="presParOf" srcId="{3F273490-BCA0-4D97-A51A-1538ADD63C79}" destId="{4CBF0030-83EA-40E6-9D07-EC520EEB5D69}" srcOrd="1" destOrd="0" presId="urn:microsoft.com/office/officeart/2005/8/layout/list1"/>
    <dgm:cxn modelId="{9F2C1DDB-43E7-4E75-B833-46826A6F6B31}" type="presParOf" srcId="{CE53D9E3-5637-4FD8-872F-F10FBE455079}" destId="{6030C586-3908-43AD-9528-823DCBEABE08}" srcOrd="13" destOrd="0" presId="urn:microsoft.com/office/officeart/2005/8/layout/list1"/>
    <dgm:cxn modelId="{157B28F7-2248-4383-8D52-052FC47D497A}" type="presParOf" srcId="{CE53D9E3-5637-4FD8-872F-F10FBE455079}" destId="{FD085F68-C3CE-437E-9D19-35B139B15DB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290532F-F2DB-4DDE-9864-4D3C3141DCE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5DFC173-A239-4D3E-88FC-117631313BBB}">
      <dgm:prSet custT="1"/>
      <dgm:spPr/>
      <dgm:t>
        <a:bodyPr/>
        <a:lstStyle/>
        <a:p>
          <a:r>
            <a:rPr lang="en-US" sz="2000" dirty="0"/>
            <a:t>● B</a:t>
          </a:r>
          <a:r>
            <a:rPr lang="en-US" sz="2000" b="1" dirty="0">
              <a:solidFill>
                <a:srgbClr val="C00000"/>
              </a:solidFill>
            </a:rPr>
            <a:t>ounding Function</a:t>
          </a:r>
        </a:p>
        <a:p>
          <a:r>
            <a:rPr lang="en-US" sz="2000" dirty="0"/>
            <a:t>         help to avoid generation of subtrees that do not contain answer node</a:t>
          </a:r>
        </a:p>
      </dgm:t>
    </dgm:pt>
    <dgm:pt modelId="{F1164C94-0A16-4CC3-ACAE-71041DE55F46}" type="parTrans" cxnId="{FFCCAA7E-EDC6-4D54-A1D3-C0876FDCA980}">
      <dgm:prSet/>
      <dgm:spPr/>
      <dgm:t>
        <a:bodyPr/>
        <a:lstStyle/>
        <a:p>
          <a:endParaRPr lang="en-US" sz="2000"/>
        </a:p>
      </dgm:t>
    </dgm:pt>
    <dgm:pt modelId="{9908FD8C-1EBE-4222-8B16-1B5DB4107747}" type="sibTrans" cxnId="{FFCCAA7E-EDC6-4D54-A1D3-C0876FDCA980}">
      <dgm:prSet/>
      <dgm:spPr/>
      <dgm:t>
        <a:bodyPr/>
        <a:lstStyle/>
        <a:p>
          <a:endParaRPr lang="en-US" sz="2000"/>
        </a:p>
      </dgm:t>
    </dgm:pt>
    <dgm:pt modelId="{05A672E0-4F59-4D81-AA06-7F4E28E406EC}" type="pres">
      <dgm:prSet presAssocID="{4290532F-F2DB-4DDE-9864-4D3C3141DCEC}" presName="linear" presStyleCnt="0">
        <dgm:presLayoutVars>
          <dgm:animLvl val="lvl"/>
          <dgm:resizeHandles val="exact"/>
        </dgm:presLayoutVars>
      </dgm:prSet>
      <dgm:spPr/>
    </dgm:pt>
    <dgm:pt modelId="{4A8A1A6D-7F51-48C6-971D-591923624DBB}" type="pres">
      <dgm:prSet presAssocID="{85DFC173-A239-4D3E-88FC-117631313BBB}" presName="parentText" presStyleLbl="node1" presStyleIdx="0" presStyleCnt="1" custLinFactY="19111" custLinFactNeighborX="-416" custLinFactNeighborY="100000">
        <dgm:presLayoutVars>
          <dgm:chMax val="0"/>
          <dgm:bulletEnabled val="1"/>
        </dgm:presLayoutVars>
      </dgm:prSet>
      <dgm:spPr/>
    </dgm:pt>
  </dgm:ptLst>
  <dgm:cxnLst>
    <dgm:cxn modelId="{FFCCAA7E-EDC6-4D54-A1D3-C0876FDCA980}" srcId="{4290532F-F2DB-4DDE-9864-4D3C3141DCEC}" destId="{85DFC173-A239-4D3E-88FC-117631313BBB}" srcOrd="0" destOrd="0" parTransId="{F1164C94-0A16-4CC3-ACAE-71041DE55F46}" sibTransId="{9908FD8C-1EBE-4222-8B16-1B5DB4107747}"/>
    <dgm:cxn modelId="{760EDCA0-A316-45D1-A8F4-736F7DA5DE82}" type="presOf" srcId="{4290532F-F2DB-4DDE-9864-4D3C3141DCEC}" destId="{05A672E0-4F59-4D81-AA06-7F4E28E406EC}" srcOrd="0" destOrd="0" presId="urn:microsoft.com/office/officeart/2005/8/layout/vList2"/>
    <dgm:cxn modelId="{36FDF8D7-7654-4BCD-99BC-6CA4FA2D5403}" type="presOf" srcId="{85DFC173-A239-4D3E-88FC-117631313BBB}" destId="{4A8A1A6D-7F51-48C6-971D-591923624DBB}" srcOrd="0" destOrd="0" presId="urn:microsoft.com/office/officeart/2005/8/layout/vList2"/>
    <dgm:cxn modelId="{8BFDD3C0-671A-48DE-AF23-2360A4568324}" type="presParOf" srcId="{05A672E0-4F59-4D81-AA06-7F4E28E406EC}" destId="{4A8A1A6D-7F51-48C6-971D-591923624DB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B4F237-A025-4045-AEA9-96BF314A80B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A426B58-F7D7-4DBD-B8E3-B7862577E985}">
      <dgm:prSet/>
      <dgm:spPr/>
      <dgm:t>
        <a:bodyPr/>
        <a:lstStyle/>
        <a:p>
          <a:r>
            <a:rPr lang="en-US" dirty="0"/>
            <a:t>Then live nodes in the queue are   2,18,34,50</a:t>
          </a:r>
        </a:p>
      </dgm:t>
    </dgm:pt>
    <dgm:pt modelId="{72658EE0-CCCB-453B-BC1A-241182555687}" type="parTrans" cxnId="{A1644036-7594-4386-B3CD-D34E0ABCFF25}">
      <dgm:prSet/>
      <dgm:spPr/>
      <dgm:t>
        <a:bodyPr/>
        <a:lstStyle/>
        <a:p>
          <a:endParaRPr lang="en-US"/>
        </a:p>
      </dgm:t>
    </dgm:pt>
    <dgm:pt modelId="{D71A1060-B879-4283-B201-722FBF339A98}" type="sibTrans" cxnId="{A1644036-7594-4386-B3CD-D34E0ABCFF25}">
      <dgm:prSet/>
      <dgm:spPr/>
      <dgm:t>
        <a:bodyPr/>
        <a:lstStyle/>
        <a:p>
          <a:endParaRPr lang="en-US"/>
        </a:p>
      </dgm:t>
    </dgm:pt>
    <dgm:pt modelId="{BA85F215-BD32-4F36-AF1A-68662DF1CE34}">
      <dgm:prSet/>
      <dgm:spPr/>
      <dgm:t>
        <a:bodyPr/>
        <a:lstStyle/>
        <a:p>
          <a:r>
            <a:rPr lang="en-US"/>
            <a:t>Next E node  ,front of queue which is Node 2</a:t>
          </a:r>
        </a:p>
      </dgm:t>
    </dgm:pt>
    <dgm:pt modelId="{F8C2FF1F-C36A-456B-AA7B-BFFF64E6A7FA}" type="parTrans" cxnId="{38D62066-063F-49AA-88B3-8E4F6C7D06A4}">
      <dgm:prSet/>
      <dgm:spPr/>
      <dgm:t>
        <a:bodyPr/>
        <a:lstStyle/>
        <a:p>
          <a:endParaRPr lang="en-US"/>
        </a:p>
      </dgm:t>
    </dgm:pt>
    <dgm:pt modelId="{95E09AB6-1AF2-4998-8D76-BF342ACDABD8}" type="sibTrans" cxnId="{38D62066-063F-49AA-88B3-8E4F6C7D06A4}">
      <dgm:prSet/>
      <dgm:spPr/>
      <dgm:t>
        <a:bodyPr/>
        <a:lstStyle/>
        <a:p>
          <a:endParaRPr lang="en-US"/>
        </a:p>
      </dgm:t>
    </dgm:pt>
    <dgm:pt modelId="{620699D5-9702-4321-8056-FFAF72E856AE}">
      <dgm:prSet/>
      <dgm:spPr/>
      <dgm:t>
        <a:bodyPr/>
        <a:lstStyle/>
        <a:p>
          <a:r>
            <a:rPr lang="en-US"/>
            <a:t>Expand 2 and 3,8,13 generated</a:t>
          </a:r>
        </a:p>
      </dgm:t>
    </dgm:pt>
    <dgm:pt modelId="{E508EF01-C3BF-4BC4-A394-5FE61B528395}" type="parTrans" cxnId="{09600288-6F4E-4F08-A325-73BE608B121D}">
      <dgm:prSet/>
      <dgm:spPr/>
      <dgm:t>
        <a:bodyPr/>
        <a:lstStyle/>
        <a:p>
          <a:endParaRPr lang="en-US"/>
        </a:p>
      </dgm:t>
    </dgm:pt>
    <dgm:pt modelId="{495FFC15-02FC-4E25-9A80-91A7CBFE6EBD}" type="sibTrans" cxnId="{09600288-6F4E-4F08-A325-73BE608B121D}">
      <dgm:prSet/>
      <dgm:spPr/>
      <dgm:t>
        <a:bodyPr/>
        <a:lstStyle/>
        <a:p>
          <a:endParaRPr lang="en-US"/>
        </a:p>
      </dgm:t>
    </dgm:pt>
    <dgm:pt modelId="{1AA6F6F4-C70C-411F-8A96-812F59936CC9}">
      <dgm:prSet/>
      <dgm:spPr/>
      <dgm:t>
        <a:bodyPr/>
        <a:lstStyle/>
        <a:p>
          <a:r>
            <a:rPr lang="en-US"/>
            <a:t>Node 3 killed immediately using bounding function</a:t>
          </a:r>
        </a:p>
      </dgm:t>
    </dgm:pt>
    <dgm:pt modelId="{DD296E47-F78B-4EBB-8EBC-F271742CE228}" type="parTrans" cxnId="{697AFE9F-D1EF-40D4-9C78-A8B6D3B8A0C9}">
      <dgm:prSet/>
      <dgm:spPr/>
      <dgm:t>
        <a:bodyPr/>
        <a:lstStyle/>
        <a:p>
          <a:endParaRPr lang="en-US"/>
        </a:p>
      </dgm:t>
    </dgm:pt>
    <dgm:pt modelId="{4DC1E6D3-E21B-4D63-B8E4-45332BC198CE}" type="sibTrans" cxnId="{697AFE9F-D1EF-40D4-9C78-A8B6D3B8A0C9}">
      <dgm:prSet/>
      <dgm:spPr/>
      <dgm:t>
        <a:bodyPr/>
        <a:lstStyle/>
        <a:p>
          <a:endParaRPr lang="en-US"/>
        </a:p>
      </dgm:t>
    </dgm:pt>
    <dgm:pt modelId="{E91DFC42-133C-476C-9D10-6F8193FE3D65}">
      <dgm:prSet/>
      <dgm:spPr/>
      <dgm:t>
        <a:bodyPr/>
        <a:lstStyle/>
        <a:p>
          <a:r>
            <a:rPr lang="en-US"/>
            <a:t>Node 8,13 added to queue  of live nodes</a:t>
          </a:r>
        </a:p>
      </dgm:t>
    </dgm:pt>
    <dgm:pt modelId="{5CDBD3DF-D6DC-4DC1-8429-A5C893236F5E}" type="parTrans" cxnId="{1FF5DB7E-F481-4897-816F-84334F77861E}">
      <dgm:prSet/>
      <dgm:spPr/>
      <dgm:t>
        <a:bodyPr/>
        <a:lstStyle/>
        <a:p>
          <a:endParaRPr lang="en-US"/>
        </a:p>
      </dgm:t>
    </dgm:pt>
    <dgm:pt modelId="{F88B2FC0-40AD-4663-9B5B-0C964EFAF928}" type="sibTrans" cxnId="{1FF5DB7E-F481-4897-816F-84334F77861E}">
      <dgm:prSet/>
      <dgm:spPr/>
      <dgm:t>
        <a:bodyPr/>
        <a:lstStyle/>
        <a:p>
          <a:endParaRPr lang="en-US"/>
        </a:p>
      </dgm:t>
    </dgm:pt>
    <dgm:pt modelId="{999F62D2-CBCA-4498-A038-45AD6E85B6C1}">
      <dgm:prSet/>
      <dgm:spPr/>
      <dgm:t>
        <a:bodyPr/>
        <a:lstStyle/>
        <a:p>
          <a:r>
            <a:rPr lang="en-US" dirty="0"/>
            <a:t>Node 18 next E node and continue like this to find a solution</a:t>
          </a:r>
        </a:p>
      </dgm:t>
    </dgm:pt>
    <dgm:pt modelId="{A2743F36-4999-4345-A279-292F1751C6BF}" type="parTrans" cxnId="{82366151-93DF-44E7-8B1D-969B33A0866B}">
      <dgm:prSet/>
      <dgm:spPr/>
      <dgm:t>
        <a:bodyPr/>
        <a:lstStyle/>
        <a:p>
          <a:endParaRPr lang="en-US"/>
        </a:p>
      </dgm:t>
    </dgm:pt>
    <dgm:pt modelId="{C086BF64-AFF3-4437-A448-5DE749217D2D}" type="sibTrans" cxnId="{82366151-93DF-44E7-8B1D-969B33A0866B}">
      <dgm:prSet/>
      <dgm:spPr/>
      <dgm:t>
        <a:bodyPr/>
        <a:lstStyle/>
        <a:p>
          <a:endParaRPr lang="en-US"/>
        </a:p>
      </dgm:t>
    </dgm:pt>
    <dgm:pt modelId="{69A876C4-ABF3-4F4E-BD88-90D40DAD6C8E}" type="pres">
      <dgm:prSet presAssocID="{A0B4F237-A025-4045-AEA9-96BF314A80BB}" presName="root" presStyleCnt="0">
        <dgm:presLayoutVars>
          <dgm:dir/>
          <dgm:resizeHandles val="exact"/>
        </dgm:presLayoutVars>
      </dgm:prSet>
      <dgm:spPr/>
    </dgm:pt>
    <dgm:pt modelId="{18E0F300-A70F-494C-86BD-E18F4E3BC00D}" type="pres">
      <dgm:prSet presAssocID="{2A426B58-F7D7-4DBD-B8E3-B7862577E985}" presName="compNode" presStyleCnt="0"/>
      <dgm:spPr/>
    </dgm:pt>
    <dgm:pt modelId="{45AA1D1D-2A34-4141-A3AD-61D355F8024D}" type="pres">
      <dgm:prSet presAssocID="{2A426B58-F7D7-4DBD-B8E3-B7862577E985}" presName="bgRect" presStyleLbl="bgShp" presStyleIdx="0" presStyleCnt="6"/>
      <dgm:spPr/>
    </dgm:pt>
    <dgm:pt modelId="{DA9537EE-8EB4-4690-AB15-E11F0D9E2D99}" type="pres">
      <dgm:prSet presAssocID="{2A426B58-F7D7-4DBD-B8E3-B7862577E98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EF424685-B021-423D-9BC1-393F6C730059}" type="pres">
      <dgm:prSet presAssocID="{2A426B58-F7D7-4DBD-B8E3-B7862577E985}" presName="spaceRect" presStyleCnt="0"/>
      <dgm:spPr/>
    </dgm:pt>
    <dgm:pt modelId="{2587C6F6-A185-44B6-92C8-0D29E0317C42}" type="pres">
      <dgm:prSet presAssocID="{2A426B58-F7D7-4DBD-B8E3-B7862577E985}" presName="parTx" presStyleLbl="revTx" presStyleIdx="0" presStyleCnt="6">
        <dgm:presLayoutVars>
          <dgm:chMax val="0"/>
          <dgm:chPref val="0"/>
        </dgm:presLayoutVars>
      </dgm:prSet>
      <dgm:spPr/>
    </dgm:pt>
    <dgm:pt modelId="{1AEC7123-5366-4383-A15F-17DAC8C7D38C}" type="pres">
      <dgm:prSet presAssocID="{D71A1060-B879-4283-B201-722FBF339A98}" presName="sibTrans" presStyleCnt="0"/>
      <dgm:spPr/>
    </dgm:pt>
    <dgm:pt modelId="{2688544F-0166-490D-816F-2B0A0A0222BC}" type="pres">
      <dgm:prSet presAssocID="{BA85F215-BD32-4F36-AF1A-68662DF1CE34}" presName="compNode" presStyleCnt="0"/>
      <dgm:spPr/>
    </dgm:pt>
    <dgm:pt modelId="{8B93DE7C-4916-4A2D-9FCE-EBBF108C2EC5}" type="pres">
      <dgm:prSet presAssocID="{BA85F215-BD32-4F36-AF1A-68662DF1CE34}" presName="bgRect" presStyleLbl="bgShp" presStyleIdx="1" presStyleCnt="6"/>
      <dgm:spPr/>
    </dgm:pt>
    <dgm:pt modelId="{AE21731A-91AF-4101-91AC-49C5B7D3C5AF}" type="pres">
      <dgm:prSet presAssocID="{BA85F215-BD32-4F36-AF1A-68662DF1CE34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3C871FC6-10DE-49FD-A971-9E84D46FF3CF}" type="pres">
      <dgm:prSet presAssocID="{BA85F215-BD32-4F36-AF1A-68662DF1CE34}" presName="spaceRect" presStyleCnt="0"/>
      <dgm:spPr/>
    </dgm:pt>
    <dgm:pt modelId="{FDEEF350-D01A-495D-946F-F1AB2232068F}" type="pres">
      <dgm:prSet presAssocID="{BA85F215-BD32-4F36-AF1A-68662DF1CE34}" presName="parTx" presStyleLbl="revTx" presStyleIdx="1" presStyleCnt="6">
        <dgm:presLayoutVars>
          <dgm:chMax val="0"/>
          <dgm:chPref val="0"/>
        </dgm:presLayoutVars>
      </dgm:prSet>
      <dgm:spPr/>
    </dgm:pt>
    <dgm:pt modelId="{56C43FB5-F041-422B-8ACD-B9B7B70069FD}" type="pres">
      <dgm:prSet presAssocID="{95E09AB6-1AF2-4998-8D76-BF342ACDABD8}" presName="sibTrans" presStyleCnt="0"/>
      <dgm:spPr/>
    </dgm:pt>
    <dgm:pt modelId="{50DB4ED5-B232-4AF9-B547-B8F6CF072661}" type="pres">
      <dgm:prSet presAssocID="{620699D5-9702-4321-8056-FFAF72E856AE}" presName="compNode" presStyleCnt="0"/>
      <dgm:spPr/>
    </dgm:pt>
    <dgm:pt modelId="{72D540B5-D4EA-4126-B115-D4717DB26FCE}" type="pres">
      <dgm:prSet presAssocID="{620699D5-9702-4321-8056-FFAF72E856AE}" presName="bgRect" presStyleLbl="bgShp" presStyleIdx="2" presStyleCnt="6"/>
      <dgm:spPr/>
    </dgm:pt>
    <dgm:pt modelId="{293E0D1B-97F4-4437-9DDA-AF8AB82FB734}" type="pres">
      <dgm:prSet presAssocID="{620699D5-9702-4321-8056-FFAF72E856A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85AC3DD7-2DE4-4B14-BEF9-800FBF6A33EE}" type="pres">
      <dgm:prSet presAssocID="{620699D5-9702-4321-8056-FFAF72E856AE}" presName="spaceRect" presStyleCnt="0"/>
      <dgm:spPr/>
    </dgm:pt>
    <dgm:pt modelId="{51663BCD-5809-4585-90C7-2F326038A4EA}" type="pres">
      <dgm:prSet presAssocID="{620699D5-9702-4321-8056-FFAF72E856AE}" presName="parTx" presStyleLbl="revTx" presStyleIdx="2" presStyleCnt="6">
        <dgm:presLayoutVars>
          <dgm:chMax val="0"/>
          <dgm:chPref val="0"/>
        </dgm:presLayoutVars>
      </dgm:prSet>
      <dgm:spPr/>
    </dgm:pt>
    <dgm:pt modelId="{D6D063AC-1603-43CD-A378-6EE20418FA41}" type="pres">
      <dgm:prSet presAssocID="{495FFC15-02FC-4E25-9A80-91A7CBFE6EBD}" presName="sibTrans" presStyleCnt="0"/>
      <dgm:spPr/>
    </dgm:pt>
    <dgm:pt modelId="{09197D77-3759-4CA6-BA9D-7161E5B494C1}" type="pres">
      <dgm:prSet presAssocID="{1AA6F6F4-C70C-411F-8A96-812F59936CC9}" presName="compNode" presStyleCnt="0"/>
      <dgm:spPr/>
    </dgm:pt>
    <dgm:pt modelId="{D5BB739F-8B0A-4503-9331-0D74BC7FB779}" type="pres">
      <dgm:prSet presAssocID="{1AA6F6F4-C70C-411F-8A96-812F59936CC9}" presName="bgRect" presStyleLbl="bgShp" presStyleIdx="3" presStyleCnt="6"/>
      <dgm:spPr/>
    </dgm:pt>
    <dgm:pt modelId="{3BBEE5C6-4721-4F4D-BB1F-E90563F8696C}" type="pres">
      <dgm:prSet presAssocID="{1AA6F6F4-C70C-411F-8A96-812F59936CC9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865B91C9-FDEC-4BBE-924E-F2E290433621}" type="pres">
      <dgm:prSet presAssocID="{1AA6F6F4-C70C-411F-8A96-812F59936CC9}" presName="spaceRect" presStyleCnt="0"/>
      <dgm:spPr/>
    </dgm:pt>
    <dgm:pt modelId="{DA4E9880-CB3F-4624-8B33-31B239D264C5}" type="pres">
      <dgm:prSet presAssocID="{1AA6F6F4-C70C-411F-8A96-812F59936CC9}" presName="parTx" presStyleLbl="revTx" presStyleIdx="3" presStyleCnt="6">
        <dgm:presLayoutVars>
          <dgm:chMax val="0"/>
          <dgm:chPref val="0"/>
        </dgm:presLayoutVars>
      </dgm:prSet>
      <dgm:spPr/>
    </dgm:pt>
    <dgm:pt modelId="{83D90BF2-88E9-4BE1-B953-7C47B9502017}" type="pres">
      <dgm:prSet presAssocID="{4DC1E6D3-E21B-4D63-B8E4-45332BC198CE}" presName="sibTrans" presStyleCnt="0"/>
      <dgm:spPr/>
    </dgm:pt>
    <dgm:pt modelId="{2B232327-138B-4EC5-B43E-63BD50D6DEC0}" type="pres">
      <dgm:prSet presAssocID="{E91DFC42-133C-476C-9D10-6F8193FE3D65}" presName="compNode" presStyleCnt="0"/>
      <dgm:spPr/>
    </dgm:pt>
    <dgm:pt modelId="{95FFF836-D0D3-48F1-830F-4404908D8D45}" type="pres">
      <dgm:prSet presAssocID="{E91DFC42-133C-476C-9D10-6F8193FE3D65}" presName="bgRect" presStyleLbl="bgShp" presStyleIdx="4" presStyleCnt="6"/>
      <dgm:spPr/>
    </dgm:pt>
    <dgm:pt modelId="{434661F5-F8E2-4822-B9CC-A36C1E3CBA77}" type="pres">
      <dgm:prSet presAssocID="{E91DFC42-133C-476C-9D10-6F8193FE3D6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8BE74A8-A288-4E97-A2EB-B0FCDECEF3B3}" type="pres">
      <dgm:prSet presAssocID="{E91DFC42-133C-476C-9D10-6F8193FE3D65}" presName="spaceRect" presStyleCnt="0"/>
      <dgm:spPr/>
    </dgm:pt>
    <dgm:pt modelId="{37AEC14C-2E64-4624-9F00-9F5C721494CB}" type="pres">
      <dgm:prSet presAssocID="{E91DFC42-133C-476C-9D10-6F8193FE3D65}" presName="parTx" presStyleLbl="revTx" presStyleIdx="4" presStyleCnt="6">
        <dgm:presLayoutVars>
          <dgm:chMax val="0"/>
          <dgm:chPref val="0"/>
        </dgm:presLayoutVars>
      </dgm:prSet>
      <dgm:spPr/>
    </dgm:pt>
    <dgm:pt modelId="{069774FE-8805-477D-BE2E-37B899602787}" type="pres">
      <dgm:prSet presAssocID="{F88B2FC0-40AD-4663-9B5B-0C964EFAF928}" presName="sibTrans" presStyleCnt="0"/>
      <dgm:spPr/>
    </dgm:pt>
    <dgm:pt modelId="{ABE3237C-3C78-4E51-A03E-D9EAFFA4C618}" type="pres">
      <dgm:prSet presAssocID="{999F62D2-CBCA-4498-A038-45AD6E85B6C1}" presName="compNode" presStyleCnt="0"/>
      <dgm:spPr/>
    </dgm:pt>
    <dgm:pt modelId="{0FEED32D-064A-4FDA-A9E2-78BB28CD13E2}" type="pres">
      <dgm:prSet presAssocID="{999F62D2-CBCA-4498-A038-45AD6E85B6C1}" presName="bgRect" presStyleLbl="bgShp" presStyleIdx="5" presStyleCnt="6"/>
      <dgm:spPr/>
    </dgm:pt>
    <dgm:pt modelId="{2368E1B5-574F-4DB6-8264-FD957E7244F8}" type="pres">
      <dgm:prSet presAssocID="{999F62D2-CBCA-4498-A038-45AD6E85B6C1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E54AA2F-6E42-49D1-B51F-12BCD720DB7C}" type="pres">
      <dgm:prSet presAssocID="{999F62D2-CBCA-4498-A038-45AD6E85B6C1}" presName="spaceRect" presStyleCnt="0"/>
      <dgm:spPr/>
    </dgm:pt>
    <dgm:pt modelId="{EFFBC7E6-9F81-419D-AB63-4450713606CD}" type="pres">
      <dgm:prSet presAssocID="{999F62D2-CBCA-4498-A038-45AD6E85B6C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A6B01610-4470-4EF7-86AF-BC9637BD8FD7}" type="presOf" srcId="{2A426B58-F7D7-4DBD-B8E3-B7862577E985}" destId="{2587C6F6-A185-44B6-92C8-0D29E0317C42}" srcOrd="0" destOrd="0" presId="urn:microsoft.com/office/officeart/2018/2/layout/IconVerticalSolidList"/>
    <dgm:cxn modelId="{A1644036-7594-4386-B3CD-D34E0ABCFF25}" srcId="{A0B4F237-A025-4045-AEA9-96BF314A80BB}" destId="{2A426B58-F7D7-4DBD-B8E3-B7862577E985}" srcOrd="0" destOrd="0" parTransId="{72658EE0-CCCB-453B-BC1A-241182555687}" sibTransId="{D71A1060-B879-4283-B201-722FBF339A98}"/>
    <dgm:cxn modelId="{38D62066-063F-49AA-88B3-8E4F6C7D06A4}" srcId="{A0B4F237-A025-4045-AEA9-96BF314A80BB}" destId="{BA85F215-BD32-4F36-AF1A-68662DF1CE34}" srcOrd="1" destOrd="0" parTransId="{F8C2FF1F-C36A-456B-AA7B-BFFF64E6A7FA}" sibTransId="{95E09AB6-1AF2-4998-8D76-BF342ACDABD8}"/>
    <dgm:cxn modelId="{82366151-93DF-44E7-8B1D-969B33A0866B}" srcId="{A0B4F237-A025-4045-AEA9-96BF314A80BB}" destId="{999F62D2-CBCA-4498-A038-45AD6E85B6C1}" srcOrd="5" destOrd="0" parTransId="{A2743F36-4999-4345-A279-292F1751C6BF}" sibTransId="{C086BF64-AFF3-4437-A448-5DE749217D2D}"/>
    <dgm:cxn modelId="{9CBD5C57-FADF-4BE7-9030-9183FE6A5831}" type="presOf" srcId="{BA85F215-BD32-4F36-AF1A-68662DF1CE34}" destId="{FDEEF350-D01A-495D-946F-F1AB2232068F}" srcOrd="0" destOrd="0" presId="urn:microsoft.com/office/officeart/2018/2/layout/IconVerticalSolidList"/>
    <dgm:cxn modelId="{1FF5DB7E-F481-4897-816F-84334F77861E}" srcId="{A0B4F237-A025-4045-AEA9-96BF314A80BB}" destId="{E91DFC42-133C-476C-9D10-6F8193FE3D65}" srcOrd="4" destOrd="0" parTransId="{5CDBD3DF-D6DC-4DC1-8429-A5C893236F5E}" sibTransId="{F88B2FC0-40AD-4663-9B5B-0C964EFAF928}"/>
    <dgm:cxn modelId="{09600288-6F4E-4F08-A325-73BE608B121D}" srcId="{A0B4F237-A025-4045-AEA9-96BF314A80BB}" destId="{620699D5-9702-4321-8056-FFAF72E856AE}" srcOrd="2" destOrd="0" parTransId="{E508EF01-C3BF-4BC4-A394-5FE61B528395}" sibTransId="{495FFC15-02FC-4E25-9A80-91A7CBFE6EBD}"/>
    <dgm:cxn modelId="{0D772493-CBAB-41C6-859C-369035B3E9C2}" type="presOf" srcId="{620699D5-9702-4321-8056-FFAF72E856AE}" destId="{51663BCD-5809-4585-90C7-2F326038A4EA}" srcOrd="0" destOrd="0" presId="urn:microsoft.com/office/officeart/2018/2/layout/IconVerticalSolidList"/>
    <dgm:cxn modelId="{697AFE9F-D1EF-40D4-9C78-A8B6D3B8A0C9}" srcId="{A0B4F237-A025-4045-AEA9-96BF314A80BB}" destId="{1AA6F6F4-C70C-411F-8A96-812F59936CC9}" srcOrd="3" destOrd="0" parTransId="{DD296E47-F78B-4EBB-8EBC-F271742CE228}" sibTransId="{4DC1E6D3-E21B-4D63-B8E4-45332BC198CE}"/>
    <dgm:cxn modelId="{F31377DD-DA37-492C-8D60-605A6813FFF6}" type="presOf" srcId="{E91DFC42-133C-476C-9D10-6F8193FE3D65}" destId="{37AEC14C-2E64-4624-9F00-9F5C721494CB}" srcOrd="0" destOrd="0" presId="urn:microsoft.com/office/officeart/2018/2/layout/IconVerticalSolidList"/>
    <dgm:cxn modelId="{C4C839DE-54E8-4079-9B43-2870E18D29D4}" type="presOf" srcId="{999F62D2-CBCA-4498-A038-45AD6E85B6C1}" destId="{EFFBC7E6-9F81-419D-AB63-4450713606CD}" srcOrd="0" destOrd="0" presId="urn:microsoft.com/office/officeart/2018/2/layout/IconVerticalSolidList"/>
    <dgm:cxn modelId="{653B10E5-1435-4D99-A78D-A83CBABF4D89}" type="presOf" srcId="{A0B4F237-A025-4045-AEA9-96BF314A80BB}" destId="{69A876C4-ABF3-4F4E-BD88-90D40DAD6C8E}" srcOrd="0" destOrd="0" presId="urn:microsoft.com/office/officeart/2018/2/layout/IconVerticalSolidList"/>
    <dgm:cxn modelId="{BFE6B3EF-53DD-489D-891B-F0C005D3177F}" type="presOf" srcId="{1AA6F6F4-C70C-411F-8A96-812F59936CC9}" destId="{DA4E9880-CB3F-4624-8B33-31B239D264C5}" srcOrd="0" destOrd="0" presId="urn:microsoft.com/office/officeart/2018/2/layout/IconVerticalSolidList"/>
    <dgm:cxn modelId="{BE132649-10D7-4443-8157-711C7C245D8D}" type="presParOf" srcId="{69A876C4-ABF3-4F4E-BD88-90D40DAD6C8E}" destId="{18E0F300-A70F-494C-86BD-E18F4E3BC00D}" srcOrd="0" destOrd="0" presId="urn:microsoft.com/office/officeart/2018/2/layout/IconVerticalSolidList"/>
    <dgm:cxn modelId="{72B6014E-E529-4283-BA0C-C284D90AEBA3}" type="presParOf" srcId="{18E0F300-A70F-494C-86BD-E18F4E3BC00D}" destId="{45AA1D1D-2A34-4141-A3AD-61D355F8024D}" srcOrd="0" destOrd="0" presId="urn:microsoft.com/office/officeart/2018/2/layout/IconVerticalSolidList"/>
    <dgm:cxn modelId="{EC8810B6-A870-41F7-90C7-7D04F5A9E387}" type="presParOf" srcId="{18E0F300-A70F-494C-86BD-E18F4E3BC00D}" destId="{DA9537EE-8EB4-4690-AB15-E11F0D9E2D99}" srcOrd="1" destOrd="0" presId="urn:microsoft.com/office/officeart/2018/2/layout/IconVerticalSolidList"/>
    <dgm:cxn modelId="{AF73C6BE-23E1-4C68-A573-D1A69EE9E6FD}" type="presParOf" srcId="{18E0F300-A70F-494C-86BD-E18F4E3BC00D}" destId="{EF424685-B021-423D-9BC1-393F6C730059}" srcOrd="2" destOrd="0" presId="urn:microsoft.com/office/officeart/2018/2/layout/IconVerticalSolidList"/>
    <dgm:cxn modelId="{FA7A68E4-6624-4C3B-96D8-152CC6C40546}" type="presParOf" srcId="{18E0F300-A70F-494C-86BD-E18F4E3BC00D}" destId="{2587C6F6-A185-44B6-92C8-0D29E0317C42}" srcOrd="3" destOrd="0" presId="urn:microsoft.com/office/officeart/2018/2/layout/IconVerticalSolidList"/>
    <dgm:cxn modelId="{E77DB62A-2400-44FC-B606-54E6ACEBC168}" type="presParOf" srcId="{69A876C4-ABF3-4F4E-BD88-90D40DAD6C8E}" destId="{1AEC7123-5366-4383-A15F-17DAC8C7D38C}" srcOrd="1" destOrd="0" presId="urn:microsoft.com/office/officeart/2018/2/layout/IconVerticalSolidList"/>
    <dgm:cxn modelId="{E782BE95-7E65-48B8-BD28-15E21574DE34}" type="presParOf" srcId="{69A876C4-ABF3-4F4E-BD88-90D40DAD6C8E}" destId="{2688544F-0166-490D-816F-2B0A0A0222BC}" srcOrd="2" destOrd="0" presId="urn:microsoft.com/office/officeart/2018/2/layout/IconVerticalSolidList"/>
    <dgm:cxn modelId="{1CC50119-B364-46D5-9994-F322E5ADA663}" type="presParOf" srcId="{2688544F-0166-490D-816F-2B0A0A0222BC}" destId="{8B93DE7C-4916-4A2D-9FCE-EBBF108C2EC5}" srcOrd="0" destOrd="0" presId="urn:microsoft.com/office/officeart/2018/2/layout/IconVerticalSolidList"/>
    <dgm:cxn modelId="{3FF75FAB-6E90-4E50-B240-2FEA8620907D}" type="presParOf" srcId="{2688544F-0166-490D-816F-2B0A0A0222BC}" destId="{AE21731A-91AF-4101-91AC-49C5B7D3C5AF}" srcOrd="1" destOrd="0" presId="urn:microsoft.com/office/officeart/2018/2/layout/IconVerticalSolidList"/>
    <dgm:cxn modelId="{2B02EA33-BB7B-4ECD-9A6A-98DF987DC8A6}" type="presParOf" srcId="{2688544F-0166-490D-816F-2B0A0A0222BC}" destId="{3C871FC6-10DE-49FD-A971-9E84D46FF3CF}" srcOrd="2" destOrd="0" presId="urn:microsoft.com/office/officeart/2018/2/layout/IconVerticalSolidList"/>
    <dgm:cxn modelId="{4E337C45-8D76-4304-894F-83CDC7845F80}" type="presParOf" srcId="{2688544F-0166-490D-816F-2B0A0A0222BC}" destId="{FDEEF350-D01A-495D-946F-F1AB2232068F}" srcOrd="3" destOrd="0" presId="urn:microsoft.com/office/officeart/2018/2/layout/IconVerticalSolidList"/>
    <dgm:cxn modelId="{350446C1-7788-4C9F-BB6E-A62524C2F353}" type="presParOf" srcId="{69A876C4-ABF3-4F4E-BD88-90D40DAD6C8E}" destId="{56C43FB5-F041-422B-8ACD-B9B7B70069FD}" srcOrd="3" destOrd="0" presId="urn:microsoft.com/office/officeart/2018/2/layout/IconVerticalSolidList"/>
    <dgm:cxn modelId="{7C4307D9-A6EB-425E-B004-CD2CC6E0DF90}" type="presParOf" srcId="{69A876C4-ABF3-4F4E-BD88-90D40DAD6C8E}" destId="{50DB4ED5-B232-4AF9-B547-B8F6CF072661}" srcOrd="4" destOrd="0" presId="urn:microsoft.com/office/officeart/2018/2/layout/IconVerticalSolidList"/>
    <dgm:cxn modelId="{E32270DA-E8A2-4B97-B3A6-8FEE25D23B59}" type="presParOf" srcId="{50DB4ED5-B232-4AF9-B547-B8F6CF072661}" destId="{72D540B5-D4EA-4126-B115-D4717DB26FCE}" srcOrd="0" destOrd="0" presId="urn:microsoft.com/office/officeart/2018/2/layout/IconVerticalSolidList"/>
    <dgm:cxn modelId="{EEB6A4C9-3190-4204-8F03-23B7BF4E4E28}" type="presParOf" srcId="{50DB4ED5-B232-4AF9-B547-B8F6CF072661}" destId="{293E0D1B-97F4-4437-9DDA-AF8AB82FB734}" srcOrd="1" destOrd="0" presId="urn:microsoft.com/office/officeart/2018/2/layout/IconVerticalSolidList"/>
    <dgm:cxn modelId="{C1B3B44A-5152-4C48-9216-293A327C04D8}" type="presParOf" srcId="{50DB4ED5-B232-4AF9-B547-B8F6CF072661}" destId="{85AC3DD7-2DE4-4B14-BEF9-800FBF6A33EE}" srcOrd="2" destOrd="0" presId="urn:microsoft.com/office/officeart/2018/2/layout/IconVerticalSolidList"/>
    <dgm:cxn modelId="{8F96988D-70D9-45FB-8CD6-33FA25658B60}" type="presParOf" srcId="{50DB4ED5-B232-4AF9-B547-B8F6CF072661}" destId="{51663BCD-5809-4585-90C7-2F326038A4EA}" srcOrd="3" destOrd="0" presId="urn:microsoft.com/office/officeart/2018/2/layout/IconVerticalSolidList"/>
    <dgm:cxn modelId="{284E5E75-647E-4BA8-A0FD-5AB0BF40F401}" type="presParOf" srcId="{69A876C4-ABF3-4F4E-BD88-90D40DAD6C8E}" destId="{D6D063AC-1603-43CD-A378-6EE20418FA41}" srcOrd="5" destOrd="0" presId="urn:microsoft.com/office/officeart/2018/2/layout/IconVerticalSolidList"/>
    <dgm:cxn modelId="{54D22197-7DEE-4BD5-A2E0-D7FC808ADAC8}" type="presParOf" srcId="{69A876C4-ABF3-4F4E-BD88-90D40DAD6C8E}" destId="{09197D77-3759-4CA6-BA9D-7161E5B494C1}" srcOrd="6" destOrd="0" presId="urn:microsoft.com/office/officeart/2018/2/layout/IconVerticalSolidList"/>
    <dgm:cxn modelId="{5F5A5C4D-B479-410A-B6A0-D6DB243F8B2D}" type="presParOf" srcId="{09197D77-3759-4CA6-BA9D-7161E5B494C1}" destId="{D5BB739F-8B0A-4503-9331-0D74BC7FB779}" srcOrd="0" destOrd="0" presId="urn:microsoft.com/office/officeart/2018/2/layout/IconVerticalSolidList"/>
    <dgm:cxn modelId="{0135B6ED-6E7D-4EB2-9F85-2790D4110599}" type="presParOf" srcId="{09197D77-3759-4CA6-BA9D-7161E5B494C1}" destId="{3BBEE5C6-4721-4F4D-BB1F-E90563F8696C}" srcOrd="1" destOrd="0" presId="urn:microsoft.com/office/officeart/2018/2/layout/IconVerticalSolidList"/>
    <dgm:cxn modelId="{F46507DB-F986-4E13-9513-2A29BD67B0CF}" type="presParOf" srcId="{09197D77-3759-4CA6-BA9D-7161E5B494C1}" destId="{865B91C9-FDEC-4BBE-924E-F2E290433621}" srcOrd="2" destOrd="0" presId="urn:microsoft.com/office/officeart/2018/2/layout/IconVerticalSolidList"/>
    <dgm:cxn modelId="{10319470-E636-4C68-B266-60D92ABF3C41}" type="presParOf" srcId="{09197D77-3759-4CA6-BA9D-7161E5B494C1}" destId="{DA4E9880-CB3F-4624-8B33-31B239D264C5}" srcOrd="3" destOrd="0" presId="urn:microsoft.com/office/officeart/2018/2/layout/IconVerticalSolidList"/>
    <dgm:cxn modelId="{225C2023-4D19-4A12-8BCF-520FFD07258D}" type="presParOf" srcId="{69A876C4-ABF3-4F4E-BD88-90D40DAD6C8E}" destId="{83D90BF2-88E9-4BE1-B953-7C47B9502017}" srcOrd="7" destOrd="0" presId="urn:microsoft.com/office/officeart/2018/2/layout/IconVerticalSolidList"/>
    <dgm:cxn modelId="{320096D0-9792-4476-96AF-767566C87709}" type="presParOf" srcId="{69A876C4-ABF3-4F4E-BD88-90D40DAD6C8E}" destId="{2B232327-138B-4EC5-B43E-63BD50D6DEC0}" srcOrd="8" destOrd="0" presId="urn:microsoft.com/office/officeart/2018/2/layout/IconVerticalSolidList"/>
    <dgm:cxn modelId="{FC20AC9A-C7BD-4C29-8F70-422478BC91EF}" type="presParOf" srcId="{2B232327-138B-4EC5-B43E-63BD50D6DEC0}" destId="{95FFF836-D0D3-48F1-830F-4404908D8D45}" srcOrd="0" destOrd="0" presId="urn:microsoft.com/office/officeart/2018/2/layout/IconVerticalSolidList"/>
    <dgm:cxn modelId="{D8393A6C-84C8-4E79-9AE3-F17B4D900D42}" type="presParOf" srcId="{2B232327-138B-4EC5-B43E-63BD50D6DEC0}" destId="{434661F5-F8E2-4822-B9CC-A36C1E3CBA77}" srcOrd="1" destOrd="0" presId="urn:microsoft.com/office/officeart/2018/2/layout/IconVerticalSolidList"/>
    <dgm:cxn modelId="{D0BB1584-CBBB-4373-A7F0-25590F4C128A}" type="presParOf" srcId="{2B232327-138B-4EC5-B43E-63BD50D6DEC0}" destId="{98BE74A8-A288-4E97-A2EB-B0FCDECEF3B3}" srcOrd="2" destOrd="0" presId="urn:microsoft.com/office/officeart/2018/2/layout/IconVerticalSolidList"/>
    <dgm:cxn modelId="{C3989316-CCF5-4AE3-B8CD-7259D7DFBB5E}" type="presParOf" srcId="{2B232327-138B-4EC5-B43E-63BD50D6DEC0}" destId="{37AEC14C-2E64-4624-9F00-9F5C721494CB}" srcOrd="3" destOrd="0" presId="urn:microsoft.com/office/officeart/2018/2/layout/IconVerticalSolidList"/>
    <dgm:cxn modelId="{3F4F65E5-3FF5-40D1-86E6-CF737ED5E613}" type="presParOf" srcId="{69A876C4-ABF3-4F4E-BD88-90D40DAD6C8E}" destId="{069774FE-8805-477D-BE2E-37B899602787}" srcOrd="9" destOrd="0" presId="urn:microsoft.com/office/officeart/2018/2/layout/IconVerticalSolidList"/>
    <dgm:cxn modelId="{95472BC0-3150-47B0-81B8-C11AA3B6CBC5}" type="presParOf" srcId="{69A876C4-ABF3-4F4E-BD88-90D40DAD6C8E}" destId="{ABE3237C-3C78-4E51-A03E-D9EAFFA4C618}" srcOrd="10" destOrd="0" presId="urn:microsoft.com/office/officeart/2018/2/layout/IconVerticalSolidList"/>
    <dgm:cxn modelId="{6CA5FD4A-DA69-42EB-BC52-EFFDBEA1CFE4}" type="presParOf" srcId="{ABE3237C-3C78-4E51-A03E-D9EAFFA4C618}" destId="{0FEED32D-064A-4FDA-A9E2-78BB28CD13E2}" srcOrd="0" destOrd="0" presId="urn:microsoft.com/office/officeart/2018/2/layout/IconVerticalSolidList"/>
    <dgm:cxn modelId="{2D976402-08B4-416B-924D-6184EB8918D8}" type="presParOf" srcId="{ABE3237C-3C78-4E51-A03E-D9EAFFA4C618}" destId="{2368E1B5-574F-4DB6-8264-FD957E7244F8}" srcOrd="1" destOrd="0" presId="urn:microsoft.com/office/officeart/2018/2/layout/IconVerticalSolidList"/>
    <dgm:cxn modelId="{01FD3CE1-FFCC-49F7-8ED9-EC69FA7DE456}" type="presParOf" srcId="{ABE3237C-3C78-4E51-A03E-D9EAFFA4C618}" destId="{FE54AA2F-6E42-49D1-B51F-12BCD720DB7C}" srcOrd="2" destOrd="0" presId="urn:microsoft.com/office/officeart/2018/2/layout/IconVerticalSolidList"/>
    <dgm:cxn modelId="{5BFBB860-D5BC-4E34-BDFF-C796F8BEA4F4}" type="presParOf" srcId="{ABE3237C-3C78-4E51-A03E-D9EAFFA4C618}" destId="{EFFBC7E6-9F81-419D-AB63-4450713606C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5F5F90-785C-4CFF-93E0-1C907B90EDE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6D10547-656F-4144-8A06-636588C29E0B}">
      <dgm:prSet/>
      <dgm:spPr/>
      <dgm:t>
        <a:bodyPr/>
        <a:lstStyle/>
        <a:p>
          <a:r>
            <a:rPr lang="en-US"/>
            <a:t>19,24,29 generated</a:t>
          </a:r>
        </a:p>
      </dgm:t>
    </dgm:pt>
    <dgm:pt modelId="{E69AC416-D80E-4197-B733-C5FE81CE9B8D}" type="parTrans" cxnId="{8E650C52-AE3B-446F-92EC-A9A447C784B7}">
      <dgm:prSet/>
      <dgm:spPr/>
      <dgm:t>
        <a:bodyPr/>
        <a:lstStyle/>
        <a:p>
          <a:endParaRPr lang="en-US"/>
        </a:p>
      </dgm:t>
    </dgm:pt>
    <dgm:pt modelId="{3EFF8C8A-2AF0-4FD7-8CF4-02C2F7D5BF78}" type="sibTrans" cxnId="{8E650C52-AE3B-446F-92EC-A9A447C784B7}">
      <dgm:prSet/>
      <dgm:spPr/>
      <dgm:t>
        <a:bodyPr/>
        <a:lstStyle/>
        <a:p>
          <a:endParaRPr lang="en-US"/>
        </a:p>
      </dgm:t>
    </dgm:pt>
    <dgm:pt modelId="{B5BBC9AE-764D-4B27-ABEF-7D1935013A96}">
      <dgm:prSet/>
      <dgm:spPr/>
      <dgm:t>
        <a:bodyPr/>
        <a:lstStyle/>
        <a:p>
          <a:r>
            <a:rPr lang="en-US"/>
            <a:t>19,24 killed (bounding function)</a:t>
          </a:r>
        </a:p>
      </dgm:t>
    </dgm:pt>
    <dgm:pt modelId="{3298F60C-ED95-4D80-95FF-3E8227CE957B}" type="parTrans" cxnId="{503A105B-E345-4A47-89F6-0CB96E949318}">
      <dgm:prSet/>
      <dgm:spPr/>
      <dgm:t>
        <a:bodyPr/>
        <a:lstStyle/>
        <a:p>
          <a:endParaRPr lang="en-US"/>
        </a:p>
      </dgm:t>
    </dgm:pt>
    <dgm:pt modelId="{154A49CB-0B77-4B08-931B-0FD5DD7B876B}" type="sibTrans" cxnId="{503A105B-E345-4A47-89F6-0CB96E949318}">
      <dgm:prSet/>
      <dgm:spPr/>
      <dgm:t>
        <a:bodyPr/>
        <a:lstStyle/>
        <a:p>
          <a:endParaRPr lang="en-US"/>
        </a:p>
      </dgm:t>
    </dgm:pt>
    <dgm:pt modelId="{03E18D20-8357-4891-BDE5-70196C7F2ACB}">
      <dgm:prSet/>
      <dgm:spPr/>
      <dgm:t>
        <a:bodyPr/>
        <a:lstStyle/>
        <a:p>
          <a:r>
            <a:rPr lang="en-US"/>
            <a:t>29 addedto queue of live nodes</a:t>
          </a:r>
        </a:p>
      </dgm:t>
    </dgm:pt>
    <dgm:pt modelId="{29A5F7C4-74E8-4468-B1F8-480CC782573D}" type="parTrans" cxnId="{777DBC1E-0BC4-49CD-9CB3-609C0499CF75}">
      <dgm:prSet/>
      <dgm:spPr/>
      <dgm:t>
        <a:bodyPr/>
        <a:lstStyle/>
        <a:p>
          <a:endParaRPr lang="en-US"/>
        </a:p>
      </dgm:t>
    </dgm:pt>
    <dgm:pt modelId="{AC5D41EE-C795-42D4-B687-3C5DE68700F6}" type="sibTrans" cxnId="{777DBC1E-0BC4-49CD-9CB3-609C0499CF75}">
      <dgm:prSet/>
      <dgm:spPr/>
      <dgm:t>
        <a:bodyPr/>
        <a:lstStyle/>
        <a:p>
          <a:endParaRPr lang="en-US"/>
        </a:p>
      </dgm:t>
    </dgm:pt>
    <dgm:pt modelId="{64B3BED5-F45F-493E-A504-0442B104089D}">
      <dgm:prSet/>
      <dgm:spPr/>
      <dgm:t>
        <a:bodyPr/>
        <a:lstStyle/>
        <a:p>
          <a:r>
            <a:rPr lang="en-US"/>
            <a:t>Node 34 E node</a:t>
          </a:r>
        </a:p>
      </dgm:t>
    </dgm:pt>
    <dgm:pt modelId="{28F38E23-9930-4587-A5F3-8887AEBB83D5}" type="parTrans" cxnId="{32D2082B-1B2D-436D-A511-D2AFA8C0F6EF}">
      <dgm:prSet/>
      <dgm:spPr/>
      <dgm:t>
        <a:bodyPr/>
        <a:lstStyle/>
        <a:p>
          <a:endParaRPr lang="en-US"/>
        </a:p>
      </dgm:t>
    </dgm:pt>
    <dgm:pt modelId="{C8B6AEE6-C2DC-40C1-A9A3-6C6F1D88493F}" type="sibTrans" cxnId="{32D2082B-1B2D-436D-A511-D2AFA8C0F6EF}">
      <dgm:prSet/>
      <dgm:spPr/>
      <dgm:t>
        <a:bodyPr/>
        <a:lstStyle/>
        <a:p>
          <a:endParaRPr lang="en-US"/>
        </a:p>
      </dgm:t>
    </dgm:pt>
    <dgm:pt modelId="{205F5A19-DDFC-4B0B-8BEE-1543E54DC3B5}">
      <dgm:prSet/>
      <dgm:spPr/>
      <dgm:t>
        <a:bodyPr/>
        <a:lstStyle/>
        <a:p>
          <a:r>
            <a:rPr lang="en-US"/>
            <a:t>Thus create FIFO B B search</a:t>
          </a:r>
        </a:p>
      </dgm:t>
    </dgm:pt>
    <dgm:pt modelId="{C4EC8C1E-467B-4F01-AEB7-4D09B0401F27}" type="parTrans" cxnId="{F371E8E4-51A7-494C-88D7-EEA863B821C3}">
      <dgm:prSet/>
      <dgm:spPr/>
      <dgm:t>
        <a:bodyPr/>
        <a:lstStyle/>
        <a:p>
          <a:endParaRPr lang="en-US"/>
        </a:p>
      </dgm:t>
    </dgm:pt>
    <dgm:pt modelId="{0909249E-7083-43BA-8605-51333C75EB8B}" type="sibTrans" cxnId="{F371E8E4-51A7-494C-88D7-EEA863B821C3}">
      <dgm:prSet/>
      <dgm:spPr/>
      <dgm:t>
        <a:bodyPr/>
        <a:lstStyle/>
        <a:p>
          <a:endParaRPr lang="en-US"/>
        </a:p>
      </dgm:t>
    </dgm:pt>
    <dgm:pt modelId="{D1947590-7ED8-4E60-B5E2-10055C7E418F}">
      <dgm:prSet/>
      <dgm:spPr/>
      <dgm:t>
        <a:bodyPr/>
        <a:lstStyle/>
        <a:p>
          <a:r>
            <a:rPr lang="en-US"/>
            <a:t>Nodes killed result of bounding function</a:t>
          </a:r>
        </a:p>
      </dgm:t>
    </dgm:pt>
    <dgm:pt modelId="{51D775D8-255A-437A-AB54-A8EC72950DE0}" type="parTrans" cxnId="{91F36F92-B937-4C0F-981C-CB89EF0ED181}">
      <dgm:prSet/>
      <dgm:spPr/>
      <dgm:t>
        <a:bodyPr/>
        <a:lstStyle/>
        <a:p>
          <a:endParaRPr lang="en-US"/>
        </a:p>
      </dgm:t>
    </dgm:pt>
    <dgm:pt modelId="{E7109435-097C-4A7B-8E64-1610CD735BAD}" type="sibTrans" cxnId="{91F36F92-B937-4C0F-981C-CB89EF0ED181}">
      <dgm:prSet/>
      <dgm:spPr/>
      <dgm:t>
        <a:bodyPr/>
        <a:lstStyle/>
        <a:p>
          <a:endParaRPr lang="en-US"/>
        </a:p>
      </dgm:t>
    </dgm:pt>
    <dgm:pt modelId="{F186D53F-D36C-41BE-A413-816457515F0E}" type="pres">
      <dgm:prSet presAssocID="{AA5F5F90-785C-4CFF-93E0-1C907B90EDE8}" presName="root" presStyleCnt="0">
        <dgm:presLayoutVars>
          <dgm:dir/>
          <dgm:resizeHandles val="exact"/>
        </dgm:presLayoutVars>
      </dgm:prSet>
      <dgm:spPr/>
    </dgm:pt>
    <dgm:pt modelId="{D9294B80-6CC1-40F2-BDE0-AE349BAFE76C}" type="pres">
      <dgm:prSet presAssocID="{76D10547-656F-4144-8A06-636588C29E0B}" presName="compNode" presStyleCnt="0"/>
      <dgm:spPr/>
    </dgm:pt>
    <dgm:pt modelId="{4864C1BC-0B9E-41EF-9C0F-42A3B30746B1}" type="pres">
      <dgm:prSet presAssocID="{76D10547-656F-4144-8A06-636588C29E0B}" presName="bgRect" presStyleLbl="bgShp" presStyleIdx="0" presStyleCnt="6"/>
      <dgm:spPr/>
    </dgm:pt>
    <dgm:pt modelId="{B625CB32-7EED-4E17-840B-6829159DDD7B}" type="pres">
      <dgm:prSet presAssocID="{76D10547-656F-4144-8A06-636588C29E0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ion"/>
        </a:ext>
      </dgm:extLst>
    </dgm:pt>
    <dgm:pt modelId="{595F3D9D-ABCE-4A6F-A85E-90854F69B3C4}" type="pres">
      <dgm:prSet presAssocID="{76D10547-656F-4144-8A06-636588C29E0B}" presName="spaceRect" presStyleCnt="0"/>
      <dgm:spPr/>
    </dgm:pt>
    <dgm:pt modelId="{B7C9F492-8FB0-4770-A93D-611C2EE4F1DA}" type="pres">
      <dgm:prSet presAssocID="{76D10547-656F-4144-8A06-636588C29E0B}" presName="parTx" presStyleLbl="revTx" presStyleIdx="0" presStyleCnt="6">
        <dgm:presLayoutVars>
          <dgm:chMax val="0"/>
          <dgm:chPref val="0"/>
        </dgm:presLayoutVars>
      </dgm:prSet>
      <dgm:spPr/>
    </dgm:pt>
    <dgm:pt modelId="{DB3A3CCC-0A77-48DC-ADA1-104D8EEDFC12}" type="pres">
      <dgm:prSet presAssocID="{3EFF8C8A-2AF0-4FD7-8CF4-02C2F7D5BF78}" presName="sibTrans" presStyleCnt="0"/>
      <dgm:spPr/>
    </dgm:pt>
    <dgm:pt modelId="{C547B9C7-21D6-4AF6-9708-F514F71A43FF}" type="pres">
      <dgm:prSet presAssocID="{B5BBC9AE-764D-4B27-ABEF-7D1935013A96}" presName="compNode" presStyleCnt="0"/>
      <dgm:spPr/>
    </dgm:pt>
    <dgm:pt modelId="{2311865F-9D2D-4890-AD2D-3FB929E70365}" type="pres">
      <dgm:prSet presAssocID="{B5BBC9AE-764D-4B27-ABEF-7D1935013A96}" presName="bgRect" presStyleLbl="bgShp" presStyleIdx="1" presStyleCnt="6"/>
      <dgm:spPr/>
    </dgm:pt>
    <dgm:pt modelId="{6FAEC4F8-6E28-4BBD-A086-FBD02D722248}" type="pres">
      <dgm:prSet presAssocID="{B5BBC9AE-764D-4B27-ABEF-7D1935013A9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00FE43BD-32D1-4FA3-A601-B21403EEEF5F}" type="pres">
      <dgm:prSet presAssocID="{B5BBC9AE-764D-4B27-ABEF-7D1935013A96}" presName="spaceRect" presStyleCnt="0"/>
      <dgm:spPr/>
    </dgm:pt>
    <dgm:pt modelId="{A8005031-91E1-4A89-B18A-60370AF7569D}" type="pres">
      <dgm:prSet presAssocID="{B5BBC9AE-764D-4B27-ABEF-7D1935013A96}" presName="parTx" presStyleLbl="revTx" presStyleIdx="1" presStyleCnt="6">
        <dgm:presLayoutVars>
          <dgm:chMax val="0"/>
          <dgm:chPref val="0"/>
        </dgm:presLayoutVars>
      </dgm:prSet>
      <dgm:spPr/>
    </dgm:pt>
    <dgm:pt modelId="{251282AD-94CC-4511-82FC-33032EAFA623}" type="pres">
      <dgm:prSet presAssocID="{154A49CB-0B77-4B08-931B-0FD5DD7B876B}" presName="sibTrans" presStyleCnt="0"/>
      <dgm:spPr/>
    </dgm:pt>
    <dgm:pt modelId="{EBC9ECB1-78C8-4DD0-8E6B-E769720EF265}" type="pres">
      <dgm:prSet presAssocID="{03E18D20-8357-4891-BDE5-70196C7F2ACB}" presName="compNode" presStyleCnt="0"/>
      <dgm:spPr/>
    </dgm:pt>
    <dgm:pt modelId="{66AEB4B0-2095-4B18-867D-24D148CC7DEE}" type="pres">
      <dgm:prSet presAssocID="{03E18D20-8357-4891-BDE5-70196C7F2ACB}" presName="bgRect" presStyleLbl="bgShp" presStyleIdx="2" presStyleCnt="6"/>
      <dgm:spPr/>
    </dgm:pt>
    <dgm:pt modelId="{911A59F9-1CF8-479B-8DB0-86A0A83FDBBB}" type="pres">
      <dgm:prSet presAssocID="{03E18D20-8357-4891-BDE5-70196C7F2AC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rCode1"/>
        </a:ext>
      </dgm:extLst>
    </dgm:pt>
    <dgm:pt modelId="{34B7A08E-915F-4023-BDF0-8CC551A117C4}" type="pres">
      <dgm:prSet presAssocID="{03E18D20-8357-4891-BDE5-70196C7F2ACB}" presName="spaceRect" presStyleCnt="0"/>
      <dgm:spPr/>
    </dgm:pt>
    <dgm:pt modelId="{4A33F489-53E6-4733-BDDC-D64254B5C660}" type="pres">
      <dgm:prSet presAssocID="{03E18D20-8357-4891-BDE5-70196C7F2ACB}" presName="parTx" presStyleLbl="revTx" presStyleIdx="2" presStyleCnt="6">
        <dgm:presLayoutVars>
          <dgm:chMax val="0"/>
          <dgm:chPref val="0"/>
        </dgm:presLayoutVars>
      </dgm:prSet>
      <dgm:spPr/>
    </dgm:pt>
    <dgm:pt modelId="{DB5EC900-8FBE-4227-B266-2BEC631A1583}" type="pres">
      <dgm:prSet presAssocID="{AC5D41EE-C795-42D4-B687-3C5DE68700F6}" presName="sibTrans" presStyleCnt="0"/>
      <dgm:spPr/>
    </dgm:pt>
    <dgm:pt modelId="{75AB2190-EB84-449A-87DC-DBAB14FD7856}" type="pres">
      <dgm:prSet presAssocID="{64B3BED5-F45F-493E-A504-0442B104089D}" presName="compNode" presStyleCnt="0"/>
      <dgm:spPr/>
    </dgm:pt>
    <dgm:pt modelId="{CC138226-7DD7-46F5-A766-DA324782FF1B}" type="pres">
      <dgm:prSet presAssocID="{64B3BED5-F45F-493E-A504-0442B104089D}" presName="bgRect" presStyleLbl="bgShp" presStyleIdx="3" presStyleCnt="6"/>
      <dgm:spPr/>
    </dgm:pt>
    <dgm:pt modelId="{6BC49284-4687-44C4-AA01-3782EBF1EDFC}" type="pres">
      <dgm:prSet presAssocID="{64B3BED5-F45F-493E-A504-0442B104089D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7A7AF79-0919-4559-A434-AB63336C49E8}" type="pres">
      <dgm:prSet presAssocID="{64B3BED5-F45F-493E-A504-0442B104089D}" presName="spaceRect" presStyleCnt="0"/>
      <dgm:spPr/>
    </dgm:pt>
    <dgm:pt modelId="{D46599EF-77E6-43DD-A87B-6E4C633928E4}" type="pres">
      <dgm:prSet presAssocID="{64B3BED5-F45F-493E-A504-0442B104089D}" presName="parTx" presStyleLbl="revTx" presStyleIdx="3" presStyleCnt="6">
        <dgm:presLayoutVars>
          <dgm:chMax val="0"/>
          <dgm:chPref val="0"/>
        </dgm:presLayoutVars>
      </dgm:prSet>
      <dgm:spPr/>
    </dgm:pt>
    <dgm:pt modelId="{BC69344E-9943-4D11-A15B-2A32EB9FB564}" type="pres">
      <dgm:prSet presAssocID="{C8B6AEE6-C2DC-40C1-A9A3-6C6F1D88493F}" presName="sibTrans" presStyleCnt="0"/>
      <dgm:spPr/>
    </dgm:pt>
    <dgm:pt modelId="{4ACCFE7E-758F-4FB4-86AA-710F67394745}" type="pres">
      <dgm:prSet presAssocID="{205F5A19-DDFC-4B0B-8BEE-1543E54DC3B5}" presName="compNode" presStyleCnt="0"/>
      <dgm:spPr/>
    </dgm:pt>
    <dgm:pt modelId="{21911148-985F-4B7D-9618-0FCEC71219E3}" type="pres">
      <dgm:prSet presAssocID="{205F5A19-DDFC-4B0B-8BEE-1543E54DC3B5}" presName="bgRect" presStyleLbl="bgShp" presStyleIdx="4" presStyleCnt="6"/>
      <dgm:spPr/>
    </dgm:pt>
    <dgm:pt modelId="{01422082-BD4B-48A6-94A4-7E02E490F991}" type="pres">
      <dgm:prSet presAssocID="{205F5A19-DDFC-4B0B-8BEE-1543E54DC3B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7D0DC03-5A41-4591-A71D-FB2CCD63189A}" type="pres">
      <dgm:prSet presAssocID="{205F5A19-DDFC-4B0B-8BEE-1543E54DC3B5}" presName="spaceRect" presStyleCnt="0"/>
      <dgm:spPr/>
    </dgm:pt>
    <dgm:pt modelId="{2650C77A-4D1D-4F14-8345-CAF4C07FDF9F}" type="pres">
      <dgm:prSet presAssocID="{205F5A19-DDFC-4B0B-8BEE-1543E54DC3B5}" presName="parTx" presStyleLbl="revTx" presStyleIdx="4" presStyleCnt="6">
        <dgm:presLayoutVars>
          <dgm:chMax val="0"/>
          <dgm:chPref val="0"/>
        </dgm:presLayoutVars>
      </dgm:prSet>
      <dgm:spPr/>
    </dgm:pt>
    <dgm:pt modelId="{FFBF92F1-A327-4FF4-928A-E3DE121EF581}" type="pres">
      <dgm:prSet presAssocID="{0909249E-7083-43BA-8605-51333C75EB8B}" presName="sibTrans" presStyleCnt="0"/>
      <dgm:spPr/>
    </dgm:pt>
    <dgm:pt modelId="{53535A32-4081-4679-A8D4-CB85E28B5C6C}" type="pres">
      <dgm:prSet presAssocID="{D1947590-7ED8-4E60-B5E2-10055C7E418F}" presName="compNode" presStyleCnt="0"/>
      <dgm:spPr/>
    </dgm:pt>
    <dgm:pt modelId="{DC905F6C-DC75-445A-80E4-410A96AF3B26}" type="pres">
      <dgm:prSet presAssocID="{D1947590-7ED8-4E60-B5E2-10055C7E418F}" presName="bgRect" presStyleLbl="bgShp" presStyleIdx="5" presStyleCnt="6"/>
      <dgm:spPr/>
    </dgm:pt>
    <dgm:pt modelId="{105A74CD-EA51-4A78-93F3-879F31C8B901}" type="pres">
      <dgm:prSet presAssocID="{D1947590-7ED8-4E60-B5E2-10055C7E418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F7E293ED-AA46-4BEB-BDA4-13BD6FE72DFB}" type="pres">
      <dgm:prSet presAssocID="{D1947590-7ED8-4E60-B5E2-10055C7E418F}" presName="spaceRect" presStyleCnt="0"/>
      <dgm:spPr/>
    </dgm:pt>
    <dgm:pt modelId="{34C396C1-53B1-4201-B918-192EDAC2957C}" type="pres">
      <dgm:prSet presAssocID="{D1947590-7ED8-4E60-B5E2-10055C7E418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DC248D15-EC2E-4A75-A1AF-679003AEDFDC}" type="presOf" srcId="{AA5F5F90-785C-4CFF-93E0-1C907B90EDE8}" destId="{F186D53F-D36C-41BE-A413-816457515F0E}" srcOrd="0" destOrd="0" presId="urn:microsoft.com/office/officeart/2018/2/layout/IconVerticalSolidList"/>
    <dgm:cxn modelId="{777DBC1E-0BC4-49CD-9CB3-609C0499CF75}" srcId="{AA5F5F90-785C-4CFF-93E0-1C907B90EDE8}" destId="{03E18D20-8357-4891-BDE5-70196C7F2ACB}" srcOrd="2" destOrd="0" parTransId="{29A5F7C4-74E8-4468-B1F8-480CC782573D}" sibTransId="{AC5D41EE-C795-42D4-B687-3C5DE68700F6}"/>
    <dgm:cxn modelId="{32D2082B-1B2D-436D-A511-D2AFA8C0F6EF}" srcId="{AA5F5F90-785C-4CFF-93E0-1C907B90EDE8}" destId="{64B3BED5-F45F-493E-A504-0442B104089D}" srcOrd="3" destOrd="0" parTransId="{28F38E23-9930-4587-A5F3-8887AEBB83D5}" sibTransId="{C8B6AEE6-C2DC-40C1-A9A3-6C6F1D88493F}"/>
    <dgm:cxn modelId="{AF7B023F-8EC6-444C-99E9-240CCA27F623}" type="presOf" srcId="{B5BBC9AE-764D-4B27-ABEF-7D1935013A96}" destId="{A8005031-91E1-4A89-B18A-60370AF7569D}" srcOrd="0" destOrd="0" presId="urn:microsoft.com/office/officeart/2018/2/layout/IconVerticalSolidList"/>
    <dgm:cxn modelId="{503A105B-E345-4A47-89F6-0CB96E949318}" srcId="{AA5F5F90-785C-4CFF-93E0-1C907B90EDE8}" destId="{B5BBC9AE-764D-4B27-ABEF-7D1935013A96}" srcOrd="1" destOrd="0" parTransId="{3298F60C-ED95-4D80-95FF-3E8227CE957B}" sibTransId="{154A49CB-0B77-4B08-931B-0FD5DD7B876B}"/>
    <dgm:cxn modelId="{8E650C52-AE3B-446F-92EC-A9A447C784B7}" srcId="{AA5F5F90-785C-4CFF-93E0-1C907B90EDE8}" destId="{76D10547-656F-4144-8A06-636588C29E0B}" srcOrd="0" destOrd="0" parTransId="{E69AC416-D80E-4197-B733-C5FE81CE9B8D}" sibTransId="{3EFF8C8A-2AF0-4FD7-8CF4-02C2F7D5BF78}"/>
    <dgm:cxn modelId="{91F36F92-B937-4C0F-981C-CB89EF0ED181}" srcId="{AA5F5F90-785C-4CFF-93E0-1C907B90EDE8}" destId="{D1947590-7ED8-4E60-B5E2-10055C7E418F}" srcOrd="5" destOrd="0" parTransId="{51D775D8-255A-437A-AB54-A8EC72950DE0}" sibTransId="{E7109435-097C-4A7B-8E64-1610CD735BAD}"/>
    <dgm:cxn modelId="{789DBB99-848C-49FD-B4AA-B0BB1A53DE33}" type="presOf" srcId="{76D10547-656F-4144-8A06-636588C29E0B}" destId="{B7C9F492-8FB0-4770-A93D-611C2EE4F1DA}" srcOrd="0" destOrd="0" presId="urn:microsoft.com/office/officeart/2018/2/layout/IconVerticalSolidList"/>
    <dgm:cxn modelId="{F371E8E4-51A7-494C-88D7-EEA863B821C3}" srcId="{AA5F5F90-785C-4CFF-93E0-1C907B90EDE8}" destId="{205F5A19-DDFC-4B0B-8BEE-1543E54DC3B5}" srcOrd="4" destOrd="0" parTransId="{C4EC8C1E-467B-4F01-AEB7-4D09B0401F27}" sibTransId="{0909249E-7083-43BA-8605-51333C75EB8B}"/>
    <dgm:cxn modelId="{E65A15E9-DB80-42B1-AF3A-5AC2DCD91F57}" type="presOf" srcId="{03E18D20-8357-4891-BDE5-70196C7F2ACB}" destId="{4A33F489-53E6-4733-BDDC-D64254B5C660}" srcOrd="0" destOrd="0" presId="urn:microsoft.com/office/officeart/2018/2/layout/IconVerticalSolidList"/>
    <dgm:cxn modelId="{90F215ED-2289-4D5E-B33D-FDE530F60EFC}" type="presOf" srcId="{205F5A19-DDFC-4B0B-8BEE-1543E54DC3B5}" destId="{2650C77A-4D1D-4F14-8345-CAF4C07FDF9F}" srcOrd="0" destOrd="0" presId="urn:microsoft.com/office/officeart/2018/2/layout/IconVerticalSolidList"/>
    <dgm:cxn modelId="{2C9CA4FC-5647-4175-AD41-D9CDB360B392}" type="presOf" srcId="{64B3BED5-F45F-493E-A504-0442B104089D}" destId="{D46599EF-77E6-43DD-A87B-6E4C633928E4}" srcOrd="0" destOrd="0" presId="urn:microsoft.com/office/officeart/2018/2/layout/IconVerticalSolidList"/>
    <dgm:cxn modelId="{157B38FD-0E47-479A-8B7D-9AD1F324ABAD}" type="presOf" srcId="{D1947590-7ED8-4E60-B5E2-10055C7E418F}" destId="{34C396C1-53B1-4201-B918-192EDAC2957C}" srcOrd="0" destOrd="0" presId="urn:microsoft.com/office/officeart/2018/2/layout/IconVerticalSolidList"/>
    <dgm:cxn modelId="{F6FE8A8E-C14B-4C3D-A439-C8220294A54B}" type="presParOf" srcId="{F186D53F-D36C-41BE-A413-816457515F0E}" destId="{D9294B80-6CC1-40F2-BDE0-AE349BAFE76C}" srcOrd="0" destOrd="0" presId="urn:microsoft.com/office/officeart/2018/2/layout/IconVerticalSolidList"/>
    <dgm:cxn modelId="{0B55D984-DEDC-4B4E-8941-07B947541EBC}" type="presParOf" srcId="{D9294B80-6CC1-40F2-BDE0-AE349BAFE76C}" destId="{4864C1BC-0B9E-41EF-9C0F-42A3B30746B1}" srcOrd="0" destOrd="0" presId="urn:microsoft.com/office/officeart/2018/2/layout/IconVerticalSolidList"/>
    <dgm:cxn modelId="{A121D6FA-3999-4529-8619-F88290511ED9}" type="presParOf" srcId="{D9294B80-6CC1-40F2-BDE0-AE349BAFE76C}" destId="{B625CB32-7EED-4E17-840B-6829159DDD7B}" srcOrd="1" destOrd="0" presId="urn:microsoft.com/office/officeart/2018/2/layout/IconVerticalSolidList"/>
    <dgm:cxn modelId="{10D84117-B6A4-454F-98CD-85CE6411CC78}" type="presParOf" srcId="{D9294B80-6CC1-40F2-BDE0-AE349BAFE76C}" destId="{595F3D9D-ABCE-4A6F-A85E-90854F69B3C4}" srcOrd="2" destOrd="0" presId="urn:microsoft.com/office/officeart/2018/2/layout/IconVerticalSolidList"/>
    <dgm:cxn modelId="{5202FF83-905A-4069-AD8F-8FBE7DA08019}" type="presParOf" srcId="{D9294B80-6CC1-40F2-BDE0-AE349BAFE76C}" destId="{B7C9F492-8FB0-4770-A93D-611C2EE4F1DA}" srcOrd="3" destOrd="0" presId="urn:microsoft.com/office/officeart/2018/2/layout/IconVerticalSolidList"/>
    <dgm:cxn modelId="{5BA8DE6F-8E62-447E-A253-B64F69D50802}" type="presParOf" srcId="{F186D53F-D36C-41BE-A413-816457515F0E}" destId="{DB3A3CCC-0A77-48DC-ADA1-104D8EEDFC12}" srcOrd="1" destOrd="0" presId="urn:microsoft.com/office/officeart/2018/2/layout/IconVerticalSolidList"/>
    <dgm:cxn modelId="{970C98F0-C2DE-474F-BFA2-8DF122CE6E44}" type="presParOf" srcId="{F186D53F-D36C-41BE-A413-816457515F0E}" destId="{C547B9C7-21D6-4AF6-9708-F514F71A43FF}" srcOrd="2" destOrd="0" presId="urn:microsoft.com/office/officeart/2018/2/layout/IconVerticalSolidList"/>
    <dgm:cxn modelId="{1BBE1FEB-E68A-4C00-9B80-1181D3DCAED4}" type="presParOf" srcId="{C547B9C7-21D6-4AF6-9708-F514F71A43FF}" destId="{2311865F-9D2D-4890-AD2D-3FB929E70365}" srcOrd="0" destOrd="0" presId="urn:microsoft.com/office/officeart/2018/2/layout/IconVerticalSolidList"/>
    <dgm:cxn modelId="{7DB4EAC1-FB59-444F-B682-2E589C42E394}" type="presParOf" srcId="{C547B9C7-21D6-4AF6-9708-F514F71A43FF}" destId="{6FAEC4F8-6E28-4BBD-A086-FBD02D722248}" srcOrd="1" destOrd="0" presId="urn:microsoft.com/office/officeart/2018/2/layout/IconVerticalSolidList"/>
    <dgm:cxn modelId="{F35060E8-3407-4B69-8145-39B9132241D9}" type="presParOf" srcId="{C547B9C7-21D6-4AF6-9708-F514F71A43FF}" destId="{00FE43BD-32D1-4FA3-A601-B21403EEEF5F}" srcOrd="2" destOrd="0" presId="urn:microsoft.com/office/officeart/2018/2/layout/IconVerticalSolidList"/>
    <dgm:cxn modelId="{7C78EFCE-7AA8-4763-B2EF-BA4CFC490E2C}" type="presParOf" srcId="{C547B9C7-21D6-4AF6-9708-F514F71A43FF}" destId="{A8005031-91E1-4A89-B18A-60370AF7569D}" srcOrd="3" destOrd="0" presId="urn:microsoft.com/office/officeart/2018/2/layout/IconVerticalSolidList"/>
    <dgm:cxn modelId="{BEBEA031-1B1A-4303-B83F-84BB6E879D56}" type="presParOf" srcId="{F186D53F-D36C-41BE-A413-816457515F0E}" destId="{251282AD-94CC-4511-82FC-33032EAFA623}" srcOrd="3" destOrd="0" presId="urn:microsoft.com/office/officeart/2018/2/layout/IconVerticalSolidList"/>
    <dgm:cxn modelId="{8577DFF2-5A23-41C1-B098-5D6F7BE98032}" type="presParOf" srcId="{F186D53F-D36C-41BE-A413-816457515F0E}" destId="{EBC9ECB1-78C8-4DD0-8E6B-E769720EF265}" srcOrd="4" destOrd="0" presId="urn:microsoft.com/office/officeart/2018/2/layout/IconVerticalSolidList"/>
    <dgm:cxn modelId="{4E93779D-C6DA-4B3E-9C69-4ED7E01EA75E}" type="presParOf" srcId="{EBC9ECB1-78C8-4DD0-8E6B-E769720EF265}" destId="{66AEB4B0-2095-4B18-867D-24D148CC7DEE}" srcOrd="0" destOrd="0" presId="urn:microsoft.com/office/officeart/2018/2/layout/IconVerticalSolidList"/>
    <dgm:cxn modelId="{582C59F5-E237-4B34-A6FA-98F9F7FBAFB3}" type="presParOf" srcId="{EBC9ECB1-78C8-4DD0-8E6B-E769720EF265}" destId="{911A59F9-1CF8-479B-8DB0-86A0A83FDBBB}" srcOrd="1" destOrd="0" presId="urn:microsoft.com/office/officeart/2018/2/layout/IconVerticalSolidList"/>
    <dgm:cxn modelId="{F3D7E5E3-E370-4315-AC07-4071EE7A0695}" type="presParOf" srcId="{EBC9ECB1-78C8-4DD0-8E6B-E769720EF265}" destId="{34B7A08E-915F-4023-BDF0-8CC551A117C4}" srcOrd="2" destOrd="0" presId="urn:microsoft.com/office/officeart/2018/2/layout/IconVerticalSolidList"/>
    <dgm:cxn modelId="{B5828CCE-2E1D-43C2-B498-47CC35581A56}" type="presParOf" srcId="{EBC9ECB1-78C8-4DD0-8E6B-E769720EF265}" destId="{4A33F489-53E6-4733-BDDC-D64254B5C660}" srcOrd="3" destOrd="0" presId="urn:microsoft.com/office/officeart/2018/2/layout/IconVerticalSolidList"/>
    <dgm:cxn modelId="{83B6489B-E215-4983-A000-9788D961ABDF}" type="presParOf" srcId="{F186D53F-D36C-41BE-A413-816457515F0E}" destId="{DB5EC900-8FBE-4227-B266-2BEC631A1583}" srcOrd="5" destOrd="0" presId="urn:microsoft.com/office/officeart/2018/2/layout/IconVerticalSolidList"/>
    <dgm:cxn modelId="{580CE0F5-D45D-470B-9CCC-36E13BA1BABC}" type="presParOf" srcId="{F186D53F-D36C-41BE-A413-816457515F0E}" destId="{75AB2190-EB84-449A-87DC-DBAB14FD7856}" srcOrd="6" destOrd="0" presId="urn:microsoft.com/office/officeart/2018/2/layout/IconVerticalSolidList"/>
    <dgm:cxn modelId="{F4B078D2-27F7-4231-93CD-6AF5CBA58F25}" type="presParOf" srcId="{75AB2190-EB84-449A-87DC-DBAB14FD7856}" destId="{CC138226-7DD7-46F5-A766-DA324782FF1B}" srcOrd="0" destOrd="0" presId="urn:microsoft.com/office/officeart/2018/2/layout/IconVerticalSolidList"/>
    <dgm:cxn modelId="{86F78BB6-6CC5-4026-A6BD-2E2E460AEE0E}" type="presParOf" srcId="{75AB2190-EB84-449A-87DC-DBAB14FD7856}" destId="{6BC49284-4687-44C4-AA01-3782EBF1EDFC}" srcOrd="1" destOrd="0" presId="urn:microsoft.com/office/officeart/2018/2/layout/IconVerticalSolidList"/>
    <dgm:cxn modelId="{CD3B10EE-EF22-4209-A3A1-219EB423EB96}" type="presParOf" srcId="{75AB2190-EB84-449A-87DC-DBAB14FD7856}" destId="{37A7AF79-0919-4559-A434-AB63336C49E8}" srcOrd="2" destOrd="0" presId="urn:microsoft.com/office/officeart/2018/2/layout/IconVerticalSolidList"/>
    <dgm:cxn modelId="{944B2475-A5B3-4597-9563-0138E2B8C76A}" type="presParOf" srcId="{75AB2190-EB84-449A-87DC-DBAB14FD7856}" destId="{D46599EF-77E6-43DD-A87B-6E4C633928E4}" srcOrd="3" destOrd="0" presId="urn:microsoft.com/office/officeart/2018/2/layout/IconVerticalSolidList"/>
    <dgm:cxn modelId="{3BB3C60D-D09A-402C-9F23-A2C903636738}" type="presParOf" srcId="{F186D53F-D36C-41BE-A413-816457515F0E}" destId="{BC69344E-9943-4D11-A15B-2A32EB9FB564}" srcOrd="7" destOrd="0" presId="urn:microsoft.com/office/officeart/2018/2/layout/IconVerticalSolidList"/>
    <dgm:cxn modelId="{2E2EBCAE-6923-44FE-9B36-CA2BDA78D8E6}" type="presParOf" srcId="{F186D53F-D36C-41BE-A413-816457515F0E}" destId="{4ACCFE7E-758F-4FB4-86AA-710F67394745}" srcOrd="8" destOrd="0" presId="urn:microsoft.com/office/officeart/2018/2/layout/IconVerticalSolidList"/>
    <dgm:cxn modelId="{3854D813-E428-4D79-AED7-F4B43B0DA167}" type="presParOf" srcId="{4ACCFE7E-758F-4FB4-86AA-710F67394745}" destId="{21911148-985F-4B7D-9618-0FCEC71219E3}" srcOrd="0" destOrd="0" presId="urn:microsoft.com/office/officeart/2018/2/layout/IconVerticalSolidList"/>
    <dgm:cxn modelId="{EADC295D-9D3A-4E2D-97AD-176192403C10}" type="presParOf" srcId="{4ACCFE7E-758F-4FB4-86AA-710F67394745}" destId="{01422082-BD4B-48A6-94A4-7E02E490F991}" srcOrd="1" destOrd="0" presId="urn:microsoft.com/office/officeart/2018/2/layout/IconVerticalSolidList"/>
    <dgm:cxn modelId="{B73A193B-F536-4A79-97DE-043A03F0CC6A}" type="presParOf" srcId="{4ACCFE7E-758F-4FB4-86AA-710F67394745}" destId="{57D0DC03-5A41-4591-A71D-FB2CCD63189A}" srcOrd="2" destOrd="0" presId="urn:microsoft.com/office/officeart/2018/2/layout/IconVerticalSolidList"/>
    <dgm:cxn modelId="{A357325C-38AF-4A7D-A7D1-A0E242F4D405}" type="presParOf" srcId="{4ACCFE7E-758F-4FB4-86AA-710F67394745}" destId="{2650C77A-4D1D-4F14-8345-CAF4C07FDF9F}" srcOrd="3" destOrd="0" presId="urn:microsoft.com/office/officeart/2018/2/layout/IconVerticalSolidList"/>
    <dgm:cxn modelId="{C6AA4D85-FD64-401E-BB7A-713167B1A412}" type="presParOf" srcId="{F186D53F-D36C-41BE-A413-816457515F0E}" destId="{FFBF92F1-A327-4FF4-928A-E3DE121EF581}" srcOrd="9" destOrd="0" presId="urn:microsoft.com/office/officeart/2018/2/layout/IconVerticalSolidList"/>
    <dgm:cxn modelId="{6F7A6CB9-50F7-481B-9AEA-1E6981B34766}" type="presParOf" srcId="{F186D53F-D36C-41BE-A413-816457515F0E}" destId="{53535A32-4081-4679-A8D4-CB85E28B5C6C}" srcOrd="10" destOrd="0" presId="urn:microsoft.com/office/officeart/2018/2/layout/IconVerticalSolidList"/>
    <dgm:cxn modelId="{4485FFD2-E62F-4BE0-A1BE-13313D6513DE}" type="presParOf" srcId="{53535A32-4081-4679-A8D4-CB85E28B5C6C}" destId="{DC905F6C-DC75-445A-80E4-410A96AF3B26}" srcOrd="0" destOrd="0" presId="urn:microsoft.com/office/officeart/2018/2/layout/IconVerticalSolidList"/>
    <dgm:cxn modelId="{EA5B79FB-E842-4983-B67F-2ADE25CF650C}" type="presParOf" srcId="{53535A32-4081-4679-A8D4-CB85E28B5C6C}" destId="{105A74CD-EA51-4A78-93F3-879F31C8B901}" srcOrd="1" destOrd="0" presId="urn:microsoft.com/office/officeart/2018/2/layout/IconVerticalSolidList"/>
    <dgm:cxn modelId="{8AE63402-F111-4834-A32E-6E8A7A0C0215}" type="presParOf" srcId="{53535A32-4081-4679-A8D4-CB85E28B5C6C}" destId="{F7E293ED-AA46-4BEB-BDA4-13BD6FE72DFB}" srcOrd="2" destOrd="0" presId="urn:microsoft.com/office/officeart/2018/2/layout/IconVerticalSolidList"/>
    <dgm:cxn modelId="{36456109-33DD-4A21-87FF-F1B0CBC48E4A}" type="presParOf" srcId="{53535A32-4081-4679-A8D4-CB85E28B5C6C}" destId="{34C396C1-53B1-4201-B918-192EDAC2957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B097379-70EF-4808-987A-7B7D45F7EED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CC29D6B-F2E7-4FD5-ADB6-A979461571E0}">
      <dgm:prSet/>
      <dgm:spPr/>
      <dgm:t>
        <a:bodyPr/>
        <a:lstStyle/>
        <a:p>
          <a:pPr algn="just"/>
          <a:r>
            <a:rPr lang="en-US">
              <a:latin typeface="Aparajita" panose="02020603050405020304" pitchFamily="18" charset="0"/>
              <a:cs typeface="Aparajita" panose="02020603050405020304" pitchFamily="18" charset="0"/>
            </a:rPr>
            <a:t>Least Cost (LC) search</a:t>
          </a:r>
        </a:p>
      </dgm:t>
    </dgm:pt>
    <dgm:pt modelId="{CFEB1941-732A-4190-9566-B83BDA9C8DEE}" type="parTrans" cxnId="{753A2B72-59CC-4700-892A-F71E42514553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111073E0-73A5-41B2-A3A9-C86E149D0BA0}" type="sibTrans" cxnId="{753A2B72-59CC-4700-892A-F71E42514553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FC8040B0-8415-42E0-B5A0-EF924E97AD1F}">
      <dgm:prSet/>
      <dgm:spPr/>
      <dgm:t>
        <a:bodyPr/>
        <a:lstStyle/>
        <a:p>
          <a:pPr algn="just"/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In </a:t>
          </a:r>
          <a:r>
            <a:rPr lang="en-US" b="1" dirty="0">
              <a:latin typeface="Aparajita" panose="02020603050405020304" pitchFamily="18" charset="0"/>
              <a:cs typeface="Aparajita" panose="02020603050405020304" pitchFamily="18" charset="0"/>
            </a:rPr>
            <a:t>FIFO and LIFO  </a:t>
          </a:r>
          <a:r>
            <a:rPr lang="en-US" dirty="0" err="1">
              <a:latin typeface="Aparajita" panose="02020603050405020304" pitchFamily="18" charset="0"/>
              <a:cs typeface="Aparajita" panose="02020603050405020304" pitchFamily="18" charset="0"/>
            </a:rPr>
            <a:t>BB,</a:t>
          </a:r>
          <a:r>
            <a:rPr lang="en-US" dirty="0" err="1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selection</a:t>
          </a:r>
          <a:r>
            <a:rPr lang="en-US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 rule </a:t>
          </a:r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for next E node is </a:t>
          </a:r>
          <a:r>
            <a:rPr lang="en-US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rigid</a:t>
          </a:r>
        </a:p>
      </dgm:t>
    </dgm:pt>
    <dgm:pt modelId="{1089618A-BEE1-4617-99AD-5A8C9281F209}" type="parTrans" cxnId="{E1909A21-A621-4EAF-89F2-4C501702F21E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F25CB6BD-E11F-4B0F-B9B4-87D0AA2444BB}" type="sibTrans" cxnId="{E1909A21-A621-4EAF-89F2-4C501702F21E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F961FD1E-0652-4DCB-A7AD-507F830D521E}">
      <dgm:prSet/>
      <dgm:spPr/>
      <dgm:t>
        <a:bodyPr/>
        <a:lstStyle/>
        <a:p>
          <a:pPr algn="just"/>
          <a:r>
            <a:rPr lang="en-US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Not</a:t>
          </a:r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 give any </a:t>
          </a:r>
          <a:r>
            <a:rPr lang="en-US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preference</a:t>
          </a:r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 to a node that has very good chance of getting search to answer node quickly</a:t>
          </a:r>
        </a:p>
      </dgm:t>
    </dgm:pt>
    <dgm:pt modelId="{F918B54E-AF23-45E9-89C9-47973514CA07}" type="parTrans" cxnId="{E62F3CC4-14EA-4188-A1FF-09E8A7796ED0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53E07C34-4F50-42A6-A8A5-DFCE2F2CDBB6}" type="sibTrans" cxnId="{E62F3CC4-14EA-4188-A1FF-09E8A7796ED0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3C4C8ED5-8686-46EE-A69E-DBD31EECF2E1}">
      <dgm:prSet/>
      <dgm:spPr/>
      <dgm:t>
        <a:bodyPr/>
        <a:lstStyle/>
        <a:p>
          <a:pPr algn="just"/>
          <a:r>
            <a:rPr lang="en-US" dirty="0" err="1">
              <a:latin typeface="Aparajita" panose="02020603050405020304" pitchFamily="18" charset="0"/>
              <a:cs typeface="Aparajita" panose="02020603050405020304" pitchFamily="18" charset="0"/>
            </a:rPr>
            <a:t>Eg</a:t>
          </a:r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- in FIFO </a:t>
          </a:r>
          <a:r>
            <a:rPr lang="en-US" dirty="0" err="1">
              <a:latin typeface="Aparajita" panose="02020603050405020304" pitchFamily="18" charset="0"/>
              <a:cs typeface="Aparajita" panose="02020603050405020304" pitchFamily="18" charset="0"/>
            </a:rPr>
            <a:t>BnB</a:t>
          </a:r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, when node 30 generated, obvious that it will lead to answer node in just one move</a:t>
          </a:r>
        </a:p>
      </dgm:t>
    </dgm:pt>
    <dgm:pt modelId="{76913D1D-6E6C-4621-92DB-4C40BF2406AB}" type="parTrans" cxnId="{DCAAA67A-2C56-405C-AB3A-F3A03CFC3533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C17DBA68-659E-4AAE-BA66-7A7773C92996}" type="sibTrans" cxnId="{DCAAA67A-2C56-405C-AB3A-F3A03CFC3533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72A5551C-0886-4153-B85B-871F390A222E}">
      <dgm:prSet/>
      <dgm:spPr/>
      <dgm:t>
        <a:bodyPr/>
        <a:lstStyle/>
        <a:p>
          <a:pPr algn="just"/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But due to rigid structure of FIFO BB, all nodes generated before expanding node 30 </a:t>
          </a:r>
        </a:p>
      </dgm:t>
    </dgm:pt>
    <dgm:pt modelId="{90101194-650E-424E-AE6C-493D2B573066}" type="parTrans" cxnId="{8F2BC130-998E-48B0-A7CE-C337F361C14E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9A64B639-0039-42E2-9DAC-989B5CA8EBA3}" type="sibTrans" cxnId="{8F2BC130-998E-48B0-A7CE-C337F361C14E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E20A0BFB-540E-40D4-908F-89463DC4B7B8}">
      <dgm:prSet/>
      <dgm:spPr/>
      <dgm:t>
        <a:bodyPr/>
        <a:lstStyle/>
        <a:p>
          <a:pPr algn="just"/>
          <a:r>
            <a:rPr lang="en-US" b="1" dirty="0">
              <a:latin typeface="Aparajita" panose="02020603050405020304" pitchFamily="18" charset="0"/>
              <a:cs typeface="Aparajita" panose="02020603050405020304" pitchFamily="18" charset="0"/>
            </a:rPr>
            <a:t>Next E node  </a:t>
          </a:r>
          <a:r>
            <a:rPr lang="en-US" dirty="0">
              <a:latin typeface="Aparajita" panose="02020603050405020304" pitchFamily="18" charset="0"/>
              <a:cs typeface="Aparajita" panose="02020603050405020304" pitchFamily="18" charset="0"/>
            </a:rPr>
            <a:t>selected </a:t>
          </a:r>
          <a:r>
            <a:rPr lang="en-US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basis on ranking  function</a:t>
          </a:r>
        </a:p>
      </dgm:t>
    </dgm:pt>
    <dgm:pt modelId="{83C2FFE8-3008-41DF-8190-5C5430CC9CF9}" type="parTrans" cxnId="{8200A0DA-EB6C-45A3-B746-D36A68F1DA80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6EAD81B9-4332-42B7-B4BA-00F3A84B26C5}" type="sibTrans" cxnId="{8200A0DA-EB6C-45A3-B746-D36A68F1DA80}">
      <dgm:prSet/>
      <dgm:spPr/>
      <dgm:t>
        <a:bodyPr/>
        <a:lstStyle/>
        <a:p>
          <a:pPr algn="just"/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1ADEB18-31C8-4830-B3E6-4045BA0BF324}">
      <dgm:prSet/>
      <dgm:spPr/>
      <dgm:t>
        <a:bodyPr/>
        <a:lstStyle/>
        <a:p>
          <a:pPr algn="just"/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If the ranking function assigns a better value to node 30 than the remaining live nodes, then node 30 will become the E-node as soon as it is generated, and we will get the solution at the very next step,</a:t>
          </a:r>
          <a:endParaRPr lang="en-US" dirty="0">
            <a:solidFill>
              <a:srgbClr val="FF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34E34645-9748-4591-879E-CC08987D4121}" type="parTrans" cxnId="{1E3CA35D-3683-43A8-B36D-E6B71566A708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7878FA3-6783-45B0-8A6C-99CC83A3ABD7}" type="sibTrans" cxnId="{1E3CA35D-3683-43A8-B36D-E6B71566A708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AA5108F2-7DAF-46CB-BC90-D67C8D1BE433}">
      <dgm:prSet/>
      <dgm:spPr/>
      <dgm:t>
        <a:bodyPr/>
        <a:lstStyle/>
        <a:p>
          <a:pPr algn="just"/>
          <a:endParaRPr lang="en-US" dirty="0">
            <a:solidFill>
              <a:srgbClr val="FF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980AADF9-65C9-4C2D-8672-1A71972DCC59}" type="parTrans" cxnId="{CB6A3FBE-6989-4A0E-B8AE-60524F5B8BD8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7BA8A0A3-A738-4B91-87C3-85B87269076F}" type="sibTrans" cxnId="{CB6A3FBE-6989-4A0E-B8AE-60524F5B8BD8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0A2267D6-67B9-4470-AF62-58802BD0621B}">
      <dgm:prSet/>
      <dgm:spPr/>
      <dgm:t>
        <a:bodyPr/>
        <a:lstStyle/>
        <a:p>
          <a:pPr algn="just"/>
          <a:r>
            <a:rPr lang="en-US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In LC search,</a:t>
          </a:r>
          <a:r>
            <a:rPr lang="en-US" b="0" i="0" dirty="0">
              <a:latin typeface="Aparajita" panose="02020603050405020304" pitchFamily="18" charset="0"/>
              <a:cs typeface="Aparajita" panose="02020603050405020304" pitchFamily="18" charset="0"/>
            </a:rPr>
            <a:t> we can be speed up searching  by using the ranking function (.) for live nodes.</a:t>
          </a:r>
          <a:endParaRPr lang="en-US" dirty="0">
            <a:solidFill>
              <a:srgbClr val="FF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E4F710C5-8DF9-4DBA-B71F-1AE2BA590F2C}" type="parTrans" cxnId="{B56C27D9-AF5D-4154-AEB0-4E242D91D94C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C1C12C2B-B5DF-4136-BFD7-BFB9F23AE5FC}" type="sibTrans" cxnId="{B56C27D9-AF5D-4154-AEB0-4E242D91D94C}">
      <dgm:prSet/>
      <dgm:spPr/>
      <dgm:t>
        <a:bodyPr/>
        <a:lstStyle/>
        <a:p>
          <a:endParaRPr lang="en-US">
            <a:latin typeface="Aparajita" panose="02020603050405020304" pitchFamily="18" charset="0"/>
            <a:cs typeface="Aparajita" panose="02020603050405020304" pitchFamily="18" charset="0"/>
          </a:endParaRPr>
        </a:p>
      </dgm:t>
    </dgm:pt>
    <dgm:pt modelId="{3D38B73A-ADDF-496A-A30F-021875797657}" type="pres">
      <dgm:prSet presAssocID="{6B097379-70EF-4808-987A-7B7D45F7EED3}" presName="linear" presStyleCnt="0">
        <dgm:presLayoutVars>
          <dgm:animLvl val="lvl"/>
          <dgm:resizeHandles val="exact"/>
        </dgm:presLayoutVars>
      </dgm:prSet>
      <dgm:spPr/>
    </dgm:pt>
    <dgm:pt modelId="{266B1299-61C1-44DD-9AF6-F0D2D62C360C}" type="pres">
      <dgm:prSet presAssocID="{DCC29D6B-F2E7-4FD5-ADB6-A979461571E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F61DB8D-09BD-4827-8808-C2CD4157AA13}" type="pres">
      <dgm:prSet presAssocID="{DCC29D6B-F2E7-4FD5-ADB6-A979461571E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BBEBE0F-CBA3-4EB9-9C15-F2491C4F302F}" type="presOf" srcId="{3C4C8ED5-8686-46EE-A69E-DBD31EECF2E1}" destId="{8F61DB8D-09BD-4827-8808-C2CD4157AA13}" srcOrd="0" destOrd="3" presId="urn:microsoft.com/office/officeart/2005/8/layout/vList2"/>
    <dgm:cxn modelId="{E1909A21-A621-4EAF-89F2-4C501702F21E}" srcId="{DCC29D6B-F2E7-4FD5-ADB6-A979461571E0}" destId="{FC8040B0-8415-42E0-B5A0-EF924E97AD1F}" srcOrd="1" destOrd="0" parTransId="{1089618A-BEE1-4617-99AD-5A8C9281F209}" sibTransId="{F25CB6BD-E11F-4B0F-B9B4-87D0AA2444BB}"/>
    <dgm:cxn modelId="{E9BFAE26-D3E9-43BE-B6D8-A22905F6E469}" type="presOf" srcId="{6B097379-70EF-4808-987A-7B7D45F7EED3}" destId="{3D38B73A-ADDF-496A-A30F-021875797657}" srcOrd="0" destOrd="0" presId="urn:microsoft.com/office/officeart/2005/8/layout/vList2"/>
    <dgm:cxn modelId="{F3A5AB27-2C7F-4BF2-BCE6-175EC3EE944D}" type="presOf" srcId="{DCC29D6B-F2E7-4FD5-ADB6-A979461571E0}" destId="{266B1299-61C1-44DD-9AF6-F0D2D62C360C}" srcOrd="0" destOrd="0" presId="urn:microsoft.com/office/officeart/2005/8/layout/vList2"/>
    <dgm:cxn modelId="{CE461130-6500-40D6-A628-C7EF4D82A8A7}" type="presOf" srcId="{F961FD1E-0652-4DCB-A7AD-507F830D521E}" destId="{8F61DB8D-09BD-4827-8808-C2CD4157AA13}" srcOrd="0" destOrd="2" presId="urn:microsoft.com/office/officeart/2005/8/layout/vList2"/>
    <dgm:cxn modelId="{8F2BC130-998E-48B0-A7CE-C337F361C14E}" srcId="{DCC29D6B-F2E7-4FD5-ADB6-A979461571E0}" destId="{72A5551C-0886-4153-B85B-871F390A222E}" srcOrd="4" destOrd="0" parTransId="{90101194-650E-424E-AE6C-493D2B573066}" sibTransId="{9A64B639-0039-42E2-9DAC-989B5CA8EBA3}"/>
    <dgm:cxn modelId="{08FEAB35-7F83-437A-ACB2-1EB0EE334B7F}" type="presOf" srcId="{AA5108F2-7DAF-46CB-BC90-D67C8D1BE433}" destId="{8F61DB8D-09BD-4827-8808-C2CD4157AA13}" srcOrd="0" destOrd="0" presId="urn:microsoft.com/office/officeart/2005/8/layout/vList2"/>
    <dgm:cxn modelId="{1E3CA35D-3683-43A8-B36D-E6B71566A708}" srcId="{DCC29D6B-F2E7-4FD5-ADB6-A979461571E0}" destId="{01ADEB18-31C8-4830-B3E6-4045BA0BF324}" srcOrd="7" destOrd="0" parTransId="{34E34645-9748-4591-879E-CC08987D4121}" sibTransId="{07878FA3-6783-45B0-8A6C-99CC83A3ABD7}"/>
    <dgm:cxn modelId="{753A2B72-59CC-4700-892A-F71E42514553}" srcId="{6B097379-70EF-4808-987A-7B7D45F7EED3}" destId="{DCC29D6B-F2E7-4FD5-ADB6-A979461571E0}" srcOrd="0" destOrd="0" parTransId="{CFEB1941-732A-4190-9566-B83BDA9C8DEE}" sibTransId="{111073E0-73A5-41B2-A3A9-C86E149D0BA0}"/>
    <dgm:cxn modelId="{E1216659-0A0C-411B-9554-3DB38E7D7D8D}" type="presOf" srcId="{E20A0BFB-540E-40D4-908F-89463DC4B7B8}" destId="{8F61DB8D-09BD-4827-8808-C2CD4157AA13}" srcOrd="0" destOrd="6" presId="urn:microsoft.com/office/officeart/2005/8/layout/vList2"/>
    <dgm:cxn modelId="{1A0C9879-7AAE-4E0F-AE6B-E7C07E154058}" type="presOf" srcId="{01ADEB18-31C8-4830-B3E6-4045BA0BF324}" destId="{8F61DB8D-09BD-4827-8808-C2CD4157AA13}" srcOrd="0" destOrd="7" presId="urn:microsoft.com/office/officeart/2005/8/layout/vList2"/>
    <dgm:cxn modelId="{DCAAA67A-2C56-405C-AB3A-F3A03CFC3533}" srcId="{DCC29D6B-F2E7-4FD5-ADB6-A979461571E0}" destId="{3C4C8ED5-8686-46EE-A69E-DBD31EECF2E1}" srcOrd="3" destOrd="0" parTransId="{76913D1D-6E6C-4621-92DB-4C40BF2406AB}" sibTransId="{C17DBA68-659E-4AAE-BA66-7A7773C92996}"/>
    <dgm:cxn modelId="{08DB35A0-DA17-4E0B-BC54-122CF61E1EBA}" type="presOf" srcId="{FC8040B0-8415-42E0-B5A0-EF924E97AD1F}" destId="{8F61DB8D-09BD-4827-8808-C2CD4157AA13}" srcOrd="0" destOrd="1" presId="urn:microsoft.com/office/officeart/2005/8/layout/vList2"/>
    <dgm:cxn modelId="{7077C4A8-BC20-4860-831E-C50871FF7561}" type="presOf" srcId="{0A2267D6-67B9-4470-AF62-58802BD0621B}" destId="{8F61DB8D-09BD-4827-8808-C2CD4157AA13}" srcOrd="0" destOrd="5" presId="urn:microsoft.com/office/officeart/2005/8/layout/vList2"/>
    <dgm:cxn modelId="{CB6A3FBE-6989-4A0E-B8AE-60524F5B8BD8}" srcId="{DCC29D6B-F2E7-4FD5-ADB6-A979461571E0}" destId="{AA5108F2-7DAF-46CB-BC90-D67C8D1BE433}" srcOrd="0" destOrd="0" parTransId="{980AADF9-65C9-4C2D-8672-1A71972DCC59}" sibTransId="{7BA8A0A3-A738-4B91-87C3-85B87269076F}"/>
    <dgm:cxn modelId="{E62F3CC4-14EA-4188-A1FF-09E8A7796ED0}" srcId="{DCC29D6B-F2E7-4FD5-ADB6-A979461571E0}" destId="{F961FD1E-0652-4DCB-A7AD-507F830D521E}" srcOrd="2" destOrd="0" parTransId="{F918B54E-AF23-45E9-89C9-47973514CA07}" sibTransId="{53E07C34-4F50-42A6-A8A5-DFCE2F2CDBB6}"/>
    <dgm:cxn modelId="{B56C27D9-AF5D-4154-AEB0-4E242D91D94C}" srcId="{DCC29D6B-F2E7-4FD5-ADB6-A979461571E0}" destId="{0A2267D6-67B9-4470-AF62-58802BD0621B}" srcOrd="5" destOrd="0" parTransId="{E4F710C5-8DF9-4DBA-B71F-1AE2BA590F2C}" sibTransId="{C1C12C2B-B5DF-4136-BFD7-BFB9F23AE5FC}"/>
    <dgm:cxn modelId="{8200A0DA-EB6C-45A3-B746-D36A68F1DA80}" srcId="{DCC29D6B-F2E7-4FD5-ADB6-A979461571E0}" destId="{E20A0BFB-540E-40D4-908F-89463DC4B7B8}" srcOrd="6" destOrd="0" parTransId="{83C2FFE8-3008-41DF-8190-5C5430CC9CF9}" sibTransId="{6EAD81B9-4332-42B7-B4BA-00F3A84B26C5}"/>
    <dgm:cxn modelId="{A91E68FC-68D0-4ECE-8EE8-9678C2A141BD}" type="presOf" srcId="{72A5551C-0886-4153-B85B-871F390A222E}" destId="{8F61DB8D-09BD-4827-8808-C2CD4157AA13}" srcOrd="0" destOrd="4" presId="urn:microsoft.com/office/officeart/2005/8/layout/vList2"/>
    <dgm:cxn modelId="{8069F046-C30F-480C-B195-9CDAA308285C}" type="presParOf" srcId="{3D38B73A-ADDF-496A-A30F-021875797657}" destId="{266B1299-61C1-44DD-9AF6-F0D2D62C360C}" srcOrd="0" destOrd="0" presId="urn:microsoft.com/office/officeart/2005/8/layout/vList2"/>
    <dgm:cxn modelId="{70ADABEE-20A3-4C71-9F72-A96FBAADFC4C}" type="presParOf" srcId="{3D38B73A-ADDF-496A-A30F-021875797657}" destId="{8F61DB8D-09BD-4827-8808-C2CD4157AA1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DAED43C-E457-4A73-862D-62E710FAFEE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8DA946-EADC-4D6F-B0DA-F602F0C9FCD6}">
      <dgm:prSet/>
      <dgm:spPr/>
      <dgm:t>
        <a:bodyPr/>
        <a:lstStyle/>
        <a:p>
          <a:r>
            <a:rPr lang="en-US" b="0" i="0"/>
            <a:t>C(X) = cost of reaching the current node, X (E- node), from the root + the cost of reaching an answer node from X. </a:t>
          </a:r>
          <a:endParaRPr lang="en-US"/>
        </a:p>
      </dgm:t>
    </dgm:pt>
    <dgm:pt modelId="{CCE9FFA3-CD1B-4D40-A14A-2F5483C94505}" type="parTrans" cxnId="{DC518387-B743-4CC3-9BD4-26ADB8DD8DF9}">
      <dgm:prSet/>
      <dgm:spPr/>
      <dgm:t>
        <a:bodyPr/>
        <a:lstStyle/>
        <a:p>
          <a:endParaRPr lang="en-US"/>
        </a:p>
      </dgm:t>
    </dgm:pt>
    <dgm:pt modelId="{810E8AA3-9DB2-4E14-868B-BEA34EE4CF36}" type="sibTrans" cxnId="{DC518387-B743-4CC3-9BD4-26ADB8DD8DF9}">
      <dgm:prSet/>
      <dgm:spPr/>
      <dgm:t>
        <a:bodyPr/>
        <a:lstStyle/>
        <a:p>
          <a:endParaRPr lang="en-US"/>
        </a:p>
      </dgm:t>
    </dgm:pt>
    <dgm:pt modelId="{71D38B58-EC61-4F11-90B0-ABC7D5452C93}">
      <dgm:prSet/>
      <dgm:spPr/>
      <dgm:t>
        <a:bodyPr/>
        <a:lstStyle/>
        <a:p>
          <a:r>
            <a:rPr lang="en-US" b="0" i="0"/>
            <a:t>C(X) = g(X) + h(X)</a:t>
          </a:r>
          <a:endParaRPr lang="en-US"/>
        </a:p>
      </dgm:t>
    </dgm:pt>
    <dgm:pt modelId="{FE004413-E9CA-4BC5-8B3F-FA567E71D957}" type="parTrans" cxnId="{CF3D4D09-8BF6-4122-B343-463128D2324A}">
      <dgm:prSet/>
      <dgm:spPr/>
      <dgm:t>
        <a:bodyPr/>
        <a:lstStyle/>
        <a:p>
          <a:endParaRPr lang="en-US"/>
        </a:p>
      </dgm:t>
    </dgm:pt>
    <dgm:pt modelId="{0995AB48-7E82-47CA-9248-A02DD32C586B}" type="sibTrans" cxnId="{CF3D4D09-8BF6-4122-B343-463128D2324A}">
      <dgm:prSet/>
      <dgm:spPr/>
      <dgm:t>
        <a:bodyPr/>
        <a:lstStyle/>
        <a:p>
          <a:endParaRPr lang="en-US"/>
        </a:p>
      </dgm:t>
    </dgm:pt>
    <dgm:pt modelId="{D03EAD21-FC6B-4B11-BF0E-A01A58985C49}">
      <dgm:prSet/>
      <dgm:spPr/>
      <dgm:t>
        <a:bodyPr/>
        <a:lstStyle/>
        <a:p>
          <a:r>
            <a:rPr lang="en-US" b="0" i="0"/>
            <a:t>h(x)=the cost of reaching a solution-node from X, not known. </a:t>
          </a:r>
          <a:endParaRPr lang="en-US"/>
        </a:p>
      </dgm:t>
    </dgm:pt>
    <dgm:pt modelId="{06650666-94C0-4EF3-96C0-FE7C4A9EFB60}" type="parTrans" cxnId="{246F765D-BEFE-43A0-B12E-42DD7D587173}">
      <dgm:prSet/>
      <dgm:spPr/>
      <dgm:t>
        <a:bodyPr/>
        <a:lstStyle/>
        <a:p>
          <a:endParaRPr lang="en-US"/>
        </a:p>
      </dgm:t>
    </dgm:pt>
    <dgm:pt modelId="{105A3CF8-0CDE-4830-BE35-80185CAF86F0}" type="sibTrans" cxnId="{246F765D-BEFE-43A0-B12E-42DD7D587173}">
      <dgm:prSet/>
      <dgm:spPr/>
      <dgm:t>
        <a:bodyPr/>
        <a:lstStyle/>
        <a:p>
          <a:endParaRPr lang="en-US"/>
        </a:p>
      </dgm:t>
    </dgm:pt>
    <dgm:pt modelId="{BD6E6F6B-2E0A-4048-B946-1F71F50087E3}" type="pres">
      <dgm:prSet presAssocID="{9DAED43C-E457-4A73-862D-62E710FAFEE5}" presName="linear" presStyleCnt="0">
        <dgm:presLayoutVars>
          <dgm:animLvl val="lvl"/>
          <dgm:resizeHandles val="exact"/>
        </dgm:presLayoutVars>
      </dgm:prSet>
      <dgm:spPr/>
    </dgm:pt>
    <dgm:pt modelId="{C5CDB0CE-481F-4D70-A971-F79927D1A6C7}" type="pres">
      <dgm:prSet presAssocID="{7E8DA946-EADC-4D6F-B0DA-F602F0C9FCD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CAE006-E315-4DB1-8731-34B1DA85B26D}" type="pres">
      <dgm:prSet presAssocID="{810E8AA3-9DB2-4E14-868B-BEA34EE4CF36}" presName="spacer" presStyleCnt="0"/>
      <dgm:spPr/>
    </dgm:pt>
    <dgm:pt modelId="{C16D2291-36BA-4054-B1C8-D611A7210970}" type="pres">
      <dgm:prSet presAssocID="{71D38B58-EC61-4F11-90B0-ABC7D5452C9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534B582-B162-4578-B2C1-1359684EBF80}" type="pres">
      <dgm:prSet presAssocID="{0995AB48-7E82-47CA-9248-A02DD32C586B}" presName="spacer" presStyleCnt="0"/>
      <dgm:spPr/>
    </dgm:pt>
    <dgm:pt modelId="{E93520A7-4098-4C12-904C-64E50AE05797}" type="pres">
      <dgm:prSet presAssocID="{D03EAD21-FC6B-4B11-BF0E-A01A58985C4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F3D4D09-8BF6-4122-B343-463128D2324A}" srcId="{9DAED43C-E457-4A73-862D-62E710FAFEE5}" destId="{71D38B58-EC61-4F11-90B0-ABC7D5452C93}" srcOrd="1" destOrd="0" parTransId="{FE004413-E9CA-4BC5-8B3F-FA567E71D957}" sibTransId="{0995AB48-7E82-47CA-9248-A02DD32C586B}"/>
    <dgm:cxn modelId="{9A793236-E3A9-44A9-B497-9A4853A772C2}" type="presOf" srcId="{9DAED43C-E457-4A73-862D-62E710FAFEE5}" destId="{BD6E6F6B-2E0A-4048-B946-1F71F50087E3}" srcOrd="0" destOrd="0" presId="urn:microsoft.com/office/officeart/2005/8/layout/vList2"/>
    <dgm:cxn modelId="{246F765D-BEFE-43A0-B12E-42DD7D587173}" srcId="{9DAED43C-E457-4A73-862D-62E710FAFEE5}" destId="{D03EAD21-FC6B-4B11-BF0E-A01A58985C49}" srcOrd="2" destOrd="0" parTransId="{06650666-94C0-4EF3-96C0-FE7C4A9EFB60}" sibTransId="{105A3CF8-0CDE-4830-BE35-80185CAF86F0}"/>
    <dgm:cxn modelId="{1598D06E-9E2A-4EC6-830E-42892557B432}" type="presOf" srcId="{7E8DA946-EADC-4D6F-B0DA-F602F0C9FCD6}" destId="{C5CDB0CE-481F-4D70-A971-F79927D1A6C7}" srcOrd="0" destOrd="0" presId="urn:microsoft.com/office/officeart/2005/8/layout/vList2"/>
    <dgm:cxn modelId="{A65DAF52-56D3-434D-AC25-6D518602C654}" type="presOf" srcId="{71D38B58-EC61-4F11-90B0-ABC7D5452C93}" destId="{C16D2291-36BA-4054-B1C8-D611A7210970}" srcOrd="0" destOrd="0" presId="urn:microsoft.com/office/officeart/2005/8/layout/vList2"/>
    <dgm:cxn modelId="{DC518387-B743-4CC3-9BD4-26ADB8DD8DF9}" srcId="{9DAED43C-E457-4A73-862D-62E710FAFEE5}" destId="{7E8DA946-EADC-4D6F-B0DA-F602F0C9FCD6}" srcOrd="0" destOrd="0" parTransId="{CCE9FFA3-CD1B-4D40-A14A-2F5483C94505}" sibTransId="{810E8AA3-9DB2-4E14-868B-BEA34EE4CF36}"/>
    <dgm:cxn modelId="{4A40F5F4-99D9-490D-9130-E393838A896C}" type="presOf" srcId="{D03EAD21-FC6B-4B11-BF0E-A01A58985C49}" destId="{E93520A7-4098-4C12-904C-64E50AE05797}" srcOrd="0" destOrd="0" presId="urn:microsoft.com/office/officeart/2005/8/layout/vList2"/>
    <dgm:cxn modelId="{47619680-D53F-42ED-B476-58BE7CCA9228}" type="presParOf" srcId="{BD6E6F6B-2E0A-4048-B946-1F71F50087E3}" destId="{C5CDB0CE-481F-4D70-A971-F79927D1A6C7}" srcOrd="0" destOrd="0" presId="urn:microsoft.com/office/officeart/2005/8/layout/vList2"/>
    <dgm:cxn modelId="{6B8E59D2-8799-437E-82B4-A11C070B89EA}" type="presParOf" srcId="{BD6E6F6B-2E0A-4048-B946-1F71F50087E3}" destId="{74CAE006-E315-4DB1-8731-34B1DA85B26D}" srcOrd="1" destOrd="0" presId="urn:microsoft.com/office/officeart/2005/8/layout/vList2"/>
    <dgm:cxn modelId="{C1E6D2C8-E4D1-4450-BBAF-9A8B68C6F557}" type="presParOf" srcId="{BD6E6F6B-2E0A-4048-B946-1F71F50087E3}" destId="{C16D2291-36BA-4054-B1C8-D611A7210970}" srcOrd="2" destOrd="0" presId="urn:microsoft.com/office/officeart/2005/8/layout/vList2"/>
    <dgm:cxn modelId="{E748C34B-6F58-4706-AE87-A29FA96A981A}" type="presParOf" srcId="{BD6E6F6B-2E0A-4048-B946-1F71F50087E3}" destId="{D534B582-B162-4578-B2C1-1359684EBF80}" srcOrd="3" destOrd="0" presId="urn:microsoft.com/office/officeart/2005/8/layout/vList2"/>
    <dgm:cxn modelId="{3CC486FD-EB20-4D94-9924-5EFEB5766E08}" type="presParOf" srcId="{BD6E6F6B-2E0A-4048-B946-1F71F50087E3}" destId="{E93520A7-4098-4C12-904C-64E50AE0579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79AA05E-4E27-42F6-87CA-A2D83275414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A63C012-4992-4975-BFC0-1F0813FD4C27}">
      <dgm:prSet/>
      <dgm:spPr/>
      <dgm:t>
        <a:bodyPr/>
        <a:lstStyle/>
        <a:p>
          <a:r>
            <a:rPr lang="en-US" b="1"/>
            <a:t>Difficulty</a:t>
          </a:r>
          <a:endParaRPr lang="en-US"/>
        </a:p>
      </dgm:t>
    </dgm:pt>
    <dgm:pt modelId="{6A2FAE99-E8D8-45E0-95C7-F70656A1901C}" type="parTrans" cxnId="{32D0E899-93A7-420F-B6DA-3B937B9D3992}">
      <dgm:prSet/>
      <dgm:spPr/>
      <dgm:t>
        <a:bodyPr/>
        <a:lstStyle/>
        <a:p>
          <a:endParaRPr lang="en-US"/>
        </a:p>
      </dgm:t>
    </dgm:pt>
    <dgm:pt modelId="{F9A2B312-B2C9-4578-B3FA-CD21471D5196}" type="sibTrans" cxnId="{32D0E899-93A7-420F-B6DA-3B937B9D3992}">
      <dgm:prSet/>
      <dgm:spPr/>
      <dgm:t>
        <a:bodyPr/>
        <a:lstStyle/>
        <a:p>
          <a:endParaRPr lang="en-US"/>
        </a:p>
      </dgm:t>
    </dgm:pt>
    <dgm:pt modelId="{4FF639A4-8427-4FA8-A05D-D4AC1D41AF6E}">
      <dgm:prSet/>
      <dgm:spPr/>
      <dgm:t>
        <a:bodyPr/>
        <a:lstStyle/>
        <a:p>
          <a:r>
            <a:rPr lang="en-US"/>
            <a:t>to  compute the cost at node x involve the search of the subtree at x For answer node.</a:t>
          </a:r>
        </a:p>
      </dgm:t>
    </dgm:pt>
    <dgm:pt modelId="{3BF38AD4-BCFC-493B-8556-FA486DE9CF2D}" type="parTrans" cxnId="{33A7C07B-57A9-4CE3-AD5A-A06B029A74F5}">
      <dgm:prSet/>
      <dgm:spPr/>
      <dgm:t>
        <a:bodyPr/>
        <a:lstStyle/>
        <a:p>
          <a:endParaRPr lang="en-US"/>
        </a:p>
      </dgm:t>
    </dgm:pt>
    <dgm:pt modelId="{B1160443-AB85-4233-9277-A01092646F20}" type="sibTrans" cxnId="{33A7C07B-57A9-4CE3-AD5A-A06B029A74F5}">
      <dgm:prSet/>
      <dgm:spPr/>
      <dgm:t>
        <a:bodyPr/>
        <a:lstStyle/>
        <a:p>
          <a:endParaRPr lang="en-US"/>
        </a:p>
      </dgm:t>
    </dgm:pt>
    <dgm:pt modelId="{47B791E7-87C2-48B6-B1AB-5D8D70B7B0E8}">
      <dgm:prSet/>
      <dgm:spPr/>
      <dgm:t>
        <a:bodyPr/>
        <a:lstStyle/>
        <a:p>
          <a:r>
            <a:rPr lang="en-US" b="1"/>
            <a:t>Solution</a:t>
          </a:r>
          <a:endParaRPr lang="en-US"/>
        </a:p>
      </dgm:t>
    </dgm:pt>
    <dgm:pt modelId="{BA9A45EE-C978-43F3-B7F7-D7EFF79D6A12}" type="parTrans" cxnId="{35A73A91-F972-44EF-B1B6-88BADCC1C6CD}">
      <dgm:prSet/>
      <dgm:spPr/>
      <dgm:t>
        <a:bodyPr/>
        <a:lstStyle/>
        <a:p>
          <a:endParaRPr lang="en-US"/>
        </a:p>
      </dgm:t>
    </dgm:pt>
    <dgm:pt modelId="{1CF7975C-B151-4780-A5E9-3A864EC59AE7}" type="sibTrans" cxnId="{35A73A91-F972-44EF-B1B6-88BADCC1C6CD}">
      <dgm:prSet/>
      <dgm:spPr/>
      <dgm:t>
        <a:bodyPr/>
        <a:lstStyle/>
        <a:p>
          <a:endParaRPr lang="en-US"/>
        </a:p>
      </dgm:t>
    </dgm:pt>
    <dgm:pt modelId="{173316C5-92B7-4A25-B284-1E3046014CBE}">
      <dgm:prSet/>
      <dgm:spPr/>
      <dgm:t>
        <a:bodyPr/>
        <a:lstStyle/>
        <a:p>
          <a:r>
            <a:rPr lang="en-US" dirty="0"/>
            <a:t>so can rank nodes </a:t>
          </a:r>
          <a:r>
            <a:rPr lang="en-US" dirty="0" err="1"/>
            <a:t>bais</a:t>
          </a:r>
          <a:r>
            <a:rPr lang="en-US" dirty="0"/>
            <a:t> of  an </a:t>
          </a:r>
          <a:r>
            <a:rPr lang="en-US" dirty="0">
              <a:solidFill>
                <a:srgbClr val="C00000"/>
              </a:solidFill>
            </a:rPr>
            <a:t>estimate function gˆ(·) </a:t>
          </a:r>
          <a:r>
            <a:rPr lang="en-US" dirty="0"/>
            <a:t>instead of actually expanding the nodes</a:t>
          </a:r>
        </a:p>
      </dgm:t>
    </dgm:pt>
    <dgm:pt modelId="{EEA524E1-B5EE-4854-8A69-6A560F671123}" type="parTrans" cxnId="{AB065792-23F7-46B1-89EE-7FCE7D95FDA7}">
      <dgm:prSet/>
      <dgm:spPr/>
      <dgm:t>
        <a:bodyPr/>
        <a:lstStyle/>
        <a:p>
          <a:endParaRPr lang="en-US"/>
        </a:p>
      </dgm:t>
    </dgm:pt>
    <dgm:pt modelId="{DB25EC41-9AC8-4196-8A92-97CFBD814300}" type="sibTrans" cxnId="{AB065792-23F7-46B1-89EE-7FCE7D95FDA7}">
      <dgm:prSet/>
      <dgm:spPr/>
      <dgm:t>
        <a:bodyPr/>
        <a:lstStyle/>
        <a:p>
          <a:endParaRPr lang="en-US"/>
        </a:p>
      </dgm:t>
    </dgm:pt>
    <dgm:pt modelId="{A277F40D-471C-4621-B218-95DF48987E11}">
      <dgm:prSet/>
      <dgm:spPr/>
      <dgm:t>
        <a:bodyPr/>
        <a:lstStyle/>
        <a:p>
          <a:r>
            <a:rPr lang="en-US" dirty="0"/>
            <a:t>gˆ(x) be an estimate of the </a:t>
          </a:r>
          <a:r>
            <a:rPr lang="en-US" dirty="0">
              <a:solidFill>
                <a:srgbClr val="C00000"/>
              </a:solidFill>
            </a:rPr>
            <a:t>additional effort needed to reach an answer from node x</a:t>
          </a:r>
        </a:p>
      </dgm:t>
    </dgm:pt>
    <dgm:pt modelId="{FC45BC1B-BC79-4858-B17A-95E711250E45}" type="parTrans" cxnId="{E78D10EB-285D-4FC7-98C6-2E03EAB98C34}">
      <dgm:prSet/>
      <dgm:spPr/>
      <dgm:t>
        <a:bodyPr/>
        <a:lstStyle/>
        <a:p>
          <a:endParaRPr lang="en-US"/>
        </a:p>
      </dgm:t>
    </dgm:pt>
    <dgm:pt modelId="{78EE0DE1-CCAF-4A35-AEF8-0A9A19EE4D91}" type="sibTrans" cxnId="{E78D10EB-285D-4FC7-98C6-2E03EAB98C34}">
      <dgm:prSet/>
      <dgm:spPr/>
      <dgm:t>
        <a:bodyPr/>
        <a:lstStyle/>
        <a:p>
          <a:endParaRPr lang="en-US"/>
        </a:p>
      </dgm:t>
    </dgm:pt>
    <dgm:pt modelId="{A29CFB30-664E-4966-8EAC-B0FFE5D934C0}" type="pres">
      <dgm:prSet presAssocID="{579AA05E-4E27-42F6-87CA-A2D832754146}" presName="root" presStyleCnt="0">
        <dgm:presLayoutVars>
          <dgm:dir/>
          <dgm:resizeHandles val="exact"/>
        </dgm:presLayoutVars>
      </dgm:prSet>
      <dgm:spPr/>
    </dgm:pt>
    <dgm:pt modelId="{9B527597-6576-425E-B4C6-EDFF88597C48}" type="pres">
      <dgm:prSet presAssocID="{6A63C012-4992-4975-BFC0-1F0813FD4C27}" presName="compNode" presStyleCnt="0"/>
      <dgm:spPr/>
    </dgm:pt>
    <dgm:pt modelId="{57D6DD1A-81BE-4312-A5B5-7AA1EE76B1A5}" type="pres">
      <dgm:prSet presAssocID="{6A63C012-4992-4975-BFC0-1F0813FD4C27}" presName="bgRect" presStyleLbl="bgShp" presStyleIdx="0" presStyleCnt="5"/>
      <dgm:spPr/>
    </dgm:pt>
    <dgm:pt modelId="{51318397-A927-4914-A7E6-61FB1FAA2C35}" type="pres">
      <dgm:prSet presAssocID="{6A63C012-4992-4975-BFC0-1F0813FD4C2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0DD343F-CDAC-45DE-87EA-3F5C168B446A}" type="pres">
      <dgm:prSet presAssocID="{6A63C012-4992-4975-BFC0-1F0813FD4C27}" presName="spaceRect" presStyleCnt="0"/>
      <dgm:spPr/>
    </dgm:pt>
    <dgm:pt modelId="{80F731BD-24A2-4A14-9A3F-F6352B71E3DF}" type="pres">
      <dgm:prSet presAssocID="{6A63C012-4992-4975-BFC0-1F0813FD4C27}" presName="parTx" presStyleLbl="revTx" presStyleIdx="0" presStyleCnt="5">
        <dgm:presLayoutVars>
          <dgm:chMax val="0"/>
          <dgm:chPref val="0"/>
        </dgm:presLayoutVars>
      </dgm:prSet>
      <dgm:spPr/>
    </dgm:pt>
    <dgm:pt modelId="{C078DAAF-9080-4C7A-96FB-3EE282FF146B}" type="pres">
      <dgm:prSet presAssocID="{F9A2B312-B2C9-4578-B3FA-CD21471D5196}" presName="sibTrans" presStyleCnt="0"/>
      <dgm:spPr/>
    </dgm:pt>
    <dgm:pt modelId="{27061783-A3EB-4D71-AD8A-EE9D1A5F26E4}" type="pres">
      <dgm:prSet presAssocID="{4FF639A4-8427-4FA8-A05D-D4AC1D41AF6E}" presName="compNode" presStyleCnt="0"/>
      <dgm:spPr/>
    </dgm:pt>
    <dgm:pt modelId="{D8206E33-80FD-48B3-9BE3-801A292D270D}" type="pres">
      <dgm:prSet presAssocID="{4FF639A4-8427-4FA8-A05D-D4AC1D41AF6E}" presName="bgRect" presStyleLbl="bgShp" presStyleIdx="1" presStyleCnt="5"/>
      <dgm:spPr/>
    </dgm:pt>
    <dgm:pt modelId="{3A6D75C7-886A-49F6-ABE1-CEF47DC64BEC}" type="pres">
      <dgm:prSet presAssocID="{4FF639A4-8427-4FA8-A05D-D4AC1D41AF6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5E5CC91-C9B0-4F0C-B221-F3601CE123EE}" type="pres">
      <dgm:prSet presAssocID="{4FF639A4-8427-4FA8-A05D-D4AC1D41AF6E}" presName="spaceRect" presStyleCnt="0"/>
      <dgm:spPr/>
    </dgm:pt>
    <dgm:pt modelId="{6AC31848-6E37-4402-9CB4-650002994FDD}" type="pres">
      <dgm:prSet presAssocID="{4FF639A4-8427-4FA8-A05D-D4AC1D41AF6E}" presName="parTx" presStyleLbl="revTx" presStyleIdx="1" presStyleCnt="5">
        <dgm:presLayoutVars>
          <dgm:chMax val="0"/>
          <dgm:chPref val="0"/>
        </dgm:presLayoutVars>
      </dgm:prSet>
      <dgm:spPr/>
    </dgm:pt>
    <dgm:pt modelId="{8DDF14B5-13A5-4761-8025-9AC7DDBF1539}" type="pres">
      <dgm:prSet presAssocID="{B1160443-AB85-4233-9277-A01092646F20}" presName="sibTrans" presStyleCnt="0"/>
      <dgm:spPr/>
    </dgm:pt>
    <dgm:pt modelId="{F080BCAA-8DCE-498F-85B8-5CA82B6AEEF8}" type="pres">
      <dgm:prSet presAssocID="{47B791E7-87C2-48B6-B1AB-5D8D70B7B0E8}" presName="compNode" presStyleCnt="0"/>
      <dgm:spPr/>
    </dgm:pt>
    <dgm:pt modelId="{80113D23-5E9A-44E0-8195-AA266DC3C4FF}" type="pres">
      <dgm:prSet presAssocID="{47B791E7-87C2-48B6-B1AB-5D8D70B7B0E8}" presName="bgRect" presStyleLbl="bgShp" presStyleIdx="2" presStyleCnt="5"/>
      <dgm:spPr/>
    </dgm:pt>
    <dgm:pt modelId="{BE108E10-0E1D-46E5-9BE9-90105A77EE3B}" type="pres">
      <dgm:prSet presAssocID="{47B791E7-87C2-48B6-B1AB-5D8D70B7B0E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AB80B86C-80D2-4CAE-AB24-E229C9A24BF0}" type="pres">
      <dgm:prSet presAssocID="{47B791E7-87C2-48B6-B1AB-5D8D70B7B0E8}" presName="spaceRect" presStyleCnt="0"/>
      <dgm:spPr/>
    </dgm:pt>
    <dgm:pt modelId="{FD48B86B-AB16-48A5-94BB-B51717D0ACC6}" type="pres">
      <dgm:prSet presAssocID="{47B791E7-87C2-48B6-B1AB-5D8D70B7B0E8}" presName="parTx" presStyleLbl="revTx" presStyleIdx="2" presStyleCnt="5">
        <dgm:presLayoutVars>
          <dgm:chMax val="0"/>
          <dgm:chPref val="0"/>
        </dgm:presLayoutVars>
      </dgm:prSet>
      <dgm:spPr/>
    </dgm:pt>
    <dgm:pt modelId="{553DF5DC-CF5C-4BB7-89E3-B18B22DC9449}" type="pres">
      <dgm:prSet presAssocID="{1CF7975C-B151-4780-A5E9-3A864EC59AE7}" presName="sibTrans" presStyleCnt="0"/>
      <dgm:spPr/>
    </dgm:pt>
    <dgm:pt modelId="{B0152203-977E-4F9B-95AC-4A2CA2D5501B}" type="pres">
      <dgm:prSet presAssocID="{173316C5-92B7-4A25-B284-1E3046014CBE}" presName="compNode" presStyleCnt="0"/>
      <dgm:spPr/>
    </dgm:pt>
    <dgm:pt modelId="{F9D4F29C-52DA-4076-8209-1699C6FFF107}" type="pres">
      <dgm:prSet presAssocID="{173316C5-92B7-4A25-B284-1E3046014CBE}" presName="bgRect" presStyleLbl="bgShp" presStyleIdx="3" presStyleCnt="5"/>
      <dgm:spPr/>
    </dgm:pt>
    <dgm:pt modelId="{0D0F04EB-F7A2-4395-869A-155D7E8D21FA}" type="pres">
      <dgm:prSet presAssocID="{173316C5-92B7-4A25-B284-1E3046014CB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B904114-4D36-44B1-9C48-4FC430865E52}" type="pres">
      <dgm:prSet presAssocID="{173316C5-92B7-4A25-B284-1E3046014CBE}" presName="spaceRect" presStyleCnt="0"/>
      <dgm:spPr/>
    </dgm:pt>
    <dgm:pt modelId="{6B328D86-0E96-4B8A-807F-9654C13195FC}" type="pres">
      <dgm:prSet presAssocID="{173316C5-92B7-4A25-B284-1E3046014CBE}" presName="parTx" presStyleLbl="revTx" presStyleIdx="3" presStyleCnt="5">
        <dgm:presLayoutVars>
          <dgm:chMax val="0"/>
          <dgm:chPref val="0"/>
        </dgm:presLayoutVars>
      </dgm:prSet>
      <dgm:spPr/>
    </dgm:pt>
    <dgm:pt modelId="{14285767-5811-442A-A59D-23882BB277E7}" type="pres">
      <dgm:prSet presAssocID="{DB25EC41-9AC8-4196-8A92-97CFBD814300}" presName="sibTrans" presStyleCnt="0"/>
      <dgm:spPr/>
    </dgm:pt>
    <dgm:pt modelId="{5D4688D5-A48B-4CDB-8E91-5907F098561B}" type="pres">
      <dgm:prSet presAssocID="{A277F40D-471C-4621-B218-95DF48987E11}" presName="compNode" presStyleCnt="0"/>
      <dgm:spPr/>
    </dgm:pt>
    <dgm:pt modelId="{50EEAFE7-5CDC-4478-B190-626148C09196}" type="pres">
      <dgm:prSet presAssocID="{A277F40D-471C-4621-B218-95DF48987E11}" presName="bgRect" presStyleLbl="bgShp" presStyleIdx="4" presStyleCnt="5"/>
      <dgm:spPr/>
    </dgm:pt>
    <dgm:pt modelId="{2434BC81-1792-4BEE-A2A1-4CA99D93D745}" type="pres">
      <dgm:prSet presAssocID="{A277F40D-471C-4621-B218-95DF48987E1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"/>
        </a:ext>
      </dgm:extLst>
    </dgm:pt>
    <dgm:pt modelId="{0E349A14-71CF-474F-BD2D-A145D07283A2}" type="pres">
      <dgm:prSet presAssocID="{A277F40D-471C-4621-B218-95DF48987E11}" presName="spaceRect" presStyleCnt="0"/>
      <dgm:spPr/>
    </dgm:pt>
    <dgm:pt modelId="{F3EFD6B2-F3E8-4DBA-9206-B307E6F54BA5}" type="pres">
      <dgm:prSet presAssocID="{A277F40D-471C-4621-B218-95DF48987E1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02E3543-5EEC-4A71-8E99-836308AA6A9D}" type="presOf" srcId="{6A63C012-4992-4975-BFC0-1F0813FD4C27}" destId="{80F731BD-24A2-4A14-9A3F-F6352B71E3DF}" srcOrd="0" destOrd="0" presId="urn:microsoft.com/office/officeart/2018/2/layout/IconVerticalSolidList"/>
    <dgm:cxn modelId="{D014BE71-AECE-477D-9EA0-D2AC78231095}" type="presOf" srcId="{173316C5-92B7-4A25-B284-1E3046014CBE}" destId="{6B328D86-0E96-4B8A-807F-9654C13195FC}" srcOrd="0" destOrd="0" presId="urn:microsoft.com/office/officeart/2018/2/layout/IconVerticalSolidList"/>
    <dgm:cxn modelId="{33A7C07B-57A9-4CE3-AD5A-A06B029A74F5}" srcId="{579AA05E-4E27-42F6-87CA-A2D832754146}" destId="{4FF639A4-8427-4FA8-A05D-D4AC1D41AF6E}" srcOrd="1" destOrd="0" parTransId="{3BF38AD4-BCFC-493B-8556-FA486DE9CF2D}" sibTransId="{B1160443-AB85-4233-9277-A01092646F20}"/>
    <dgm:cxn modelId="{35A73A91-F972-44EF-B1B6-88BADCC1C6CD}" srcId="{579AA05E-4E27-42F6-87CA-A2D832754146}" destId="{47B791E7-87C2-48B6-B1AB-5D8D70B7B0E8}" srcOrd="2" destOrd="0" parTransId="{BA9A45EE-C978-43F3-B7F7-D7EFF79D6A12}" sibTransId="{1CF7975C-B151-4780-A5E9-3A864EC59AE7}"/>
    <dgm:cxn modelId="{AB065792-23F7-46B1-89EE-7FCE7D95FDA7}" srcId="{579AA05E-4E27-42F6-87CA-A2D832754146}" destId="{173316C5-92B7-4A25-B284-1E3046014CBE}" srcOrd="3" destOrd="0" parTransId="{EEA524E1-B5EE-4854-8A69-6A560F671123}" sibTransId="{DB25EC41-9AC8-4196-8A92-97CFBD814300}"/>
    <dgm:cxn modelId="{FC914597-1C7D-4336-B10C-6CD43B7278CD}" type="presOf" srcId="{47B791E7-87C2-48B6-B1AB-5D8D70B7B0E8}" destId="{FD48B86B-AB16-48A5-94BB-B51717D0ACC6}" srcOrd="0" destOrd="0" presId="urn:microsoft.com/office/officeart/2018/2/layout/IconVerticalSolidList"/>
    <dgm:cxn modelId="{32D0E899-93A7-420F-B6DA-3B937B9D3992}" srcId="{579AA05E-4E27-42F6-87CA-A2D832754146}" destId="{6A63C012-4992-4975-BFC0-1F0813FD4C27}" srcOrd="0" destOrd="0" parTransId="{6A2FAE99-E8D8-45E0-95C7-F70656A1901C}" sibTransId="{F9A2B312-B2C9-4578-B3FA-CD21471D5196}"/>
    <dgm:cxn modelId="{AEBE1DAA-3A04-4D24-95C9-B216DDA20130}" type="presOf" srcId="{579AA05E-4E27-42F6-87CA-A2D832754146}" destId="{A29CFB30-664E-4966-8EAC-B0FFE5D934C0}" srcOrd="0" destOrd="0" presId="urn:microsoft.com/office/officeart/2018/2/layout/IconVerticalSolidList"/>
    <dgm:cxn modelId="{7E3D8CD7-6D57-4433-8E18-9DAC703513FA}" type="presOf" srcId="{A277F40D-471C-4621-B218-95DF48987E11}" destId="{F3EFD6B2-F3E8-4DBA-9206-B307E6F54BA5}" srcOrd="0" destOrd="0" presId="urn:microsoft.com/office/officeart/2018/2/layout/IconVerticalSolidList"/>
    <dgm:cxn modelId="{06F3F3DA-61EB-476B-B688-33DF78AC0B68}" type="presOf" srcId="{4FF639A4-8427-4FA8-A05D-D4AC1D41AF6E}" destId="{6AC31848-6E37-4402-9CB4-650002994FDD}" srcOrd="0" destOrd="0" presId="urn:microsoft.com/office/officeart/2018/2/layout/IconVerticalSolidList"/>
    <dgm:cxn modelId="{E78D10EB-285D-4FC7-98C6-2E03EAB98C34}" srcId="{579AA05E-4E27-42F6-87CA-A2D832754146}" destId="{A277F40D-471C-4621-B218-95DF48987E11}" srcOrd="4" destOrd="0" parTransId="{FC45BC1B-BC79-4858-B17A-95E711250E45}" sibTransId="{78EE0DE1-CCAF-4A35-AEF8-0A9A19EE4D91}"/>
    <dgm:cxn modelId="{C55E6E6C-AD69-419D-9606-46DE6B45BD37}" type="presParOf" srcId="{A29CFB30-664E-4966-8EAC-B0FFE5D934C0}" destId="{9B527597-6576-425E-B4C6-EDFF88597C48}" srcOrd="0" destOrd="0" presId="urn:microsoft.com/office/officeart/2018/2/layout/IconVerticalSolidList"/>
    <dgm:cxn modelId="{33AA3CEA-9FD0-4851-BD47-A8998A9C5387}" type="presParOf" srcId="{9B527597-6576-425E-B4C6-EDFF88597C48}" destId="{57D6DD1A-81BE-4312-A5B5-7AA1EE76B1A5}" srcOrd="0" destOrd="0" presId="urn:microsoft.com/office/officeart/2018/2/layout/IconVerticalSolidList"/>
    <dgm:cxn modelId="{3BCEF737-8192-4FB9-BCE4-D68CD2534B5B}" type="presParOf" srcId="{9B527597-6576-425E-B4C6-EDFF88597C48}" destId="{51318397-A927-4914-A7E6-61FB1FAA2C35}" srcOrd="1" destOrd="0" presId="urn:microsoft.com/office/officeart/2018/2/layout/IconVerticalSolidList"/>
    <dgm:cxn modelId="{D9F30D36-151B-4103-8D0E-A8E19E3141C0}" type="presParOf" srcId="{9B527597-6576-425E-B4C6-EDFF88597C48}" destId="{60DD343F-CDAC-45DE-87EA-3F5C168B446A}" srcOrd="2" destOrd="0" presId="urn:microsoft.com/office/officeart/2018/2/layout/IconVerticalSolidList"/>
    <dgm:cxn modelId="{294F6125-3207-44EB-95DA-A859AFECFFCE}" type="presParOf" srcId="{9B527597-6576-425E-B4C6-EDFF88597C48}" destId="{80F731BD-24A2-4A14-9A3F-F6352B71E3DF}" srcOrd="3" destOrd="0" presId="urn:microsoft.com/office/officeart/2018/2/layout/IconVerticalSolidList"/>
    <dgm:cxn modelId="{E3EBFD58-8846-46B8-90A7-E417FC250237}" type="presParOf" srcId="{A29CFB30-664E-4966-8EAC-B0FFE5D934C0}" destId="{C078DAAF-9080-4C7A-96FB-3EE282FF146B}" srcOrd="1" destOrd="0" presId="urn:microsoft.com/office/officeart/2018/2/layout/IconVerticalSolidList"/>
    <dgm:cxn modelId="{3CFAC9FA-11D9-438E-A489-D4DEE8CE746B}" type="presParOf" srcId="{A29CFB30-664E-4966-8EAC-B0FFE5D934C0}" destId="{27061783-A3EB-4D71-AD8A-EE9D1A5F26E4}" srcOrd="2" destOrd="0" presId="urn:microsoft.com/office/officeart/2018/2/layout/IconVerticalSolidList"/>
    <dgm:cxn modelId="{3F48016F-1819-41BE-8260-D69648E6730A}" type="presParOf" srcId="{27061783-A3EB-4D71-AD8A-EE9D1A5F26E4}" destId="{D8206E33-80FD-48B3-9BE3-801A292D270D}" srcOrd="0" destOrd="0" presId="urn:microsoft.com/office/officeart/2018/2/layout/IconVerticalSolidList"/>
    <dgm:cxn modelId="{092BBB49-E532-476B-A2AE-518C888E43BE}" type="presParOf" srcId="{27061783-A3EB-4D71-AD8A-EE9D1A5F26E4}" destId="{3A6D75C7-886A-49F6-ABE1-CEF47DC64BEC}" srcOrd="1" destOrd="0" presId="urn:microsoft.com/office/officeart/2018/2/layout/IconVerticalSolidList"/>
    <dgm:cxn modelId="{96D8D69B-9FA1-4EF9-998B-05062616FB7F}" type="presParOf" srcId="{27061783-A3EB-4D71-AD8A-EE9D1A5F26E4}" destId="{05E5CC91-C9B0-4F0C-B221-F3601CE123EE}" srcOrd="2" destOrd="0" presId="urn:microsoft.com/office/officeart/2018/2/layout/IconVerticalSolidList"/>
    <dgm:cxn modelId="{4DB8DCE4-2CD2-48CF-BBF0-A5CFD9B0DDA6}" type="presParOf" srcId="{27061783-A3EB-4D71-AD8A-EE9D1A5F26E4}" destId="{6AC31848-6E37-4402-9CB4-650002994FDD}" srcOrd="3" destOrd="0" presId="urn:microsoft.com/office/officeart/2018/2/layout/IconVerticalSolidList"/>
    <dgm:cxn modelId="{60E59F09-0A7D-44BB-B8FA-749AEAB4E3F8}" type="presParOf" srcId="{A29CFB30-664E-4966-8EAC-B0FFE5D934C0}" destId="{8DDF14B5-13A5-4761-8025-9AC7DDBF1539}" srcOrd="3" destOrd="0" presId="urn:microsoft.com/office/officeart/2018/2/layout/IconVerticalSolidList"/>
    <dgm:cxn modelId="{D07EC9D2-8DE9-4CB2-B0B1-2C8ECCB49C2C}" type="presParOf" srcId="{A29CFB30-664E-4966-8EAC-B0FFE5D934C0}" destId="{F080BCAA-8DCE-498F-85B8-5CA82B6AEEF8}" srcOrd="4" destOrd="0" presId="urn:microsoft.com/office/officeart/2018/2/layout/IconVerticalSolidList"/>
    <dgm:cxn modelId="{C3E85441-D1D2-4CC6-A9FE-6CF7ED4C9D56}" type="presParOf" srcId="{F080BCAA-8DCE-498F-85B8-5CA82B6AEEF8}" destId="{80113D23-5E9A-44E0-8195-AA266DC3C4FF}" srcOrd="0" destOrd="0" presId="urn:microsoft.com/office/officeart/2018/2/layout/IconVerticalSolidList"/>
    <dgm:cxn modelId="{0BCA4B63-DB48-49A1-966B-851EC85EA40E}" type="presParOf" srcId="{F080BCAA-8DCE-498F-85B8-5CA82B6AEEF8}" destId="{BE108E10-0E1D-46E5-9BE9-90105A77EE3B}" srcOrd="1" destOrd="0" presId="urn:microsoft.com/office/officeart/2018/2/layout/IconVerticalSolidList"/>
    <dgm:cxn modelId="{24718C21-A88F-4E04-9F4D-C4D86ACCC5BF}" type="presParOf" srcId="{F080BCAA-8DCE-498F-85B8-5CA82B6AEEF8}" destId="{AB80B86C-80D2-4CAE-AB24-E229C9A24BF0}" srcOrd="2" destOrd="0" presId="urn:microsoft.com/office/officeart/2018/2/layout/IconVerticalSolidList"/>
    <dgm:cxn modelId="{62C917D2-7522-4E7D-B5A4-E50A39ABCA49}" type="presParOf" srcId="{F080BCAA-8DCE-498F-85B8-5CA82B6AEEF8}" destId="{FD48B86B-AB16-48A5-94BB-B51717D0ACC6}" srcOrd="3" destOrd="0" presId="urn:microsoft.com/office/officeart/2018/2/layout/IconVerticalSolidList"/>
    <dgm:cxn modelId="{7E9D069D-1DD1-4DCC-9F34-8656F45F9577}" type="presParOf" srcId="{A29CFB30-664E-4966-8EAC-B0FFE5D934C0}" destId="{553DF5DC-CF5C-4BB7-89E3-B18B22DC9449}" srcOrd="5" destOrd="0" presId="urn:microsoft.com/office/officeart/2018/2/layout/IconVerticalSolidList"/>
    <dgm:cxn modelId="{93BB8F5B-E5B9-4D1B-BBBA-E301E8B836A8}" type="presParOf" srcId="{A29CFB30-664E-4966-8EAC-B0FFE5D934C0}" destId="{B0152203-977E-4F9B-95AC-4A2CA2D5501B}" srcOrd="6" destOrd="0" presId="urn:microsoft.com/office/officeart/2018/2/layout/IconVerticalSolidList"/>
    <dgm:cxn modelId="{9BF06EF2-80A1-4A9E-A8AE-214C56943A5E}" type="presParOf" srcId="{B0152203-977E-4F9B-95AC-4A2CA2D5501B}" destId="{F9D4F29C-52DA-4076-8209-1699C6FFF107}" srcOrd="0" destOrd="0" presId="urn:microsoft.com/office/officeart/2018/2/layout/IconVerticalSolidList"/>
    <dgm:cxn modelId="{CB974990-6891-4EFB-AE2C-7EFE9282505B}" type="presParOf" srcId="{B0152203-977E-4F9B-95AC-4A2CA2D5501B}" destId="{0D0F04EB-F7A2-4395-869A-155D7E8D21FA}" srcOrd="1" destOrd="0" presId="urn:microsoft.com/office/officeart/2018/2/layout/IconVerticalSolidList"/>
    <dgm:cxn modelId="{F57461DC-3577-4BA8-A256-C0C7139645BB}" type="presParOf" srcId="{B0152203-977E-4F9B-95AC-4A2CA2D5501B}" destId="{5B904114-4D36-44B1-9C48-4FC430865E52}" srcOrd="2" destOrd="0" presId="urn:microsoft.com/office/officeart/2018/2/layout/IconVerticalSolidList"/>
    <dgm:cxn modelId="{E2B2E7B9-DCC7-43AB-94D3-52D3ED1BF682}" type="presParOf" srcId="{B0152203-977E-4F9B-95AC-4A2CA2D5501B}" destId="{6B328D86-0E96-4B8A-807F-9654C13195FC}" srcOrd="3" destOrd="0" presId="urn:microsoft.com/office/officeart/2018/2/layout/IconVerticalSolidList"/>
    <dgm:cxn modelId="{4FF29156-1F16-41F3-AD5C-B729F7109073}" type="presParOf" srcId="{A29CFB30-664E-4966-8EAC-B0FFE5D934C0}" destId="{14285767-5811-442A-A59D-23882BB277E7}" srcOrd="7" destOrd="0" presId="urn:microsoft.com/office/officeart/2018/2/layout/IconVerticalSolidList"/>
    <dgm:cxn modelId="{443B708A-1991-4BFA-9C45-C3FF24EB9ECA}" type="presParOf" srcId="{A29CFB30-664E-4966-8EAC-B0FFE5D934C0}" destId="{5D4688D5-A48B-4CDB-8E91-5907F098561B}" srcOrd="8" destOrd="0" presId="urn:microsoft.com/office/officeart/2018/2/layout/IconVerticalSolidList"/>
    <dgm:cxn modelId="{A1C471C5-4E1A-4AAA-BEE1-E09D6AC263AC}" type="presParOf" srcId="{5D4688D5-A48B-4CDB-8E91-5907F098561B}" destId="{50EEAFE7-5CDC-4478-B190-626148C09196}" srcOrd="0" destOrd="0" presId="urn:microsoft.com/office/officeart/2018/2/layout/IconVerticalSolidList"/>
    <dgm:cxn modelId="{FD3579B3-8DB2-46C6-83E1-2120E03127EA}" type="presParOf" srcId="{5D4688D5-A48B-4CDB-8E91-5907F098561B}" destId="{2434BC81-1792-4BEE-A2A1-4CA99D93D745}" srcOrd="1" destOrd="0" presId="urn:microsoft.com/office/officeart/2018/2/layout/IconVerticalSolidList"/>
    <dgm:cxn modelId="{69E3B119-904A-473E-A2F3-E2E2F169E833}" type="presParOf" srcId="{5D4688D5-A48B-4CDB-8E91-5907F098561B}" destId="{0E349A14-71CF-474F-BD2D-A145D07283A2}" srcOrd="2" destOrd="0" presId="urn:microsoft.com/office/officeart/2018/2/layout/IconVerticalSolidList"/>
    <dgm:cxn modelId="{DE028143-7352-4484-BC78-B865791CA836}" type="presParOf" srcId="{5D4688D5-A48B-4CDB-8E91-5907F098561B}" destId="{F3EFD6B2-F3E8-4DBA-9206-B307E6F54B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BC5E033-7DF7-4C8F-9A66-DA78787E40D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D861FD9-6627-4D61-8C9A-98D21CBF616B}">
      <dgm:prSet/>
      <dgm:spPr/>
      <dgm:t>
        <a:bodyPr/>
        <a:lstStyle/>
        <a:p>
          <a:r>
            <a:rPr lang="en-US" dirty="0"/>
            <a:t>– Given an initial arrangement, transform it to the goal arrangement through a series of legal moves </a:t>
          </a:r>
        </a:p>
      </dgm:t>
    </dgm:pt>
    <dgm:pt modelId="{DE5D7595-D551-4B04-90BC-5B40B01445B3}" type="parTrans" cxnId="{FFEBE8E8-E0EA-46FA-8F1F-C02EA42874BE}">
      <dgm:prSet/>
      <dgm:spPr/>
      <dgm:t>
        <a:bodyPr/>
        <a:lstStyle/>
        <a:p>
          <a:endParaRPr lang="en-US"/>
        </a:p>
      </dgm:t>
    </dgm:pt>
    <dgm:pt modelId="{390714F3-3DFB-4D42-9C5A-C57214CDFC4D}" type="sibTrans" cxnId="{FFEBE8E8-E0EA-46FA-8F1F-C02EA42874BE}">
      <dgm:prSet/>
      <dgm:spPr/>
      <dgm:t>
        <a:bodyPr/>
        <a:lstStyle/>
        <a:p>
          <a:endParaRPr lang="en-US"/>
        </a:p>
      </dgm:t>
    </dgm:pt>
    <dgm:pt modelId="{78CD4407-E6BC-407C-8C43-6BDA6B129779}">
      <dgm:prSet/>
      <dgm:spPr/>
      <dgm:t>
        <a:bodyPr/>
        <a:lstStyle/>
        <a:p>
          <a:r>
            <a:rPr lang="en-US" dirty="0"/>
            <a:t>only legal moves are one  in which a tile adjacent to the empty spot(ES) is moved to ES</a:t>
          </a:r>
        </a:p>
      </dgm:t>
    </dgm:pt>
    <dgm:pt modelId="{985C7CD6-C478-4F55-82A8-0465B911F159}" type="parTrans" cxnId="{D52FA93F-EE45-4ECF-B37A-468DEB700B2C}">
      <dgm:prSet/>
      <dgm:spPr/>
      <dgm:t>
        <a:bodyPr/>
        <a:lstStyle/>
        <a:p>
          <a:endParaRPr lang="en-US"/>
        </a:p>
      </dgm:t>
    </dgm:pt>
    <dgm:pt modelId="{088732CA-ACA3-4C41-B7FE-7589964CACB7}" type="sibTrans" cxnId="{D52FA93F-EE45-4ECF-B37A-468DEB700B2C}">
      <dgm:prSet/>
      <dgm:spPr/>
      <dgm:t>
        <a:bodyPr/>
        <a:lstStyle/>
        <a:p>
          <a:endParaRPr lang="en-US"/>
        </a:p>
      </dgm:t>
    </dgm:pt>
    <dgm:pt modelId="{3D84FBBC-4EEB-438D-AA9D-EDE594E10BA0}">
      <dgm:prSet/>
      <dgm:spPr/>
      <dgm:t>
        <a:bodyPr/>
        <a:lstStyle/>
        <a:p>
          <a:r>
            <a:rPr lang="en-US" dirty="0"/>
            <a:t>From initial state only four moves are possible</a:t>
          </a:r>
        </a:p>
        <a:p>
          <a:r>
            <a:rPr lang="en-US" dirty="0"/>
            <a:t>UP,DOWN ,LEFT, RIGHT</a:t>
          </a:r>
        </a:p>
      </dgm:t>
    </dgm:pt>
    <dgm:pt modelId="{94BA2E13-28D9-4387-B42B-9900453FAB2D}" type="parTrans" cxnId="{22FBF0C1-D63F-460A-AEC8-CD81E2DF39D2}">
      <dgm:prSet/>
      <dgm:spPr/>
      <dgm:t>
        <a:bodyPr/>
        <a:lstStyle/>
        <a:p>
          <a:endParaRPr lang="en-US"/>
        </a:p>
      </dgm:t>
    </dgm:pt>
    <dgm:pt modelId="{DC8000DD-F6E1-4D67-974E-A067652EBD58}" type="sibTrans" cxnId="{22FBF0C1-D63F-460A-AEC8-CD81E2DF39D2}">
      <dgm:prSet/>
      <dgm:spPr/>
      <dgm:t>
        <a:bodyPr/>
        <a:lstStyle/>
        <a:p>
          <a:endParaRPr lang="en-US"/>
        </a:p>
      </dgm:t>
    </dgm:pt>
    <dgm:pt modelId="{E426C169-2185-4940-9BC8-763ED82EF4F0}" type="pres">
      <dgm:prSet presAssocID="{CBC5E033-7DF7-4C8F-9A66-DA78787E40D5}" presName="linear" presStyleCnt="0">
        <dgm:presLayoutVars>
          <dgm:animLvl val="lvl"/>
          <dgm:resizeHandles val="exact"/>
        </dgm:presLayoutVars>
      </dgm:prSet>
      <dgm:spPr/>
    </dgm:pt>
    <dgm:pt modelId="{CEFC43AD-C978-4E16-846D-2B1F387253EC}" type="pres">
      <dgm:prSet presAssocID="{0D861FD9-6627-4D61-8C9A-98D21CBF616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854DC82-5775-4A71-87D3-C744F34993D3}" type="pres">
      <dgm:prSet presAssocID="{390714F3-3DFB-4D42-9C5A-C57214CDFC4D}" presName="spacer" presStyleCnt="0"/>
      <dgm:spPr/>
    </dgm:pt>
    <dgm:pt modelId="{42E15143-015B-4CCA-A767-538F3408E254}" type="pres">
      <dgm:prSet presAssocID="{78CD4407-E6BC-407C-8C43-6BDA6B12977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43058E-145E-482C-BF83-7143B7E5F27E}" type="pres">
      <dgm:prSet presAssocID="{088732CA-ACA3-4C41-B7FE-7589964CACB7}" presName="spacer" presStyleCnt="0"/>
      <dgm:spPr/>
    </dgm:pt>
    <dgm:pt modelId="{3825EB8B-F1AE-4AD2-915F-DEB53B80750E}" type="pres">
      <dgm:prSet presAssocID="{3D84FBBC-4EEB-438D-AA9D-EDE594E10BA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0CA6F13-E90D-4169-8006-C1AC1CBB83F0}" type="presOf" srcId="{3D84FBBC-4EEB-438D-AA9D-EDE594E10BA0}" destId="{3825EB8B-F1AE-4AD2-915F-DEB53B80750E}" srcOrd="0" destOrd="0" presId="urn:microsoft.com/office/officeart/2005/8/layout/vList2"/>
    <dgm:cxn modelId="{DDF23929-C2A8-4C33-BF92-08073F892ED1}" type="presOf" srcId="{CBC5E033-7DF7-4C8F-9A66-DA78787E40D5}" destId="{E426C169-2185-4940-9BC8-763ED82EF4F0}" srcOrd="0" destOrd="0" presId="urn:microsoft.com/office/officeart/2005/8/layout/vList2"/>
    <dgm:cxn modelId="{73C70A2C-C460-495B-9239-F54C5B7336E8}" type="presOf" srcId="{0D861FD9-6627-4D61-8C9A-98D21CBF616B}" destId="{CEFC43AD-C978-4E16-846D-2B1F387253EC}" srcOrd="0" destOrd="0" presId="urn:microsoft.com/office/officeart/2005/8/layout/vList2"/>
    <dgm:cxn modelId="{D52FA93F-EE45-4ECF-B37A-468DEB700B2C}" srcId="{CBC5E033-7DF7-4C8F-9A66-DA78787E40D5}" destId="{78CD4407-E6BC-407C-8C43-6BDA6B129779}" srcOrd="1" destOrd="0" parTransId="{985C7CD6-C478-4F55-82A8-0465B911F159}" sibTransId="{088732CA-ACA3-4C41-B7FE-7589964CACB7}"/>
    <dgm:cxn modelId="{309BFE55-9DCA-4C36-B792-972482C7FBA1}" type="presOf" srcId="{78CD4407-E6BC-407C-8C43-6BDA6B129779}" destId="{42E15143-015B-4CCA-A767-538F3408E254}" srcOrd="0" destOrd="0" presId="urn:microsoft.com/office/officeart/2005/8/layout/vList2"/>
    <dgm:cxn modelId="{22FBF0C1-D63F-460A-AEC8-CD81E2DF39D2}" srcId="{CBC5E033-7DF7-4C8F-9A66-DA78787E40D5}" destId="{3D84FBBC-4EEB-438D-AA9D-EDE594E10BA0}" srcOrd="2" destOrd="0" parTransId="{94BA2E13-28D9-4387-B42B-9900453FAB2D}" sibTransId="{DC8000DD-F6E1-4D67-974E-A067652EBD58}"/>
    <dgm:cxn modelId="{FFEBE8E8-E0EA-46FA-8F1F-C02EA42874BE}" srcId="{CBC5E033-7DF7-4C8F-9A66-DA78787E40D5}" destId="{0D861FD9-6627-4D61-8C9A-98D21CBF616B}" srcOrd="0" destOrd="0" parTransId="{DE5D7595-D551-4B04-90BC-5B40B01445B3}" sibTransId="{390714F3-3DFB-4D42-9C5A-C57214CDFC4D}"/>
    <dgm:cxn modelId="{61FB9514-39D2-488A-9BA1-FC73597867D2}" type="presParOf" srcId="{E426C169-2185-4940-9BC8-763ED82EF4F0}" destId="{CEFC43AD-C978-4E16-846D-2B1F387253EC}" srcOrd="0" destOrd="0" presId="urn:microsoft.com/office/officeart/2005/8/layout/vList2"/>
    <dgm:cxn modelId="{D7643F76-0A39-4D8A-8444-A608F05FD38C}" type="presParOf" srcId="{E426C169-2185-4940-9BC8-763ED82EF4F0}" destId="{F854DC82-5775-4A71-87D3-C744F34993D3}" srcOrd="1" destOrd="0" presId="urn:microsoft.com/office/officeart/2005/8/layout/vList2"/>
    <dgm:cxn modelId="{02DC5371-9713-4652-A2CB-34671BF9402B}" type="presParOf" srcId="{E426C169-2185-4940-9BC8-763ED82EF4F0}" destId="{42E15143-015B-4CCA-A767-538F3408E254}" srcOrd="2" destOrd="0" presId="urn:microsoft.com/office/officeart/2005/8/layout/vList2"/>
    <dgm:cxn modelId="{4047CBD3-4B44-40AA-B610-6C122C207F60}" type="presParOf" srcId="{E426C169-2185-4940-9BC8-763ED82EF4F0}" destId="{2543058E-145E-482C-BF83-7143B7E5F27E}" srcOrd="3" destOrd="0" presId="urn:microsoft.com/office/officeart/2005/8/layout/vList2"/>
    <dgm:cxn modelId="{BFE6EA8A-50FE-47A3-99C9-B633259FC935}" type="presParOf" srcId="{E426C169-2185-4940-9BC8-763ED82EF4F0}" destId="{3825EB8B-F1AE-4AD2-915F-DEB53B80750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B5CAD-3A13-4289-8560-8557DE191502}">
      <dsp:nvSpPr>
        <dsp:cNvPr id="0" name=""/>
        <dsp:cNvSpPr/>
      </dsp:nvSpPr>
      <dsp:spPr>
        <a:xfrm>
          <a:off x="0" y="45231"/>
          <a:ext cx="6492875" cy="16159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Algorithm design paradigm</a:t>
          </a:r>
        </a:p>
      </dsp:txBody>
      <dsp:txXfrm>
        <a:off x="78885" y="124116"/>
        <a:ext cx="6335105" cy="1458195"/>
      </dsp:txXfrm>
    </dsp:sp>
    <dsp:sp modelId="{87AD5651-39CF-402C-9B75-E3CF05E9503D}">
      <dsp:nvSpPr>
        <dsp:cNvPr id="0" name=""/>
        <dsp:cNvSpPr/>
      </dsp:nvSpPr>
      <dsp:spPr>
        <a:xfrm>
          <a:off x="0" y="1744717"/>
          <a:ext cx="6492875" cy="161596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 refers to  all state Space search methods</a:t>
          </a:r>
        </a:p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 </a:t>
          </a:r>
        </a:p>
      </dsp:txBody>
      <dsp:txXfrm>
        <a:off x="78885" y="1823602"/>
        <a:ext cx="6335105" cy="1458195"/>
      </dsp:txXfrm>
    </dsp:sp>
    <dsp:sp modelId="{FB9052F6-31DF-4543-A378-49E2F650C578}">
      <dsp:nvSpPr>
        <dsp:cNvPr id="0" name=""/>
        <dsp:cNvSpPr/>
      </dsp:nvSpPr>
      <dsp:spPr>
        <a:xfrm>
          <a:off x="0" y="3444202"/>
          <a:ext cx="6492875" cy="161596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all children of </a:t>
          </a:r>
          <a:r>
            <a:rPr lang="en-US" sz="2900" kern="1200" dirty="0">
              <a:solidFill>
                <a:srgbClr val="C00000"/>
              </a:solidFill>
            </a:rPr>
            <a:t>the   E-node </a:t>
          </a:r>
          <a:r>
            <a:rPr lang="en-US" sz="2900" kern="1200" dirty="0"/>
            <a:t>are generated before any other live node can become the E-node</a:t>
          </a:r>
        </a:p>
      </dsp:txBody>
      <dsp:txXfrm>
        <a:off x="78885" y="3523087"/>
        <a:ext cx="6335105" cy="14581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8A1A6D-7F51-48C6-971D-591923624DBB}">
      <dsp:nvSpPr>
        <dsp:cNvPr id="0" name=""/>
        <dsp:cNvSpPr/>
      </dsp:nvSpPr>
      <dsp:spPr>
        <a:xfrm>
          <a:off x="0" y="1033049"/>
          <a:ext cx="7457482" cy="16731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● </a:t>
          </a:r>
          <a:r>
            <a:rPr lang="en-US" sz="2000" b="1" kern="1200" dirty="0">
              <a:solidFill>
                <a:srgbClr val="C00000"/>
              </a:solidFill>
            </a:rPr>
            <a:t>Breadth First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      In </a:t>
          </a:r>
          <a:r>
            <a:rPr lang="en-US" sz="2000" kern="1200" dirty="0" err="1"/>
            <a:t>BnB</a:t>
          </a:r>
          <a:r>
            <a:rPr lang="en-US" sz="2000" kern="1200" dirty="0"/>
            <a:t>, BFS-like state space search will be called FIFO(First In First Out)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search as the list of live nodes is a first-in-first-out list (or </a:t>
          </a:r>
          <a:r>
            <a:rPr lang="en-US" sz="2000" b="1" kern="1200" dirty="0">
              <a:solidFill>
                <a:srgbClr val="C00000"/>
              </a:solidFill>
            </a:rPr>
            <a:t>queue</a:t>
          </a:r>
          <a:r>
            <a:rPr lang="en-US" sz="2000" kern="1200" dirty="0"/>
            <a:t>).</a:t>
          </a:r>
        </a:p>
      </dsp:txBody>
      <dsp:txXfrm>
        <a:off x="81674" y="1114723"/>
        <a:ext cx="7294134" cy="1509752"/>
      </dsp:txXfrm>
    </dsp:sp>
    <dsp:sp modelId="{00BD0923-BC4D-45B9-942D-82051B45F8CA}">
      <dsp:nvSpPr>
        <dsp:cNvPr id="0" name=""/>
        <dsp:cNvSpPr/>
      </dsp:nvSpPr>
      <dsp:spPr>
        <a:xfrm>
          <a:off x="0" y="2813793"/>
          <a:ext cx="7457482" cy="167310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DFS ( D-Search)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D-search-like state space search will be called LIFO(Last In First Out)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search as the list of live nodes is a last-in-first-</a:t>
          </a:r>
          <a:r>
            <a:rPr lang="en-US" sz="2000" kern="1200" dirty="0" err="1"/>
            <a:t>outlist</a:t>
          </a:r>
          <a:r>
            <a:rPr lang="en-US" sz="2000" kern="1200" dirty="0"/>
            <a:t> (or </a:t>
          </a:r>
          <a:r>
            <a:rPr lang="en-US" sz="2000" b="1" kern="1200" dirty="0">
              <a:solidFill>
                <a:srgbClr val="C00000"/>
              </a:solidFill>
            </a:rPr>
            <a:t>stack).</a:t>
          </a:r>
        </a:p>
      </dsp:txBody>
      <dsp:txXfrm>
        <a:off x="81674" y="2895467"/>
        <a:ext cx="7294134" cy="15097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818381-5BF1-46E3-9029-A9B8E5DD4DB4}">
      <dsp:nvSpPr>
        <dsp:cNvPr id="0" name=""/>
        <dsp:cNvSpPr/>
      </dsp:nvSpPr>
      <dsp:spPr>
        <a:xfrm>
          <a:off x="0" y="262712"/>
          <a:ext cx="719545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C34325-A3C9-4CF2-8E2F-4553BCF13BAE}">
      <dsp:nvSpPr>
        <dsp:cNvPr id="0" name=""/>
        <dsp:cNvSpPr/>
      </dsp:nvSpPr>
      <dsp:spPr>
        <a:xfrm>
          <a:off x="224429" y="0"/>
          <a:ext cx="4911000" cy="4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80" tIns="0" rIns="1903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3 types </a:t>
          </a:r>
          <a:r>
            <a:rPr lang="en-US" sz="1400" kern="1200" dirty="0" err="1"/>
            <a:t>og</a:t>
          </a:r>
          <a:r>
            <a:rPr lang="en-US" sz="1400" kern="1200" dirty="0"/>
            <a:t> Graph Search Strategies</a:t>
          </a:r>
        </a:p>
      </dsp:txBody>
      <dsp:txXfrm>
        <a:off x="244604" y="20175"/>
        <a:ext cx="4870650" cy="372930"/>
      </dsp:txXfrm>
    </dsp:sp>
    <dsp:sp modelId="{4A7543EE-9CC2-46A1-B409-FB7D42BB11D4}">
      <dsp:nvSpPr>
        <dsp:cNvPr id="0" name=""/>
        <dsp:cNvSpPr/>
      </dsp:nvSpPr>
      <dsp:spPr>
        <a:xfrm>
          <a:off x="0" y="897752"/>
          <a:ext cx="719545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339852-AA52-4253-B015-A20C01C92BF7}">
      <dsp:nvSpPr>
        <dsp:cNvPr id="0" name=""/>
        <dsp:cNvSpPr/>
      </dsp:nvSpPr>
      <dsp:spPr>
        <a:xfrm>
          <a:off x="359772" y="691112"/>
          <a:ext cx="5036820" cy="413280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80" tIns="0" rIns="1903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● Breadth First Search(BFS)</a:t>
          </a:r>
        </a:p>
      </dsp:txBody>
      <dsp:txXfrm>
        <a:off x="379947" y="711287"/>
        <a:ext cx="4996470" cy="372930"/>
      </dsp:txXfrm>
    </dsp:sp>
    <dsp:sp modelId="{8DFC7C1D-B522-4E7E-B555-A8D61D466714}">
      <dsp:nvSpPr>
        <dsp:cNvPr id="0" name=""/>
        <dsp:cNvSpPr/>
      </dsp:nvSpPr>
      <dsp:spPr>
        <a:xfrm>
          <a:off x="0" y="1532792"/>
          <a:ext cx="719545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99B883-4D5F-4AF3-AFAB-ABB298FF008E}">
      <dsp:nvSpPr>
        <dsp:cNvPr id="0" name=""/>
        <dsp:cNvSpPr/>
      </dsp:nvSpPr>
      <dsp:spPr>
        <a:xfrm>
          <a:off x="359772" y="1326152"/>
          <a:ext cx="5036820" cy="413280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80" tIns="0" rIns="1903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● Depth First Search (D –search/ DFS)</a:t>
          </a:r>
        </a:p>
      </dsp:txBody>
      <dsp:txXfrm>
        <a:off x="379947" y="1346327"/>
        <a:ext cx="4996470" cy="372930"/>
      </dsp:txXfrm>
    </dsp:sp>
    <dsp:sp modelId="{FD085F68-C3CE-437E-9D19-35B139B15DB3}">
      <dsp:nvSpPr>
        <dsp:cNvPr id="0" name=""/>
        <dsp:cNvSpPr/>
      </dsp:nvSpPr>
      <dsp:spPr>
        <a:xfrm>
          <a:off x="0" y="2167832"/>
          <a:ext cx="719545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BF0030-83EA-40E6-9D07-EC520EEB5D69}">
      <dsp:nvSpPr>
        <dsp:cNvPr id="0" name=""/>
        <dsp:cNvSpPr/>
      </dsp:nvSpPr>
      <dsp:spPr>
        <a:xfrm>
          <a:off x="359772" y="1961192"/>
          <a:ext cx="5036820" cy="413280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80" tIns="0" rIns="19038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Least Cost Search(LC Search)</a:t>
          </a:r>
        </a:p>
      </dsp:txBody>
      <dsp:txXfrm>
        <a:off x="379947" y="1981367"/>
        <a:ext cx="4996470" cy="3729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8A1A6D-7F51-48C6-971D-591923624DBB}">
      <dsp:nvSpPr>
        <dsp:cNvPr id="0" name=""/>
        <dsp:cNvSpPr/>
      </dsp:nvSpPr>
      <dsp:spPr>
        <a:xfrm>
          <a:off x="0" y="3160025"/>
          <a:ext cx="7457482" cy="12548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● B</a:t>
          </a:r>
          <a:r>
            <a:rPr lang="en-US" sz="2000" b="1" kern="1200" dirty="0">
              <a:solidFill>
                <a:srgbClr val="C00000"/>
              </a:solidFill>
            </a:rPr>
            <a:t>ounding Function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        help to avoid generation of subtrees that do not contain answer node</a:t>
          </a:r>
        </a:p>
      </dsp:txBody>
      <dsp:txXfrm>
        <a:off x="61256" y="3221281"/>
        <a:ext cx="7334970" cy="11323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AA1D1D-2A34-4141-A3AD-61D355F8024D}">
      <dsp:nvSpPr>
        <dsp:cNvPr id="0" name=""/>
        <dsp:cNvSpPr/>
      </dsp:nvSpPr>
      <dsp:spPr>
        <a:xfrm>
          <a:off x="0" y="1903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9537EE-8EB4-4690-AB15-E11F0D9E2D99}">
      <dsp:nvSpPr>
        <dsp:cNvPr id="0" name=""/>
        <dsp:cNvSpPr/>
      </dsp:nvSpPr>
      <dsp:spPr>
        <a:xfrm>
          <a:off x="245405" y="184436"/>
          <a:ext cx="446191" cy="4461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7C6F6-A185-44B6-92C8-0D29E0317C42}">
      <dsp:nvSpPr>
        <dsp:cNvPr id="0" name=""/>
        <dsp:cNvSpPr/>
      </dsp:nvSpPr>
      <dsp:spPr>
        <a:xfrm>
          <a:off x="937002" y="1903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Then live nodes in the queue are   2,18,34,50</a:t>
          </a:r>
        </a:p>
      </dsp:txBody>
      <dsp:txXfrm>
        <a:off x="937002" y="1903"/>
        <a:ext cx="5576601" cy="811257"/>
      </dsp:txXfrm>
    </dsp:sp>
    <dsp:sp modelId="{8B93DE7C-4916-4A2D-9FCE-EBBF108C2EC5}">
      <dsp:nvSpPr>
        <dsp:cNvPr id="0" name=""/>
        <dsp:cNvSpPr/>
      </dsp:nvSpPr>
      <dsp:spPr>
        <a:xfrm>
          <a:off x="0" y="1015975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1731A-91AF-4101-91AC-49C5B7D3C5AF}">
      <dsp:nvSpPr>
        <dsp:cNvPr id="0" name=""/>
        <dsp:cNvSpPr/>
      </dsp:nvSpPr>
      <dsp:spPr>
        <a:xfrm>
          <a:off x="245405" y="1198508"/>
          <a:ext cx="446191" cy="4461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EF350-D01A-495D-946F-F1AB2232068F}">
      <dsp:nvSpPr>
        <dsp:cNvPr id="0" name=""/>
        <dsp:cNvSpPr/>
      </dsp:nvSpPr>
      <dsp:spPr>
        <a:xfrm>
          <a:off x="937002" y="1015975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Next E node  ,front of queue which is Node 2</a:t>
          </a:r>
        </a:p>
      </dsp:txBody>
      <dsp:txXfrm>
        <a:off x="937002" y="1015975"/>
        <a:ext cx="5576601" cy="811257"/>
      </dsp:txXfrm>
    </dsp:sp>
    <dsp:sp modelId="{72D540B5-D4EA-4126-B115-D4717DB26FCE}">
      <dsp:nvSpPr>
        <dsp:cNvPr id="0" name=""/>
        <dsp:cNvSpPr/>
      </dsp:nvSpPr>
      <dsp:spPr>
        <a:xfrm>
          <a:off x="0" y="2030048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E0D1B-97F4-4437-9DDA-AF8AB82FB734}">
      <dsp:nvSpPr>
        <dsp:cNvPr id="0" name=""/>
        <dsp:cNvSpPr/>
      </dsp:nvSpPr>
      <dsp:spPr>
        <a:xfrm>
          <a:off x="245405" y="2212581"/>
          <a:ext cx="446191" cy="4461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63BCD-5809-4585-90C7-2F326038A4EA}">
      <dsp:nvSpPr>
        <dsp:cNvPr id="0" name=""/>
        <dsp:cNvSpPr/>
      </dsp:nvSpPr>
      <dsp:spPr>
        <a:xfrm>
          <a:off x="937002" y="2030048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Expand 2 and 3,8,13 generated</a:t>
          </a:r>
        </a:p>
      </dsp:txBody>
      <dsp:txXfrm>
        <a:off x="937002" y="2030048"/>
        <a:ext cx="5576601" cy="811257"/>
      </dsp:txXfrm>
    </dsp:sp>
    <dsp:sp modelId="{D5BB739F-8B0A-4503-9331-0D74BC7FB779}">
      <dsp:nvSpPr>
        <dsp:cNvPr id="0" name=""/>
        <dsp:cNvSpPr/>
      </dsp:nvSpPr>
      <dsp:spPr>
        <a:xfrm>
          <a:off x="0" y="3044120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BEE5C6-4721-4F4D-BB1F-E90563F8696C}">
      <dsp:nvSpPr>
        <dsp:cNvPr id="0" name=""/>
        <dsp:cNvSpPr/>
      </dsp:nvSpPr>
      <dsp:spPr>
        <a:xfrm>
          <a:off x="245405" y="3226653"/>
          <a:ext cx="446191" cy="4461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E9880-CB3F-4624-8B33-31B239D264C5}">
      <dsp:nvSpPr>
        <dsp:cNvPr id="0" name=""/>
        <dsp:cNvSpPr/>
      </dsp:nvSpPr>
      <dsp:spPr>
        <a:xfrm>
          <a:off x="937002" y="3044120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3 killed immediately using bounding function</a:t>
          </a:r>
        </a:p>
      </dsp:txBody>
      <dsp:txXfrm>
        <a:off x="937002" y="3044120"/>
        <a:ext cx="5576601" cy="811257"/>
      </dsp:txXfrm>
    </dsp:sp>
    <dsp:sp modelId="{95FFF836-D0D3-48F1-830F-4404908D8D45}">
      <dsp:nvSpPr>
        <dsp:cNvPr id="0" name=""/>
        <dsp:cNvSpPr/>
      </dsp:nvSpPr>
      <dsp:spPr>
        <a:xfrm>
          <a:off x="0" y="4058192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4661F5-F8E2-4822-B9CC-A36C1E3CBA77}">
      <dsp:nvSpPr>
        <dsp:cNvPr id="0" name=""/>
        <dsp:cNvSpPr/>
      </dsp:nvSpPr>
      <dsp:spPr>
        <a:xfrm>
          <a:off x="245405" y="4240725"/>
          <a:ext cx="446191" cy="4461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AEC14C-2E64-4624-9F00-9F5C721494CB}">
      <dsp:nvSpPr>
        <dsp:cNvPr id="0" name=""/>
        <dsp:cNvSpPr/>
      </dsp:nvSpPr>
      <dsp:spPr>
        <a:xfrm>
          <a:off x="937002" y="4058192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8,13 added to queue  of live nodes</a:t>
          </a:r>
        </a:p>
      </dsp:txBody>
      <dsp:txXfrm>
        <a:off x="937002" y="4058192"/>
        <a:ext cx="5576601" cy="811257"/>
      </dsp:txXfrm>
    </dsp:sp>
    <dsp:sp modelId="{0FEED32D-064A-4FDA-A9E2-78BB28CD13E2}">
      <dsp:nvSpPr>
        <dsp:cNvPr id="0" name=""/>
        <dsp:cNvSpPr/>
      </dsp:nvSpPr>
      <dsp:spPr>
        <a:xfrm>
          <a:off x="0" y="5072264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8E1B5-574F-4DB6-8264-FD957E7244F8}">
      <dsp:nvSpPr>
        <dsp:cNvPr id="0" name=""/>
        <dsp:cNvSpPr/>
      </dsp:nvSpPr>
      <dsp:spPr>
        <a:xfrm>
          <a:off x="245405" y="5254797"/>
          <a:ext cx="446191" cy="44619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BC7E6-9F81-419D-AB63-4450713606CD}">
      <dsp:nvSpPr>
        <dsp:cNvPr id="0" name=""/>
        <dsp:cNvSpPr/>
      </dsp:nvSpPr>
      <dsp:spPr>
        <a:xfrm>
          <a:off x="937002" y="5072264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Node 18 next E node and continue like this to find a solution</a:t>
          </a:r>
        </a:p>
      </dsp:txBody>
      <dsp:txXfrm>
        <a:off x="937002" y="5072264"/>
        <a:ext cx="5576601" cy="8112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4C1BC-0B9E-41EF-9C0F-42A3B30746B1}">
      <dsp:nvSpPr>
        <dsp:cNvPr id="0" name=""/>
        <dsp:cNvSpPr/>
      </dsp:nvSpPr>
      <dsp:spPr>
        <a:xfrm>
          <a:off x="0" y="1903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5CB32-7EED-4E17-840B-6829159DDD7B}">
      <dsp:nvSpPr>
        <dsp:cNvPr id="0" name=""/>
        <dsp:cNvSpPr/>
      </dsp:nvSpPr>
      <dsp:spPr>
        <a:xfrm>
          <a:off x="245405" y="184436"/>
          <a:ext cx="446191" cy="4461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C9F492-8FB0-4770-A93D-611C2EE4F1DA}">
      <dsp:nvSpPr>
        <dsp:cNvPr id="0" name=""/>
        <dsp:cNvSpPr/>
      </dsp:nvSpPr>
      <dsp:spPr>
        <a:xfrm>
          <a:off x="937002" y="1903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19,24,29 generated</a:t>
          </a:r>
        </a:p>
      </dsp:txBody>
      <dsp:txXfrm>
        <a:off x="937002" y="1903"/>
        <a:ext cx="5576601" cy="811257"/>
      </dsp:txXfrm>
    </dsp:sp>
    <dsp:sp modelId="{2311865F-9D2D-4890-AD2D-3FB929E70365}">
      <dsp:nvSpPr>
        <dsp:cNvPr id="0" name=""/>
        <dsp:cNvSpPr/>
      </dsp:nvSpPr>
      <dsp:spPr>
        <a:xfrm>
          <a:off x="0" y="1015975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EC4F8-6E28-4BBD-A086-FBD02D722248}">
      <dsp:nvSpPr>
        <dsp:cNvPr id="0" name=""/>
        <dsp:cNvSpPr/>
      </dsp:nvSpPr>
      <dsp:spPr>
        <a:xfrm>
          <a:off x="245405" y="1198508"/>
          <a:ext cx="446191" cy="4461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05031-91E1-4A89-B18A-60370AF7569D}">
      <dsp:nvSpPr>
        <dsp:cNvPr id="0" name=""/>
        <dsp:cNvSpPr/>
      </dsp:nvSpPr>
      <dsp:spPr>
        <a:xfrm>
          <a:off x="937002" y="1015975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19,24 killed (bounding function)</a:t>
          </a:r>
        </a:p>
      </dsp:txBody>
      <dsp:txXfrm>
        <a:off x="937002" y="1015975"/>
        <a:ext cx="5576601" cy="811257"/>
      </dsp:txXfrm>
    </dsp:sp>
    <dsp:sp modelId="{66AEB4B0-2095-4B18-867D-24D148CC7DEE}">
      <dsp:nvSpPr>
        <dsp:cNvPr id="0" name=""/>
        <dsp:cNvSpPr/>
      </dsp:nvSpPr>
      <dsp:spPr>
        <a:xfrm>
          <a:off x="0" y="2030048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A59F9-1CF8-479B-8DB0-86A0A83FDBBB}">
      <dsp:nvSpPr>
        <dsp:cNvPr id="0" name=""/>
        <dsp:cNvSpPr/>
      </dsp:nvSpPr>
      <dsp:spPr>
        <a:xfrm>
          <a:off x="245405" y="2212581"/>
          <a:ext cx="446191" cy="44619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3F489-53E6-4733-BDDC-D64254B5C660}">
      <dsp:nvSpPr>
        <dsp:cNvPr id="0" name=""/>
        <dsp:cNvSpPr/>
      </dsp:nvSpPr>
      <dsp:spPr>
        <a:xfrm>
          <a:off x="937002" y="2030048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29 addedto queue of live nodes</a:t>
          </a:r>
        </a:p>
      </dsp:txBody>
      <dsp:txXfrm>
        <a:off x="937002" y="2030048"/>
        <a:ext cx="5576601" cy="811257"/>
      </dsp:txXfrm>
    </dsp:sp>
    <dsp:sp modelId="{CC138226-7DD7-46F5-A766-DA324782FF1B}">
      <dsp:nvSpPr>
        <dsp:cNvPr id="0" name=""/>
        <dsp:cNvSpPr/>
      </dsp:nvSpPr>
      <dsp:spPr>
        <a:xfrm>
          <a:off x="0" y="3044120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C49284-4687-44C4-AA01-3782EBF1EDFC}">
      <dsp:nvSpPr>
        <dsp:cNvPr id="0" name=""/>
        <dsp:cNvSpPr/>
      </dsp:nvSpPr>
      <dsp:spPr>
        <a:xfrm>
          <a:off x="245405" y="3226653"/>
          <a:ext cx="446191" cy="44619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599EF-77E6-43DD-A87B-6E4C633928E4}">
      <dsp:nvSpPr>
        <dsp:cNvPr id="0" name=""/>
        <dsp:cNvSpPr/>
      </dsp:nvSpPr>
      <dsp:spPr>
        <a:xfrm>
          <a:off x="937002" y="3044120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 34 E node</a:t>
          </a:r>
        </a:p>
      </dsp:txBody>
      <dsp:txXfrm>
        <a:off x="937002" y="3044120"/>
        <a:ext cx="5576601" cy="811257"/>
      </dsp:txXfrm>
    </dsp:sp>
    <dsp:sp modelId="{21911148-985F-4B7D-9618-0FCEC71219E3}">
      <dsp:nvSpPr>
        <dsp:cNvPr id="0" name=""/>
        <dsp:cNvSpPr/>
      </dsp:nvSpPr>
      <dsp:spPr>
        <a:xfrm>
          <a:off x="0" y="4058192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422082-BD4B-48A6-94A4-7E02E490F991}">
      <dsp:nvSpPr>
        <dsp:cNvPr id="0" name=""/>
        <dsp:cNvSpPr/>
      </dsp:nvSpPr>
      <dsp:spPr>
        <a:xfrm>
          <a:off x="245405" y="4240725"/>
          <a:ext cx="446191" cy="44619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0C77A-4D1D-4F14-8345-CAF4C07FDF9F}">
      <dsp:nvSpPr>
        <dsp:cNvPr id="0" name=""/>
        <dsp:cNvSpPr/>
      </dsp:nvSpPr>
      <dsp:spPr>
        <a:xfrm>
          <a:off x="937002" y="4058192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Thus create FIFO B B search</a:t>
          </a:r>
        </a:p>
      </dsp:txBody>
      <dsp:txXfrm>
        <a:off x="937002" y="4058192"/>
        <a:ext cx="5576601" cy="811257"/>
      </dsp:txXfrm>
    </dsp:sp>
    <dsp:sp modelId="{DC905F6C-DC75-445A-80E4-410A96AF3B26}">
      <dsp:nvSpPr>
        <dsp:cNvPr id="0" name=""/>
        <dsp:cNvSpPr/>
      </dsp:nvSpPr>
      <dsp:spPr>
        <a:xfrm>
          <a:off x="0" y="5072264"/>
          <a:ext cx="6513603" cy="8112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A74CD-EA51-4A78-93F3-879F31C8B901}">
      <dsp:nvSpPr>
        <dsp:cNvPr id="0" name=""/>
        <dsp:cNvSpPr/>
      </dsp:nvSpPr>
      <dsp:spPr>
        <a:xfrm>
          <a:off x="245405" y="5254797"/>
          <a:ext cx="446191" cy="44619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396C1-53B1-4201-B918-192EDAC2957C}">
      <dsp:nvSpPr>
        <dsp:cNvPr id="0" name=""/>
        <dsp:cNvSpPr/>
      </dsp:nvSpPr>
      <dsp:spPr>
        <a:xfrm>
          <a:off x="937002" y="5072264"/>
          <a:ext cx="5576601" cy="811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858" tIns="85858" rIns="85858" bIns="8585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Nodes killed result of bounding function</a:t>
          </a:r>
        </a:p>
      </dsp:txBody>
      <dsp:txXfrm>
        <a:off x="937002" y="5072264"/>
        <a:ext cx="5576601" cy="8112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6B1299-61C1-44DD-9AF6-F0D2D62C360C}">
      <dsp:nvSpPr>
        <dsp:cNvPr id="0" name=""/>
        <dsp:cNvSpPr/>
      </dsp:nvSpPr>
      <dsp:spPr>
        <a:xfrm>
          <a:off x="0" y="7839"/>
          <a:ext cx="6884924" cy="6955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just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Aparajita" panose="02020603050405020304" pitchFamily="18" charset="0"/>
              <a:cs typeface="Aparajita" panose="02020603050405020304" pitchFamily="18" charset="0"/>
            </a:rPr>
            <a:t>Least Cost (LC) search</a:t>
          </a:r>
        </a:p>
      </dsp:txBody>
      <dsp:txXfrm>
        <a:off x="33955" y="41794"/>
        <a:ext cx="6817014" cy="627655"/>
      </dsp:txXfrm>
    </dsp:sp>
    <dsp:sp modelId="{8F61DB8D-09BD-4827-8808-C2CD4157AA13}">
      <dsp:nvSpPr>
        <dsp:cNvPr id="0" name=""/>
        <dsp:cNvSpPr/>
      </dsp:nvSpPr>
      <dsp:spPr>
        <a:xfrm>
          <a:off x="0" y="703404"/>
          <a:ext cx="6884924" cy="5282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596" tIns="36830" rIns="206248" bIns="36830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300" kern="1200" dirty="0">
            <a:solidFill>
              <a:srgbClr val="FF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Aparajita" panose="02020603050405020304" pitchFamily="18" charset="0"/>
              <a:cs typeface="Aparajita" panose="02020603050405020304" pitchFamily="18" charset="0"/>
            </a:rPr>
            <a:t>In </a:t>
          </a:r>
          <a:r>
            <a:rPr lang="en-US" sz="2300" b="1" kern="1200" dirty="0">
              <a:latin typeface="Aparajita" panose="02020603050405020304" pitchFamily="18" charset="0"/>
              <a:cs typeface="Aparajita" panose="02020603050405020304" pitchFamily="18" charset="0"/>
            </a:rPr>
            <a:t>FIFO and LIFO  </a:t>
          </a:r>
          <a:r>
            <a:rPr lang="en-US" sz="2300" kern="1200" dirty="0" err="1">
              <a:latin typeface="Aparajita" panose="02020603050405020304" pitchFamily="18" charset="0"/>
              <a:cs typeface="Aparajita" panose="02020603050405020304" pitchFamily="18" charset="0"/>
            </a:rPr>
            <a:t>BB,</a:t>
          </a:r>
          <a:r>
            <a:rPr lang="en-US" sz="2300" kern="1200" dirty="0" err="1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selection</a:t>
          </a:r>
          <a:r>
            <a:rPr lang="en-US" sz="2300" kern="1200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 rule </a:t>
          </a:r>
          <a:r>
            <a:rPr lang="en-US" sz="2300" kern="1200" dirty="0">
              <a:latin typeface="Aparajita" panose="02020603050405020304" pitchFamily="18" charset="0"/>
              <a:cs typeface="Aparajita" panose="02020603050405020304" pitchFamily="18" charset="0"/>
            </a:rPr>
            <a:t>for next E node is </a:t>
          </a:r>
          <a:r>
            <a:rPr lang="en-US" sz="2300" kern="1200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rigid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Not</a:t>
          </a:r>
          <a:r>
            <a:rPr lang="en-US" sz="2300" kern="1200" dirty="0">
              <a:latin typeface="Aparajita" panose="02020603050405020304" pitchFamily="18" charset="0"/>
              <a:cs typeface="Aparajita" panose="02020603050405020304" pitchFamily="18" charset="0"/>
            </a:rPr>
            <a:t> give any </a:t>
          </a:r>
          <a:r>
            <a:rPr lang="en-US" sz="2300" kern="1200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preference</a:t>
          </a:r>
          <a:r>
            <a:rPr lang="en-US" sz="2300" kern="1200" dirty="0">
              <a:latin typeface="Aparajita" panose="02020603050405020304" pitchFamily="18" charset="0"/>
              <a:cs typeface="Aparajita" panose="02020603050405020304" pitchFamily="18" charset="0"/>
            </a:rPr>
            <a:t> to a node that has very good chance of getting search to answer node quickly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 err="1">
              <a:latin typeface="Aparajita" panose="02020603050405020304" pitchFamily="18" charset="0"/>
              <a:cs typeface="Aparajita" panose="02020603050405020304" pitchFamily="18" charset="0"/>
            </a:rPr>
            <a:t>Eg</a:t>
          </a:r>
          <a:r>
            <a:rPr lang="en-US" sz="2300" kern="1200" dirty="0">
              <a:latin typeface="Aparajita" panose="02020603050405020304" pitchFamily="18" charset="0"/>
              <a:cs typeface="Aparajita" panose="02020603050405020304" pitchFamily="18" charset="0"/>
            </a:rPr>
            <a:t>- in FIFO </a:t>
          </a:r>
          <a:r>
            <a:rPr lang="en-US" sz="2300" kern="1200" dirty="0" err="1">
              <a:latin typeface="Aparajita" panose="02020603050405020304" pitchFamily="18" charset="0"/>
              <a:cs typeface="Aparajita" panose="02020603050405020304" pitchFamily="18" charset="0"/>
            </a:rPr>
            <a:t>BnB</a:t>
          </a:r>
          <a:r>
            <a:rPr lang="en-US" sz="2300" kern="1200" dirty="0">
              <a:latin typeface="Aparajita" panose="02020603050405020304" pitchFamily="18" charset="0"/>
              <a:cs typeface="Aparajita" panose="02020603050405020304" pitchFamily="18" charset="0"/>
            </a:rPr>
            <a:t>, when node 30 generated, obvious that it will lead to answer node in just one move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latin typeface="Aparajita" panose="02020603050405020304" pitchFamily="18" charset="0"/>
              <a:cs typeface="Aparajita" panose="02020603050405020304" pitchFamily="18" charset="0"/>
            </a:rPr>
            <a:t>But due to rigid structure of FIFO BB, all nodes generated before expanding node 30 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In LC search,</a:t>
          </a:r>
          <a:r>
            <a:rPr lang="en-US" sz="23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 we can be speed up searching  by using the ranking function (.) for live nodes.</a:t>
          </a:r>
          <a:endParaRPr lang="en-US" sz="2300" kern="1200" dirty="0">
            <a:solidFill>
              <a:srgbClr val="FF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 dirty="0">
              <a:latin typeface="Aparajita" panose="02020603050405020304" pitchFamily="18" charset="0"/>
              <a:cs typeface="Aparajita" panose="02020603050405020304" pitchFamily="18" charset="0"/>
            </a:rPr>
            <a:t>Next E node  </a:t>
          </a:r>
          <a:r>
            <a:rPr lang="en-US" sz="2300" kern="1200" dirty="0">
              <a:latin typeface="Aparajita" panose="02020603050405020304" pitchFamily="18" charset="0"/>
              <a:cs typeface="Aparajita" panose="02020603050405020304" pitchFamily="18" charset="0"/>
            </a:rPr>
            <a:t>selected </a:t>
          </a:r>
          <a:r>
            <a:rPr lang="en-US" sz="2300" kern="1200" dirty="0">
              <a:solidFill>
                <a:srgbClr val="FF0000"/>
              </a:solidFill>
              <a:latin typeface="Aparajita" panose="02020603050405020304" pitchFamily="18" charset="0"/>
              <a:cs typeface="Aparajita" panose="02020603050405020304" pitchFamily="18" charset="0"/>
            </a:rPr>
            <a:t>basis on ranking  function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>
              <a:latin typeface="Aparajita" panose="02020603050405020304" pitchFamily="18" charset="0"/>
              <a:cs typeface="Aparajita" panose="02020603050405020304" pitchFamily="18" charset="0"/>
            </a:rPr>
            <a:t>If the ranking function assigns a better value to node 30 than the remaining live nodes, then node 30 will become the E-node as soon as it is generated, and we will get the solution at the very next step,</a:t>
          </a:r>
          <a:endParaRPr lang="en-US" sz="2300" kern="1200" dirty="0">
            <a:solidFill>
              <a:srgbClr val="FF0000"/>
            </a:solidFill>
            <a:latin typeface="Aparajita" panose="02020603050405020304" pitchFamily="18" charset="0"/>
            <a:cs typeface="Aparajita" panose="02020603050405020304" pitchFamily="18" charset="0"/>
          </a:endParaRPr>
        </a:p>
      </dsp:txBody>
      <dsp:txXfrm>
        <a:off x="0" y="703404"/>
        <a:ext cx="6884924" cy="52826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DB0CE-481F-4D70-A971-F79927D1A6C7}">
      <dsp:nvSpPr>
        <dsp:cNvPr id="0" name=""/>
        <dsp:cNvSpPr/>
      </dsp:nvSpPr>
      <dsp:spPr>
        <a:xfrm>
          <a:off x="0" y="240238"/>
          <a:ext cx="7559504" cy="18696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C(X) = cost of reaching the current node, X (E- node), from the root + the cost of reaching an answer node from X. </a:t>
          </a:r>
          <a:endParaRPr lang="en-US" sz="3400" kern="1200"/>
        </a:p>
      </dsp:txBody>
      <dsp:txXfrm>
        <a:off x="91269" y="331507"/>
        <a:ext cx="7376966" cy="1687122"/>
      </dsp:txXfrm>
    </dsp:sp>
    <dsp:sp modelId="{C16D2291-36BA-4054-B1C8-D611A7210970}">
      <dsp:nvSpPr>
        <dsp:cNvPr id="0" name=""/>
        <dsp:cNvSpPr/>
      </dsp:nvSpPr>
      <dsp:spPr>
        <a:xfrm>
          <a:off x="0" y="2207818"/>
          <a:ext cx="7559504" cy="186966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C(X) = g(X) + h(X)</a:t>
          </a:r>
          <a:endParaRPr lang="en-US" sz="3400" kern="1200"/>
        </a:p>
      </dsp:txBody>
      <dsp:txXfrm>
        <a:off x="91269" y="2299087"/>
        <a:ext cx="7376966" cy="1687122"/>
      </dsp:txXfrm>
    </dsp:sp>
    <dsp:sp modelId="{E93520A7-4098-4C12-904C-64E50AE05797}">
      <dsp:nvSpPr>
        <dsp:cNvPr id="0" name=""/>
        <dsp:cNvSpPr/>
      </dsp:nvSpPr>
      <dsp:spPr>
        <a:xfrm>
          <a:off x="0" y="4175398"/>
          <a:ext cx="7559504" cy="186966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/>
            <a:t>h(x)=the cost of reaching a solution-node from X, not known. </a:t>
          </a:r>
          <a:endParaRPr lang="en-US" sz="3400" kern="1200"/>
        </a:p>
      </dsp:txBody>
      <dsp:txXfrm>
        <a:off x="91269" y="4266667"/>
        <a:ext cx="7376966" cy="168712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6DD1A-81BE-4312-A5B5-7AA1EE76B1A5}">
      <dsp:nvSpPr>
        <dsp:cNvPr id="0" name=""/>
        <dsp:cNvSpPr/>
      </dsp:nvSpPr>
      <dsp:spPr>
        <a:xfrm>
          <a:off x="0" y="4597"/>
          <a:ext cx="6513603" cy="9793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318397-A927-4914-A7E6-61FB1FAA2C35}">
      <dsp:nvSpPr>
        <dsp:cNvPr id="0" name=""/>
        <dsp:cNvSpPr/>
      </dsp:nvSpPr>
      <dsp:spPr>
        <a:xfrm>
          <a:off x="296259" y="224956"/>
          <a:ext cx="538654" cy="5386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731BD-24A2-4A14-9A3F-F6352B71E3DF}">
      <dsp:nvSpPr>
        <dsp:cNvPr id="0" name=""/>
        <dsp:cNvSpPr/>
      </dsp:nvSpPr>
      <dsp:spPr>
        <a:xfrm>
          <a:off x="1131174" y="4597"/>
          <a:ext cx="5382429" cy="97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650" tIns="103650" rIns="103650" bIns="10365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Difficulty</a:t>
          </a:r>
          <a:endParaRPr lang="en-US" sz="1900" kern="1200"/>
        </a:p>
      </dsp:txBody>
      <dsp:txXfrm>
        <a:off x="1131174" y="4597"/>
        <a:ext cx="5382429" cy="979371"/>
      </dsp:txXfrm>
    </dsp:sp>
    <dsp:sp modelId="{D8206E33-80FD-48B3-9BE3-801A292D270D}">
      <dsp:nvSpPr>
        <dsp:cNvPr id="0" name=""/>
        <dsp:cNvSpPr/>
      </dsp:nvSpPr>
      <dsp:spPr>
        <a:xfrm>
          <a:off x="0" y="1228812"/>
          <a:ext cx="6513603" cy="9793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D75C7-886A-49F6-ABE1-CEF47DC64BEC}">
      <dsp:nvSpPr>
        <dsp:cNvPr id="0" name=""/>
        <dsp:cNvSpPr/>
      </dsp:nvSpPr>
      <dsp:spPr>
        <a:xfrm>
          <a:off x="296259" y="1449171"/>
          <a:ext cx="538654" cy="5386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31848-6E37-4402-9CB4-650002994FDD}">
      <dsp:nvSpPr>
        <dsp:cNvPr id="0" name=""/>
        <dsp:cNvSpPr/>
      </dsp:nvSpPr>
      <dsp:spPr>
        <a:xfrm>
          <a:off x="1131174" y="1228812"/>
          <a:ext cx="5382429" cy="97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650" tIns="103650" rIns="103650" bIns="10365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 compute the cost at node x involve the search of the subtree at x For answer node.</a:t>
          </a:r>
        </a:p>
      </dsp:txBody>
      <dsp:txXfrm>
        <a:off x="1131174" y="1228812"/>
        <a:ext cx="5382429" cy="979371"/>
      </dsp:txXfrm>
    </dsp:sp>
    <dsp:sp modelId="{80113D23-5E9A-44E0-8195-AA266DC3C4FF}">
      <dsp:nvSpPr>
        <dsp:cNvPr id="0" name=""/>
        <dsp:cNvSpPr/>
      </dsp:nvSpPr>
      <dsp:spPr>
        <a:xfrm>
          <a:off x="0" y="2453027"/>
          <a:ext cx="6513603" cy="9793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108E10-0E1D-46E5-9BE9-90105A77EE3B}">
      <dsp:nvSpPr>
        <dsp:cNvPr id="0" name=""/>
        <dsp:cNvSpPr/>
      </dsp:nvSpPr>
      <dsp:spPr>
        <a:xfrm>
          <a:off x="296259" y="2673385"/>
          <a:ext cx="538654" cy="5386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8B86B-AB16-48A5-94BB-B51717D0ACC6}">
      <dsp:nvSpPr>
        <dsp:cNvPr id="0" name=""/>
        <dsp:cNvSpPr/>
      </dsp:nvSpPr>
      <dsp:spPr>
        <a:xfrm>
          <a:off x="1131174" y="2453027"/>
          <a:ext cx="5382429" cy="97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650" tIns="103650" rIns="103650" bIns="10365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Solution</a:t>
          </a:r>
          <a:endParaRPr lang="en-US" sz="1900" kern="1200"/>
        </a:p>
      </dsp:txBody>
      <dsp:txXfrm>
        <a:off x="1131174" y="2453027"/>
        <a:ext cx="5382429" cy="979371"/>
      </dsp:txXfrm>
    </dsp:sp>
    <dsp:sp modelId="{F9D4F29C-52DA-4076-8209-1699C6FFF107}">
      <dsp:nvSpPr>
        <dsp:cNvPr id="0" name=""/>
        <dsp:cNvSpPr/>
      </dsp:nvSpPr>
      <dsp:spPr>
        <a:xfrm>
          <a:off x="0" y="3677241"/>
          <a:ext cx="6513603" cy="9793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F04EB-F7A2-4395-869A-155D7E8D21FA}">
      <dsp:nvSpPr>
        <dsp:cNvPr id="0" name=""/>
        <dsp:cNvSpPr/>
      </dsp:nvSpPr>
      <dsp:spPr>
        <a:xfrm>
          <a:off x="296259" y="3897600"/>
          <a:ext cx="538654" cy="5386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28D86-0E96-4B8A-807F-9654C13195FC}">
      <dsp:nvSpPr>
        <dsp:cNvPr id="0" name=""/>
        <dsp:cNvSpPr/>
      </dsp:nvSpPr>
      <dsp:spPr>
        <a:xfrm>
          <a:off x="1131174" y="3677241"/>
          <a:ext cx="5382429" cy="97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650" tIns="103650" rIns="103650" bIns="10365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so can rank nodes </a:t>
          </a:r>
          <a:r>
            <a:rPr lang="en-US" sz="1900" kern="1200" dirty="0" err="1"/>
            <a:t>bais</a:t>
          </a:r>
          <a:r>
            <a:rPr lang="en-US" sz="1900" kern="1200" dirty="0"/>
            <a:t> of  an </a:t>
          </a:r>
          <a:r>
            <a:rPr lang="en-US" sz="1900" kern="1200" dirty="0">
              <a:solidFill>
                <a:srgbClr val="C00000"/>
              </a:solidFill>
            </a:rPr>
            <a:t>estimate function gˆ(·) </a:t>
          </a:r>
          <a:r>
            <a:rPr lang="en-US" sz="1900" kern="1200" dirty="0"/>
            <a:t>instead of actually expanding the nodes</a:t>
          </a:r>
        </a:p>
      </dsp:txBody>
      <dsp:txXfrm>
        <a:off x="1131174" y="3677241"/>
        <a:ext cx="5382429" cy="979371"/>
      </dsp:txXfrm>
    </dsp:sp>
    <dsp:sp modelId="{50EEAFE7-5CDC-4478-B190-626148C09196}">
      <dsp:nvSpPr>
        <dsp:cNvPr id="0" name=""/>
        <dsp:cNvSpPr/>
      </dsp:nvSpPr>
      <dsp:spPr>
        <a:xfrm>
          <a:off x="0" y="4901456"/>
          <a:ext cx="6513603" cy="97937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4BC81-1792-4BEE-A2A1-4CA99D93D745}">
      <dsp:nvSpPr>
        <dsp:cNvPr id="0" name=""/>
        <dsp:cNvSpPr/>
      </dsp:nvSpPr>
      <dsp:spPr>
        <a:xfrm>
          <a:off x="296259" y="5121814"/>
          <a:ext cx="538654" cy="53865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FD6B2-F3E8-4DBA-9206-B307E6F54BA5}">
      <dsp:nvSpPr>
        <dsp:cNvPr id="0" name=""/>
        <dsp:cNvSpPr/>
      </dsp:nvSpPr>
      <dsp:spPr>
        <a:xfrm>
          <a:off x="1131174" y="4901456"/>
          <a:ext cx="5382429" cy="979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650" tIns="103650" rIns="103650" bIns="10365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gˆ(x) be an estimate of the </a:t>
          </a:r>
          <a:r>
            <a:rPr lang="en-US" sz="1900" kern="1200" dirty="0">
              <a:solidFill>
                <a:srgbClr val="C00000"/>
              </a:solidFill>
            </a:rPr>
            <a:t>additional effort needed to reach an answer from node x</a:t>
          </a:r>
        </a:p>
      </dsp:txBody>
      <dsp:txXfrm>
        <a:off x="1131174" y="4901456"/>
        <a:ext cx="5382429" cy="97937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FC43AD-C978-4E16-846D-2B1F387253EC}">
      <dsp:nvSpPr>
        <dsp:cNvPr id="0" name=""/>
        <dsp:cNvSpPr/>
      </dsp:nvSpPr>
      <dsp:spPr>
        <a:xfrm>
          <a:off x="0" y="72444"/>
          <a:ext cx="6513603" cy="185591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– Given an initial arrangement, transform it to the goal arrangement through a series of legal moves </a:t>
          </a:r>
        </a:p>
      </dsp:txBody>
      <dsp:txXfrm>
        <a:off x="90598" y="163042"/>
        <a:ext cx="6332407" cy="1674716"/>
      </dsp:txXfrm>
    </dsp:sp>
    <dsp:sp modelId="{42E15143-015B-4CCA-A767-538F3408E254}">
      <dsp:nvSpPr>
        <dsp:cNvPr id="0" name=""/>
        <dsp:cNvSpPr/>
      </dsp:nvSpPr>
      <dsp:spPr>
        <a:xfrm>
          <a:off x="0" y="2014756"/>
          <a:ext cx="6513603" cy="1855912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only legal moves are one  in which a tile adjacent to the empty spot(ES) is moved to ES</a:t>
          </a:r>
        </a:p>
      </dsp:txBody>
      <dsp:txXfrm>
        <a:off x="90598" y="2105354"/>
        <a:ext cx="6332407" cy="1674716"/>
      </dsp:txXfrm>
    </dsp:sp>
    <dsp:sp modelId="{3825EB8B-F1AE-4AD2-915F-DEB53B80750E}">
      <dsp:nvSpPr>
        <dsp:cNvPr id="0" name=""/>
        <dsp:cNvSpPr/>
      </dsp:nvSpPr>
      <dsp:spPr>
        <a:xfrm>
          <a:off x="0" y="3957069"/>
          <a:ext cx="6513603" cy="1855912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From initial state only four moves are possible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UP,DOWN ,LEFT, RIGHT</a:t>
          </a:r>
        </a:p>
      </dsp:txBody>
      <dsp:txXfrm>
        <a:off x="90598" y="4047667"/>
        <a:ext cx="6332407" cy="1674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29:36.01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29:38.3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24575,'0'1063'-1365,"0"-1040"-5461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29:40.9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927 123 24575,'-49'1'0,"-1"1"0,1 3 0,0 2 0,0 1 0,0 3 0,2 3 0,-1 1 0,-66 31 0,102-38 0,0-1 0,0 2 0,-16 14 0,-3 3 0,-14 10 0,-68 74 0,19-16 0,86-87 0,1 1 0,1 0 0,0 0 0,0 1 0,0-1 0,1 1 0,0 1 0,1-1 0,0 1 0,1-1 0,0 1 0,0 0 0,1 1 0,-1 11 0,0 18 0,1-1 0,6 59 0,0-19 0,-5 124 0,3 118 0,-1-297 0,2 0 0,0-1 0,1 0 0,2 0 0,0 0 0,1-1 0,2 1 0,0-2 0,1 1 0,1-1 0,15 20 0,31 39 0,-32-41 0,2-2 0,2 0 0,37 35 0,-18-26 0,2-3 0,2-2 0,2-2 0,77 42 0,-120-76 0,35 20 0,51 17 0,-80-36 0,1 0 0,0-2 0,1 0 0,-1-1 0,1-1 0,26 0 0,263-7 0,-280 1 0,-1 0 0,0-2 0,-1-1 0,1-1 0,-1-2 0,34-17 0,-6 5 0,-25 8 0,0 0 0,-1-2 0,0-1 0,-2-2 0,47-40 0,-32 19 0,-1-1 0,49-67 0,-82 99 0,-1-1 0,0 1 0,0-1 0,-1-1 0,-1 1 0,1 0 0,4-21 0,-6 13 0,0-1 0,-2 1 0,0-1 0,-2-20 0,0 13 0,-11-168 0,8 159 0,-2 1 0,-2 0 0,-18-53 0,-31-52 0,-79-140 0,78 179 0,-4 2 0,-111-133 0,-110-134 0,276 355 0,0 1 0,0 0 0,-1 1 0,0 0 0,-1 0 0,0 0 0,0 1 0,-1 1 0,0 0 0,0 0 0,-13-5 0,8 5 0,0 2 0,-1-1 0,1 2 0,-1 0 0,0 1 0,0 1 0,-26 0 0,19 2-1365,2-1-5461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2:47.65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13.5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29 24575,'0'-1'0,"0"0"0,1 0 0,-1 1 0,0-1 0,1 0 0,-1 0 0,0 0 0,1 0 0,-1 1 0,1-1 0,0 0 0,-1 0 0,1 1 0,-1-1 0,1 1 0,0-1 0,0 0 0,-1 1 0,1-1 0,0 1 0,0 0 0,0-1 0,-1 1 0,1 0 0,0-1 0,0 1 0,1 0 0,29-6 0,-30 6 0,44-3 0,1 1 0,54 5 0,-98-3 0,1 1 0,0-1 0,-1 1 0,1-1 0,-1 1 0,1 0 0,-1 0 0,0 1 0,1-1 0,-1 0 0,0 1 0,0-1 0,0 1 0,0 0 0,0-1 0,0 1 0,0 0 0,0 0 0,-1 1 0,1-1 0,-1 0 0,0 0 0,1 1 0,-1-1 0,0 1 0,-1-1 0,1 1 0,0-1 0,-1 1 0,1-1 0,-1 4 0,2 10 0,-1 1 0,-1-1 0,-1 1 0,-2 17 0,-1 2 0,4-31 0,-9 116 0,7-106 0,-2 0 0,0 0 0,0 0 0,-2 0 0,-12 25 0,-13 14 0,-20 40 0,49-90 0,0 1 0,0-1 0,1 0 0,-1 1 0,1 0 0,0-1 0,0 1 0,1 0 0,0-1 0,-1 1 0,2 6 0,-1-9 0,1 0 0,0 0 0,-1 0 0,1 0 0,0 0 0,0-1 0,0 1 0,0 0 0,1-1 0,-1 1 0,0-1 0,1 1 0,-1-1 0,1 0 0,-1 0 0,1 1 0,-1-1 0,1 0 0,0 0 0,0-1 0,0 1 0,-1 0 0,1 0 0,0-1 0,0 1 0,0-1 0,0 0 0,4 0 0,42 4 0,0-2 0,62-5 0,-19-1 0,80 3-1365,-145 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16.7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1382 52 24575,'-24'-2'0,"0"0"0,0-2 0,-47-13 0,45 9 0,-2 2 0,-43-5 0,-184 10 0,123 3 0,116-1 0,0 1 0,1 0 0,-1 1 0,1 1 0,-1 0 0,1 2 0,1-1 0,-20 12 0,4-4 0,17-9 0,-2 0 0,1 0 0,0-2 0,-1 0 0,1 0 0,-1-1 0,-24-2 0,20 0 0,0 1 0,1 1 0,-29 6 0,41-6 0,-1 1 0,1 0 0,0 1 0,-1-1 0,1 1 0,1 0 0,-1 1 0,0 0 0,1-1 0,0 2 0,-1-1 0,2 1 0,-9 9 0,-98 126 0,100-126 0,1 1 0,0 0 0,2 0 0,0 1 0,0 0 0,1 0 0,1 1 0,1 0 0,1 0 0,-3 18 0,0 17 0,3 0 0,3 57 0,1-59 0,-2-33 0,1 0 0,1 0 0,1 0 0,1 0 0,0 0 0,1 0 0,0-1 0,2 1 0,7 20 0,2-13 0,2-1 0,0 0 0,1-1 0,1-1 0,1 0 0,0-2 0,30 23 0,-34-32 0,0 0 0,1 0 0,0-2 0,32 13 0,29 15 0,-68-32 0,0 1 0,1-2 0,-1 1 0,1-2 0,-1 1 0,1-1 0,0 0 0,16 0 0,87-4 0,-53-1 0,60 5 0,-55 0 0,118-10 0,-149 1 0,35-10 0,8-3 0,-72 19 0,0 0 0,0 0 0,0-1 0,0 0 0,0 0 0,0 0 0,0 0 0,-1-1 0,1 0 0,-1 0 0,8-6 0,-5 0 0,1 0 0,-1-1 0,-1 1 0,6-12 0,-8 15 0,11-19 0,1 0 0,22-26 0,-30 40 0,0 0 0,-1 0 0,0-1 0,-1 1 0,0-2 0,-1 1 0,-1-1 0,0 0 0,0 0 0,3-25 0,-3-8 0,-2-84 0,-2 100 0,1-81 0,-4-86 0,1 184 0,-1-1 0,0 1 0,-1 0 0,0 0 0,-1 0 0,-14-23 0,-9-26 0,24 54 0,-1-1 0,0 1 0,0-1 0,-1 1 0,0 1 0,-1-1 0,1 1 0,-1 0 0,-1 1 0,-15-11 0,1-2 0,18 16-195,0 1 0,0-1 0,0 0 0,0 1 0,-1 0 0,-6-3 0,-9-1-6631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21.6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1210 0 24575,'-5'7'0,"0"-1"0,0 1 0,0 0 0,1 1 0,0-1 0,-4 11 0,-8 15 0,-38 58 0,-71 136 0,114-200 0,-2-1 0,0 0 0,-2-1 0,-1-1 0,-1-1 0,-25 28 0,-180 166 0,22-11 0,185-188 0,0 0 0,2 1 0,0 0 0,-15 33 0,-3 3 0,17-29 0,2 1 0,0 1 0,2-1 0,1 2 0,1-1 0,-3 32 0,3-25 0,0-5 0,-13 30 0,12-35 0,1 0 0,-6 33 0,3-8 0,-3-1 0,-24 61 0,23-66 0,4-8 0,2 0 0,-5 41 0,-12 48 0,6-82-1365,8-22-5461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24.9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24575,'0'495'-1365,"0"-469"-5461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27.5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419 127 24575,'-36'-40'0,"27"28"0,-1 1 0,-1 0 0,-14-11 0,20 19 0,-1-1 0,1 1 0,-1 0 0,1 0 0,-1 1 0,0 0 0,0 0 0,0 0 0,-1 1 0,1-1 0,-8 1 0,-29-1 0,1 2 0,-44 5 0,82-5 0,1 1 0,0-1 0,-1 1 0,1 0 0,0 0 0,0 0 0,-1 0 0,1 1 0,0-1 0,0 1 0,0 0 0,1 0 0,-1 0 0,0 0 0,1 0 0,-1 1 0,1-1 0,0 1 0,0-1 0,0 1 0,0 0 0,0 0 0,1 0 0,-1 0 0,1 0 0,0 0 0,0 1 0,0-1 0,-1 5 0,0 10 0,0-1 0,1 1 0,1-1 0,3 30 0,-1-8 0,-1-22 0,-2-8 0,2-1 0,-1 1 0,1 0 0,0-1 0,3 10 0,-3-15 0,1 0 0,-1 0 0,0 0 0,1 0 0,0-1 0,-1 1 0,1-1 0,0 1 0,0-1 0,1 0 0,-1 0 0,0 1 0,1-2 0,-1 1 0,1 0 0,0 0 0,0-1 0,3 2 0,7 2 0,1-1 0,-1 0 0,17 2 0,-19-5 0,0 2 0,0-1 0,0 1 0,-1 1 0,13 6 0,-20-8 0,1 0 0,-1 0 0,0 0 0,0 1 0,0 0 0,0 0 0,0-1 0,-1 2 0,0-1 0,1 0 0,-1 0 0,0 1 0,0-1 0,-1 1 0,1 0 0,-1-1 0,0 1 0,2 8 0,0 13 0,-1-1 0,-1 2 0,-1-1 0,-4 36 0,3-58 0,1 0 0,0 0 0,-1 0 0,0 0 0,0 0 0,0 0 0,0 0 0,0 0 0,-1-1 0,1 1 0,-1 0 0,1-1 0,-1 1 0,0-1 0,0 0 0,-1 1 0,1-1 0,0 0 0,-1 0 0,1-1 0,-1 1 0,-5 2 0,3-2 0,0 0 0,0 0 0,0-1 0,-1 0 0,1 0 0,0-1 0,-1 1 0,1-1 0,0 0 0,-1-1 0,1 1 0,-9-3 0,11 2 0,0 0 0,0 0 0,0-1 0,0 0 0,0 1 0,0-1 0,0 0 0,1 0 0,-1 0 0,1-1 0,-1 1 0,1 0 0,0-1 0,0 0 0,0 1 0,0-1 0,1 0 0,-1 0 0,1 0 0,-1 0 0,1-1 0,0 1 0,1 0 0,-1 0 0,0-1 0,1-4 0,-2-13 0,0 0 0,2 1 0,3-27 0,-2 20 0,0 14 0,-1 1 0,1-1 0,1 1 0,0 0 0,1 0 0,1 0 0,-1 0 0,8-14 0,-7 16 0,-1 0 0,0-1 0,0 0 0,1-14 0,-3 14 0,1-1 0,1 0 0,4-12 0,-5 21 0,0 0 0,0-1 0,0 1 0,0 0 0,0 0 0,0 0 0,1 1 0,0-1 0,-1 1 0,1-1 0,0 1 0,0 0 0,0 0 0,5-2 0,54-20 0,-29 13 0,17-6-1365,-29 11-5461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30.8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1142 69 24575,'-864'0'0,"853"1"0,0-1 0,0 2 0,0 0 0,0 0 0,0 1 0,0 0 0,1 1 0,-1 0 0,1 1 0,0 0 0,-13 9 0,16-9 0,1-1 0,-1 1 0,1 1 0,0-1 0,1 1 0,-1 0 0,1 1 0,0-1 0,1 1 0,0 0 0,0 0 0,0 0 0,1 1 0,0-1 0,0 1 0,-1 11 0,-42 205 0,41-161 0,1-1 0,7 67 0,-1-20 0,-4-48 0,1-35 0,0-1 0,1 1 0,8 49 0,-2-58 0,0 0 0,1-1 0,0 0 0,1 0 0,1-1 0,1 0 0,0 0 0,14 15 0,-6-6 0,26 42 0,-38-53 0,1 0 0,1 0 0,0-1 0,0 0 0,1-1 0,1 0 0,0-1 0,1 1 0,0-2 0,0 0 0,1 0 0,0-1 0,22 11 0,-15-9 0,32 21 0,11 7 0,-42-29 0,1-1 0,1 0 0,-1-2 0,1-1 0,0 0 0,27 1 0,135-2 0,-116-5 0,-54 0 0,-1-1 0,1-1 0,-1 0 0,1 0 0,-1-1 0,14-7 0,32-9 0,-46 15 0,0 0 0,0-1 0,0 0 0,-1-1 0,0 0 0,-1-1 0,0-1 0,0 1 0,0-2 0,17-20 0,-4 6 0,-19 21 0,-1-1 0,0 0 0,0-1 0,0 1 0,0-1 0,0 0 0,-1 0 0,0 0 0,0 0 0,-1-1 0,1 1 0,2-12 0,-2 10 0,0 0 0,0 0 0,0 0 0,1 0 0,0 1 0,9-12 0,-8 12 0,0-1 0,0 1 0,-1-1 0,0 0 0,-1 0 0,1 0 0,1-8 0,15-80 0,-13 57 0,24-75 0,-16 75 0,-3-1 0,0 0 0,-3-1 0,-1 0 0,-2 0 0,-2-1 0,-1-42 0,-3 17 0,-2-59 0,1 119 0,0 0 0,-1 0 0,0 0 0,0 0 0,0 0 0,0 0 0,-1 1 0,0-1 0,0 1 0,0 0 0,-1 0 0,0 0 0,0 0 0,0 1 0,-1-1 0,1 1 0,-1 0 0,0 1 0,0-1 0,-1 1 0,-9-5 0,4 2 0,1 0 0,0-1 0,0 0 0,0-1 0,1 0 0,-14-15 0,-27-22 0,-41-11 0,66 42 0,0-1 0,-43-34 0,65 46-170,0 0-1,0-1 0,0 1 1,0 0-1,1-1 0,0 0 1,-3-5-1,-2-8-6655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33.7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24575,'0'1840'-1365,"0"-1820"-5461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36.3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241 100 24575,'4'-4'0,"1"1"0,-1 1 0,0-1 0,1 0 0,-1 1 0,1 0 0,0 0 0,6-1 0,4-3 0,19-8 0,0 2 0,1 1 0,0 1 0,0 2 0,1 2 0,38-2 0,-71 8 0,0 0 0,0 0 0,0 0 0,0 0 0,0 0 0,0 1 0,0-1 0,-1 1 0,1 0 0,0 0 0,0 0 0,0 0 0,-1 1 0,1-1 0,-1 1 0,1-1 0,-1 1 0,0 0 0,1 0 0,-1 0 0,3 4 0,-3-1 0,0-1 0,0 1 0,0 0 0,-1-1 0,1 1 0,-1 0 0,0 0 0,-1 0 0,1 0 0,-1 0 0,0 0 0,-1 5 0,0 1 0,-1 0 0,0 0 0,-1 0 0,0 0 0,-1-1 0,0 0 0,0 1 0,-1-1 0,-1-1 0,0 1 0,0-1 0,-1 0 0,0-1 0,0 1 0,-12 9 0,10-8 0,0-1 0,-1 0 0,0 0 0,-1-1 0,0 0 0,-1-1 0,1 0 0,-1-1 0,0 0 0,-22 6 0,22-9 0,-14 4 0,24-5 0,17-1 0,15-1 0,-20-1 0,-1 0 0,0 1 0,0 1 0,0 0 0,0 0 0,11 3 0,-18-3 0,1 0 0,0 0 0,-1 0 0,0 1 0,1-1 0,-1 1 0,0 0 0,1-1 0,-1 1 0,0 0 0,-1 0 0,1 0 0,0 1 0,0-1 0,-1 0 0,1 1 0,-1-1 0,0 1 0,0 0 0,0-1 0,0 1 0,0 0 0,-1-1 0,1 6 0,2 15 0,-1 0 0,0 0 0,-2 0 0,-1 0 0,-1 0 0,-8 35 0,9-52 0,-1-1 0,0 1 0,0-1 0,0 1 0,-1-1 0,0 0 0,0 1 0,-1-1 0,1-1 0,-1 1 0,0-1 0,0 1 0,-1-1 0,1 0 0,-1-1 0,0 1 0,0-1 0,0 0 0,0 0 0,-1 0 0,1-1 0,-1 0 0,0 0 0,1-1 0,-8 2 0,-13 1 0,-1-1 0,1-2 0,-1 0 0,-38-5 0,14 1 0,29 3 0,-1-1 0,1-1 0,0-1 0,0-2 0,-35-10 0,30 6-1365,5 1-5461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38.9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1 24575,'0'39'0,"-4"89"0,4-126 0,0 0 0,-1-1 0,1 1 0,0 0 0,0 0 0,0 0 0,0-1 0,0 1 0,0 0 0,0 0 0,1-1 0,-1 1 0,0 0 0,1-1 0,0 1 0,-1 0 0,1-1 0,0 1 0,0-1 0,0 1 0,0-1 0,0 1 0,0-1 0,0 0 0,1 1 0,-1-1 0,1 0 0,-1 0 0,0 0 0,1 0 0,-1 0 0,1 0 0,3 0 0,3 1 0,1-1 0,0 0 0,-1 0 0,1-1 0,0 0 0,9-2 0,32 0 0,-47 3 0,-1-1 0,1 0 0,-1 0 0,1 1 0,-1-1 0,1 1 0,-1 0 0,1 0 0,-1 0 0,1 0 0,-1 0 0,0 1 0,3 1 0,-3 0 0,0 0 0,1 0 0,-1 0 0,-1 0 0,1 0 0,0 0 0,-1 1 0,0-1 0,1 0 0,-1 1 0,-1-1 0,1 1 0,0 0 0,-1-1 0,0 5 0,-2 61 0,0-41 0,2 35-12,2-44-259,-2 0 1,0 0-1,-2 0 1,-5 33-1,1-37-6555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40.9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73 0 24575,'1'78'0,"-3"86"0,1-156 14,-1 0-1,0 0 0,-1 0 1,1 0-1,-2 0 0,1 0 1,-1-1-1,0 0 1,-6 8-1,4-6-313,0 0 0,1 0 1,1 0-1,-7 19 0,6-10-6526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44.3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1017 33 24575,'-177'12'0,"-2"1"0,123-15 0,35 1 0,1 0 0,-1 1 0,1 1 0,-1 0 0,1 2 0,0 1 0,-31 9 0,16 1 0,0-1 0,-64 14 0,91-25 0,1 0 0,-1 0 0,1 1 0,-1 0 0,1 0 0,0 1 0,0 0 0,0 0 0,1 1 0,-1-1 0,1 2 0,1-1 0,-1 1 0,0-1 0,-6 12 0,4-6 0,1 1 0,0 0 0,1 0 0,0 1 0,1 0 0,1 0 0,0 0 0,-3 16 0,4-10 0,-5 21 0,2 0 0,-2 47 0,6-54 0,-2-1 0,-14 61 0,10-60 0,1 0 0,-3 57 0,11 321 0,-1-401 0,0 0 0,1 0 0,0 0 0,1 0 0,0 0 0,0-1 0,1 1 0,1 0 0,-1-1 0,2 0 0,-1 0 0,1 0 0,0-1 0,11 13 0,29 46 0,-9-14 0,-24-37 0,0 0 0,2-1 0,0-1 0,22 19 0,-29-28 0,0 0 0,1 0 0,0-1 0,0 1 0,0-2 0,1 1 0,-1-1 0,1-1 0,0 1 0,0-1 0,-1-1 0,11 1 0,111 8 0,53 2 0,-81-10 0,114-5 0,-207 0 0,0 1 0,0-1 0,0-1 0,-1 1 0,0-1 0,0-1 0,0 0 0,0 0 0,-1 0 0,13-13 0,7-3 0,36-24 0,134-104 0,-171 126 0,0-1 0,-2-1 0,-1-1 0,-1-1 0,18-31 0,-35 49 0,0-1 0,0 0 0,-1 1 0,-1-2 0,0 1 0,0 0 0,-1-1 0,1-20 0,-1-6 0,-6-46 0,1 13 0,4-27 0,-3-69 0,-1 150 0,0 0 0,-2 1 0,0-1 0,0 1 0,-1 0 0,-1 1 0,-1-1 0,-16-22 0,-15-33 0,23 36 0,-25-39 0,35 64 0,0 0 0,-1 0 0,-1 0 0,1 1 0,-1 0 0,-1 0 0,1 1 0,-17-10 0,-119-68 0,35 26 0,102 54-28,0 1 0,0-1 0,1-1 0,0 1 0,0-1 0,0 0 0,1 0 0,-8-13 0,0 2-1085,1 2-5713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2:50.5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24575,'0'510'-1365,"0"-490"-5461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2:53.2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296 149 24575,'-6'1'0,"0"0"0,0 0 0,0 0 0,1 1 0,-1-1 0,0 1 0,1 1 0,-1-1 0,1 1 0,0 0 0,0 0 0,-8 7 0,-8 7 0,-27 31 0,28-28 0,4-4 0,0 1 0,1 0 0,1 1 0,-13 22 0,21-29 0,1-1 0,0 1 0,1 0 0,0 1 0,1-1 0,0 0 0,1 1 0,0 0 0,-1 21 0,3-7 0,-2 19 0,2-1 0,11 76 0,-7-103 0,1-1 0,0 1 0,1-1 0,1-1 0,0 1 0,1-1 0,1-1 0,0 1 0,1-1 0,0-1 0,2 0 0,-1-1 0,1 0 0,17 13 0,-9-6 0,-1 1 0,-1 1 0,27 41 0,-27-35 0,2-2 0,29 32 0,-42-50 0,0-1 0,0 0 0,1-1 0,-1 0 0,1 0 0,0-1 0,0 1 0,1-2 0,-1 1 0,1-1 0,0-1 0,0 0 0,0 0 0,0 0 0,0-1 0,0-1 0,1 1 0,-1-2 0,0 1 0,17-4 0,-12-1 0,1 0 0,-1-1 0,0-1 0,0 0 0,-1-1 0,0 0 0,22-19 0,-4 4 0,7-8 0,-1-1 0,-1-3 0,-3 0 0,0-2 0,29-45 0,-57 74 0,0-1 0,0 1 0,-1-1 0,0 0 0,-1-1 0,0 1 0,0-1 0,-1 1 0,0-1 0,1-19 0,-2-9 0,-6-56 0,3 58 0,-2 7 0,0 0 0,-2 0 0,0 1 0,-3 0 0,0 0 0,-1 1 0,-2 0 0,-24-40 0,13 30 0,-2 1 0,-1 0 0,-2 2 0,-1 2 0,-35-31 0,54 53 0,-1 1 0,1 0 0,-1 1 0,0 0 0,-1 1 0,0 0 0,0 1 0,-1 0 0,0 1 0,1 0 0,-2 1 0,1 1 0,0 0 0,-1 1 0,-23-2 0,-41 4 0,-110 4 0,186-4-44,0 0 0,0 1 0,-1-1 0,1 1 0,0-1 0,0 1 0,0 0 0,0 0 0,0 0 0,0 0 0,0 0 0,0 0 0,0 1 0,0-1 0,1 0 0,-1 1 0,1 0-1,-1-1 1,1 1 0,-1 0 0,1 0 0,0 0 0,0 0 0,0 0 0,0 0 0,0 0 0,0 0 0,1 0 0,-1 0 0,0 4 0,-1 12-6782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2:55.30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1967 1 24575,'-32'11'0,"1"2"0,0 2 0,-44 27 0,-76 64 0,30-19 0,-48 12 0,86-54 0,-203 104 0,69-38 0,143-76 0,56-28 0,0 1 0,1 0 0,0 1 0,0 1 0,1 1 0,0 0 0,1 1 0,-23 23 0,-54 62 0,-5 5 0,89-91 0,-1-1 0,0 0 0,0 0 0,-1-1 0,0-1 0,-1 1 0,0-2 0,0 1 0,0-2 0,-1 1 0,0-2 0,-1 0 0,-13 4 0,12-4-63,0 0 0,1 0 0,0 1 0,0 1-1,1 0 1,-1 0 0,2 2 0,-1-1 0,-15 16 0,11-10-671,1-2-6092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46.7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24575,'1'2'0,"-1"1"0,1-1 0,0 1 0,0-1 0,0 0 0,1 0 0,-1 1 0,1-1 0,-1 0 0,1 0 0,-1 0 0,1-1 0,0 1 0,3 2 0,1 2 0,70 70 0,151 144 0,-166-167 0,130 85 0,-164-120 0,47 41 0,7 5 0,-46-38 0,59 58 0,-17-14 0,-16-17 0,44 34 0,135 87 0,-169-111-1365,-57-49-5461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49.35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237 0 24575,'-4'0'0,"0"1"0,0-1 0,0 1 0,0 0 0,1 0 0,-1 1 0,0-1 0,1 1 0,-1-1 0,1 1 0,-1 0 0,1 1 0,0-1 0,0 0 0,0 1 0,0 0 0,0 0 0,1 0 0,-1 0 0,1 0 0,0 0 0,0 1 0,0-1 0,0 1 0,-1 4 0,-1 1 0,1 1 0,0-1 0,0 1 0,1-1 0,0 1 0,1 0 0,0 0 0,1 0 0,0 10 0,1-18 0,-1 1 0,1 0 0,0-1 0,0 1 0,0-1 0,0 0 0,0 1 0,0-1 0,1 0 0,-1 1 0,1-1 0,-1 0 0,1 0 0,0 0 0,0-1 0,0 1 0,0 0 0,0-1 0,1 1 0,-1-1 0,0 0 0,1 0 0,-1 0 0,0 0 0,1 0 0,0 0 0,-1-1 0,1 1 0,-1-1 0,4 1 0,12 1 0,-1-1 0,1 0 0,25-3 0,-22 0 0,34 0 0,1-1 0,73 6 0,-127-3 0,1 0 0,-1 1 0,1-1 0,-1 1 0,0 0 0,1 0 0,-1-1 0,0 2 0,0-1 0,1 0 0,-1 0 0,0 1 0,0-1 0,0 1 0,-1-1 0,1 1 0,0 0 0,-1 0 0,1 0 0,-1 0 0,1 0 0,-1 0 0,0 0 0,0 1 0,0-1 0,0 0 0,-1 1 0,1-1 0,0 0 0,-1 1 0,0-1 0,1 1 0,-1-1 0,0 1 0,-1 4 0,1-1 0,-1 1 0,0-1 0,0 1 0,-1-1 0,1 1 0,-1-1 0,-1 0 0,1 0 0,-1 0 0,0 0 0,-1 0 0,-5 8 0,3-8 0,0 0 0,0-1 0,-1 1 0,1-1 0,-1 0 0,0-1 0,0 0 0,-1 0 0,1 0 0,-1-1 0,0 0 0,0-1 0,0 1 0,-10 0 0,-9 0 0,1-1 0,-1-2 0,-30-3 0,23 1 0,-40 3 0,59 2 9,0 0-1,1 1 0,0 1 1,0 0-1,0 1 1,0 1-1,-14 8 1,-30 15-1442,34-21-5393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50.9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75 24575,'4'0'0,"9"-4"0,8-2 0,7-3 0,8-5 0,1 1 0,-1 2 0,-3 3 0,-2 2 0,-3 4 0,-2 0 0,-1 2 0,-1 1 0,-1-1 0,1 1 0,0-1 0,-4 1-8191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52.9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101 240 24575,'-7'7'0,"0"1"0,0 0 0,0 0 0,1 1 0,0 0 0,1 0 0,0 0 0,0 1 0,1 0 0,1 0 0,-1 0 0,1 0 0,1 0 0,0 1 0,1-1 0,0 1 0,0-1 0,1 14 0,-11 115 0,0-1 0,10-104 0,0-23 0,1 0 0,-1 0 0,2 1 0,0-1 0,0 0 0,5 19 0,-5-27 0,1-1 0,-1 0 0,0 0 0,1 0 0,-1 0 0,1 0 0,0-1 0,0 1 0,0 0 0,0-1 0,0 1 0,0-1 0,0 0 0,0 1 0,0-1 0,1 0 0,-1-1 0,0 1 0,1 0 0,-1-1 0,1 1 0,-1-1 0,3 1 0,9 0 0,0-1 0,28-2 0,-23 1 0,0 0 0,1 0 0,-1-1 0,31-8 0,-44 8 0,0 0 0,0 0 0,-1-1 0,1 0 0,-1 0 0,1 0 0,-1-1 0,0 1 0,0-1 0,0-1 0,-1 1 0,0-1 0,0 0 0,0 0 0,4-6 0,22-45 0,-24 41 0,2 1 0,-1 0 0,2 1 0,13-18 0,-17 25 0,0-1 0,0 0 0,-1 0 0,0 0 0,0-1 0,-1 1 0,0-1 0,0 0 0,0 0 0,-1 0 0,-1 0 0,2-10 0,-1-11 0,-2 0 0,-2-35 0,-1 1 0,2 55 0,1 1 0,-2-1 0,1 0 0,-1 1 0,0-1 0,0 1 0,-1 0 0,0 0 0,-1 0 0,1 0 0,-1 0 0,-1 1 0,-8-11 0,-6-5 0,-2 1 0,-31-24 0,-5-6 0,27 18-27,20 22-240,1 1-1,-1 0 0,-1 0 1,-21-15-1,15 16-6558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3:55.8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1017 49 24575,'-5'1'0,"0"-1"0,0 1 0,0 0 0,0 1 0,0-1 0,0 1 0,0 0 0,-5 3 0,-13 5 0,-34 9 0,2 3 0,0 2 0,-66 40 0,47-20 0,-26 16 0,70-37 0,0 2 0,-39 44 0,17-18 0,25-26 0,-45 57 0,65-73 0,-6 7 0,1 1 0,0 0 0,2 1 0,0 0 0,1 0 0,-9 24 0,11-22 0,-1 0 0,-16 28 0,13-29 0,2 1 0,-9 24 0,8-6 0,1 1 0,3 0 0,1 0 0,2 0 0,3 70 0,-1-26 0,3 57 0,-1-133 0,0-1 0,0 0 0,1 0 0,0 1 0,0-1 0,0-1 0,1 1 0,-1 0 0,1 0 0,1-1 0,-1 0 0,6 6 0,6 6 0,1 0 0,20 15 0,-20-18 0,0 0 0,20 25 0,-27-28 0,0 0 0,1-1 0,0-1 0,0 1 0,1-2 0,1 1 0,-1-1 0,1-1 0,1 0 0,-1-1 0,18 6 0,11 1 0,0-3 0,58 9 0,-32-7 0,-36-5 0,56 23 0,-65-21 0,1-1 0,1-1 0,-1-1 0,39 5 0,-23-8 0,51-3 0,-74-1 0,0-1 0,0-1 0,0 0 0,0-1 0,27-11 0,-32 11 0,235-96 0,-197 85 0,-36 12 0,0-1 0,0 0 0,0-1 0,0 0 0,-1-1 0,0-1 0,21-14 0,188-176 0,-213 189 0,-1-1 0,0 0 0,0-1 0,-1 0 0,-1 0 0,0 0 0,0-1 0,-1 0 0,0 0 0,-1 0 0,0 0 0,2-20 0,-1-13 0,-2-87 0,-2 91 0,0-41 0,-3-85 0,2 156 0,0 0 0,-1 0 0,-1 0 0,0 0 0,0 0 0,-1 1 0,-4-10 0,-40-61 0,24 43 0,-102-162 0,92 152 0,-3 1 0,-58-58 0,74 83 0,-27-25 0,31 31 0,1-1 0,0 0 0,-18-26 0,26 31-105,-1 0 0,0 1 0,-1 0 0,0 1 0,0 0 0,-1 1 0,0 0 0,-1 0 0,1 1 0,-1 1 0,-1 0 0,-19-7 0,11 8-6721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29T16:34:00.6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1 0 24575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4:08:56.8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24575,'173'353'0,"-103"-220"0,149 270 0,15 28 0,-190-347 0,40 82 0,-65-123 0,2-1 0,2-1 0,1-1 0,3-1 0,0-1 0,3-1 0,40 38 0,5 2 0,-44-44 0,0-2 0,60 46 0,54 33 0,-118-87 0,-1 0 0,-1 3 0,25 32 0,-44-50-6,-1 1 0,-1 0 0,1 0-1,-2 0 1,1 0 0,2 11 0,3 7-1316,-3-10-5504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4:08:58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1622 0 24575,'-20'23'0,"2"0"0,1 1 0,-21 38 0,-10 14 0,-269 415 0,-14 146 0,247-485 0,3-5 0,60-103 0,-2-2 0,-2 0 0,-2-2 0,-53 62 0,66-84 0,1 0 0,1 0 0,0 2 0,-9 21 0,11-20 0,-1-1 0,-2 0 0,-23 32 0,35-51 0,-17 18 0,1 2 0,-21 34 0,33-47 0,1 1 0,0 0 0,0 0 0,1 0 0,0 1 0,1-1 0,0 1 0,0 0 0,1 0 0,0 12 0,1-6 0,0 1 0,-1-1 0,-1 0 0,-6 25 0,5-32 0,-1 0 0,0 0 0,0 0 0,0-1 0,-1 0 0,0 0 0,-1 0 0,0-1 0,-9 10 0,7-8 0,1 0 0,0 0 0,0 1 0,1 0 0,0 0 0,0 0 0,-5 16 0,1 6 0,-9 43 0,18-72 0,-3 12 27,-2 1 0,0-1-1,0 0 1,-17 25 0,13-22-527,0 0 1,-7 22-1,10-19-6326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4:09:42.5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4:09:44.0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24575,'190'323'0,"-75"-138"0,133 201 0,-141-244 0,104 146 0,-147-193 0,185 285 0,-200-311 0,-30-43 0,-1 0 0,21 42 0,-35-61-170,-1 2-1,-1-1 0,0 0 1,0 0-1,0 1 0,-1-1 1,0 9-1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4:09:45.51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993 0 24575,'-2'1'0,"-1"0"0,0 0 0,1 0 0,-1 0 0,1 1 0,-1-1 0,1 1 0,0 0 0,-1-1 0,1 1 0,0 0 0,0 0 0,1 0 0,-4 4 0,2-2 0,-15 19 0,1 1 0,2 0 0,0 1 0,-13 31 0,-5 9 0,-117 238 0,60-123 0,26-57 0,26-50 0,-81 116 0,89-139 0,2 1 0,2 1 0,-22 65 0,33-72 0,2 0 0,1 1 0,-5 53 0,4-33 0,-22 64 0,21-92 0,-1-1 0,-1-1 0,-36 58 0,46-82-124,1 0 0,0 1 0,1 0 0,1 0 0,0 1 0,1-1-1,0 0 1,1 1 0,0 0 0,2 14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4:09:48.79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24575,'3'7'0,"-1"0"0,2 1 0,-1-1 0,1 0 0,5 7 0,7 12 0,261 474-477,67 112 240,-145-329 289,22-15 364,95 127-170,-288-355-246,247 355 0,-264-379-151,0 0-1,-1 1 0,-1 0 0,-1 1 1,-1-1-1,0 1 0,-1 1 1,4 19-1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2-01T04:09:50.9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918 1 24575,'-141'585'0,"121"-522"0,-3-1 0,-31 60 0,-2 7 0,44-94 0,2 1 0,2 0 0,1 1 0,-3 56 0,7-53 0,-2 1 0,-2-2 0,-18 61 0,19-78 0,1 0 0,0 0 0,-2 40 0,5-35 0,-11 50 0,6-59 0,0-1 0,-1 1 0,-20 31 0,7-11 0,0-3 0,-2-2 0,-47 55 0,-7 9 0,72-88 0,0 1 0,1-1 0,-1 1 0,2 0 0,0 1 0,0-1 0,1 1 0,0-1 0,1 1 0,-1 10 0,2-9 0,-1-1 0,-1 0 0,0 0 0,0 0 0,-1 0 0,-1-1 0,1 1 0,-11 18 0,1-8 0,1 1 0,1 0 0,0 1 0,2 0 0,1 0 0,1 0 0,1 1 0,1 1 0,-4 44 0,-6 39 0,3-38 0,8-47-227,-2 0-1,0 0 1,-2-1-1,0 0 1,-13 23-1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42:08.30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21220 12453 0,'70'0'203,"54"-18"-203,-54 18 0,18 0 16,71-17-1,-88 17 1,-1-18-16,71 18 15,18-18 1,53 18 0,-106 0-1,17 0 1,-70 0 0,35 0-1,-17 0 16,17 0-15,-53 0 0,0 0-1,1 0 1,-1 0 0,0 0-1,-17 0 1,17 0-1,0 0 1,1 0 0,-19 0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42:18.63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6473 6350 0,'36'0'234,"-19"0"-234,19 0 16,-19 0-16,36 0 15,0 0 1,53 0 0,-53 0-1,0 0 1,0 0 0,-18 0-1,-17 0 1,17 0-1,0 0-15,0 0 16,1 0 0,17 0-1,-36 0 1,1 0 0,35 0 15,-18 0-16,0 0 1,54 0 0,-72 0-1,19 0 1,-1 0 0,0 0-1,0 0 1,1 0-1,-19 0 1,19 0 0,-1 0 15,0 0-15,-17 0 15,-1 0 375,54 0-406,-18-18 16,-18 18-16,36 0 0,17 0 15,35 0 1,36 0 0,-53 0-1,0 0 1,53 0 15,-89 0-15,-17 0-1,-18 0-15,18 0 16,-35 0 0,35 0-1,0 0 1,-18 0-1,53 0 17,-53 0-17,1 0 1,-1 0 0,0 0-1,-17 0 1,17 0-1,0 0 1,1 0 0,-1 0-1,0 0 1,-17 0 0,35 0-1,-36 0 1,1 0 31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42:32.81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13053 6526 0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42:35.54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12806 6385 0,'17'0'250,"-17"18"-234,18 0-16,17-1 15,18 1 1,-17 17-1,16-17-15,-34-18 32,35 0-17,-35 0-15,17 0 16,18 0 0,35 17-1,-17 1 1,-1 0-1,36-18 1,-53 0 0,53 17-1,-53-17 1,17 0 0,1 0-1,-18 0 1,-18 0-1,0 0 17,53 0-17,-70 0 1,35 0 0,35 0-1,-53 0 1,18 0-1,-17 0 1,-19 0 0,19 0-1,34 0 1,-17 0 0,53 0 15,-71 0-16,0 0-15,18 0 16,-17 0 0,34 0-1,-17 0 1,35 0 0,-17 0-1,-18 0 1,53 0-1,-71 0 1,35 0 0,-34 0-1,-1 0 1,0 0 0,1 0-1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42:39.67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28769 6509 0,'18'17'250,"35"1"-250,17-18 15,-35 0-15,89 18 16,-18-1 0,35 1-1,35 17 17,-52-17-17,-54-18 1,1 0-1,-36 0-15,0 0 16,54 17 0,16-17-1,1 18 1,0 0 0,18-1-1,-54 1 1,-35-18-1,36 0 1,-36 0 0,36 0-1,-18 0 1,-36 0 0,71 0 15,18 0-16,-35 0 1,35 0 0,-53 0-1,-36-18 1,19 18 0,16 0-1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42:45.37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6526 7302 0,'71'0'219,"-1"0"-203,19 18-16,-36-18 15,88 18 1,0-18 0,0 0-1,35 0 1,-87 0 0,16 0-1,54 17 1,-88-17-1,17 0 1,53 18 0,-35 0-1,0 17 1,35 18 0,-71-53-1,1 0 1,-36 0-1,53 0 1,-35 0 0,35 0-1,-52 0-15,17 0 16,17 0 0,54 0-1,-54 0 1,18 0-1,18 0 1,-18 0 0,-17 0-1,35 0 17,-18 0-17,-35 0 1,17 0-1,1 0 1,-36 0-16,71 0 31,-53 0-15,18 0 0,34-18-1,-52 18 1,18 0-1,17 0 1,-17 0 0,-1-17-1,54 17 1,-71 0 0,17 0 15,-17 0-16,0 0 1,0 0 0,0 0-1,0 0 1,17 0 0,-34 0-1,-1 0 1,18 0-1,-36 0 1,1 0 0,17 0 15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44:17.16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11977 8943 0,'35'0'235,"18"0"-235,-18 0 15,36 0-15,-18 0 16,70 0-16,18 0 31,-35 0-15,106 0-1,-124 0 1,0 0 0,18 0-1,0 0 1,-18 0 0,36 0-1,-19 0 1,1 0-1,53 0 1,-71-18 0,36-17-1,34-18 1,-17 0 0,-35 53-1,-53-17-15,53 17 16,18 0 15,17-18-15,-88 18-16,70 0 15,1-18 1,87 18 0,-52 0-1,-71 0 1,230 0-1,-177 0 1,0 0 0,53 0-1,-53-35 1,35 17 15,-87-17-15,34-18-1,-17 35 1,88 18 0,-106 0-1,71 0 1,-53 0 0,-53 18-1,17 0 1,1-1-1,-18-17 1,-18 0 0,-17 0 15,-1 0-15,18 18 62,-17 0-63,-18-1-15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44:20.18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25788 8625 0,'35'0'250,"36"18"-250,-1-18 16,1 18-16,17-18 16,106 35-1,-106-17 1,18-18 0,-53 0-16,53 0 15,-18 0 1,18 0-1,35 0 1,-88 0 0,53 0-1,-18 0 1,-17 0 15,-1 0-15,18 0-1,-35 0 1,18 0 0,-1 0-1,-17 0 1,53 0 0,0 0-1,-53 0 1,-18 0-16,124 0 15,-53 0 1,-18 0 15,71 0-15,-71 0 0,0 0-1,53 0 1,-17 0-1,-18 0 1,35-36 0,0 1-1,123 0 1,-123 17 0,18 18-1,-18 0 1,0 0-1,-88 0 1,36 0 15,-37 0-15,19 0 0,-36 0-1,1 0-15,16 0 16,19 0-1,-36 0 1,-17 0-16,35 0 16,-36 0-1,19 0 1,-1 0 0,-35 18 15,0-1-31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44:22.36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3369 9842 0,'53'0'219,"0"18"-203,53-18-16,-53 0 15,17 0-15,124 35 31,-106-17-15,71-18 0,-88 18-1,87 17 1,-52 0 0,-18-35-16,71 18 15,-71-18 1,106 35-1,-88-35 1,-18 0 0,18 18-1,-18-1 1,-17-17 0,35 18-1,-53-18 1,17 0-1,54 0 17,-36-18-17,0 18 1,53-17 0,-105-1-1,-19 18-15,36 0 16,0 0-1,-35 0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50:25.8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10213 11483 0,'35'0'235,"-17"0"-235,17 0 15,36 0-15,-54 0 16,54 0 0,35 0-1,0 0 1,-18 0 0,35 0-1,-17 18 1,17-1-1,-52 1 1,88 17 0,-71-35-1,88 71 1,-105-71 0,52 0-1,-87 0 1,-19 0-16,36 0 15,53 0 17,18 0-17,-54 0 1,54 0 0,-107 0-1,36 0-15,18 17 16,17 1-1,-18-18 1,-52 18 0,35-18-1,-18 0 1,-17 0 31,0 0-32,-1 0 1,18 0 0,1 0-1,-1 0 1,18 0 0,-35 0-1,-1 0 1,18 0-1,-17 0 1,0 0-16,17 0 16,0 0-1,-17 0 1,17 0 0,1 0 15,-19 0-31</inkml:trace>
  <inkml:trace contextRef="#ctx0" brushRef="#br0" timeOffset="2535.27">9013 11606 0,'53'0'234,"18"0"-218,17 0-16,-17 0 16,-1 0-16,-34 0 15,16 0-15,54 0 16,18 0 0,-36 0-1,-18 0 1,-34 0-1,52 0 1,-53 0 0,1 0-1,52 18 17,-35-18-32,-18 0 31,35 0-16,-52 0 1,0 0 0,35 0-1,-36 0 1,1 0 62</inkml:trace>
  <inkml:trace contextRef="#ctx0" brushRef="#br0" timeOffset="3942.3">14905 11342 0,'159'0'203,"70"0"-187,-88 0-16,18 17 15,-36 1-15,-35-18 16,89 0 0,-142 0-1,18 18 1</inkml:trace>
  <inkml:trace contextRef="#ctx0" brushRef="#br0" timeOffset="5004.12">17745 11324 0,'-36'0'188,"-16"0"-188,-19 0 0,18 0 15,-35 0 1,35 0 0,18 0-16,-36 0 15,36 0 1,0 0-1,-18 0 1,35 0 0</inkml:trace>
  <inkml:trace contextRef="#ctx0" brushRef="#br0" timeOffset="6138.2">19756 11412 0,'88'0'187,"70"-17"-187,-16 17 16,-37-18-16,19 18 16,70 0-1,-141 0 1,0 0 0,-36 0-1</inkml:trace>
  <inkml:trace contextRef="#ctx0" brushRef="#br0" timeOffset="7318.76">24024 11095 0,'124'0'203,"70"17"-187,-53 1-16,-35 0 15,17 17 1,-52-17-16,17-18 0,53 0 16,-35 0-1,-36 0 1,1 0 0,-36 0 15,0 0-16</inkml:trace>
  <inkml:trace contextRef="#ctx0" brushRef="#br0" timeOffset="10453.33">4604 12453 0,'106'0'250,"35"18"-234,53-1-16,-88-17 0,229 0 31,-71 0-31,-52 0 16,-124 36 0,106-19-1,-17 1 1,-36-18-1,-53 0-15,35 0 16,-17 0 0,0 0-1,-53 0-15,35 0 16,-17 0 0,52 0-1,-35 0 1,-70 0-1,17 0 1,-17 0 15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51:18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16827 2469 0</inkml:trace>
  <inkml:trace contextRef="#ctx0" brushRef="#br0" timeOffset="48841.04">8925 8537 0,'36'0'250,"16"0"-250,1 0 15,0 18-15,0-1 16,53 19-1,-35-1 1,34-17 0,-69-18-1,-19 0 1,54 0 0,-36 0-1,0 0 1,54 0-1,-72 0 1,54-36 15,-54 19-31,1-1 16,17 0 0,-17-17-1,35 0 1,-35 17-1,35-35 1,-53 36 0,0-1-16,0 0 15,17 1 1,-17-89 0,0 35-1,0-17 1,0 53-1,0 0-15,0-36 16,-17 18 0,-36-17-1,0 34 17,-36 1-17,37-18 1,-1 36-1,0-1 1,35 18 0,-17-18-1,0 18 1,17 0 0,-17 0-1,-18 0 1,17 0-1,-52 0 17,35-17-17,36 17 1,-19 0 0,-17 0-1,36 0 1,-1 0-1,18-18 1</inkml:trace>
  <inkml:trace contextRef="#ctx0" brushRef="#br0" timeOffset="50409.5">9490 7549 0,'0'18'235,"-18"-18"-220,0 18-15,1-1 16,-1 1 0,-17 35-1,0-35 1,35-1-16,-36 1 16,19 17-1,-36-35 16,35 0-15,0 18 0,18 17 15,-17-35-15,34 18 218,19-1-234,-1 1 0,-17 0 16,17-1-1,-17 18 1,17 18-1,0-35 1,-17-18 0</inkml:trace>
  <inkml:trace contextRef="#ctx0" brushRef="#br0" timeOffset="58828.75">7655 5838 0,'0'36'250,"18"-1"-235,0-17-15,-1 35 16,-17-18 0,18 0-1,-18-17 1,0 17 0,0 18-1,0-35 1,0-1-1,0 1 1,17-18 47,1 0-32,0 0-31,-1 0 15,1 0 1,0 0 0,-1 0-1,1 0 1,17-18 0,0 18-1,-17 0 1,0 0-1,-1 0 1,19 0 15,-36 18 47,0 0-62,0-1 0,0 1-16,-18-1 15,0-17 1,1 0-16,-1 18 16,0-18-1,-34 0 1,-19 0-1,53 0 1,-35 0 15,36 0-31,-1 0 0,1 0 16,-1 0 0</inkml:trace>
  <inkml:trace contextRef="#ctx0" brushRef="#br0" timeOffset="62278.48">7955 6138 0,'18'0'235,"-1"0"-220,1 0 1,0 0 0,-1-17-16,-17-19 15,36 19 1,-36-19-1,0 1 1,0 0 0,-36 35-1,19 0 1,17 18 62,-18-18-78,18 35 0,0-18 16,0 1-1,0 17 1,0-17 0,0 0-16,0-1 15,0 1 1,0 35-1,18-18 1,35-17 0,-36-1-1,19-17 1,-19 0 0,36 0-1,-18 0 1,-17 0 15,17-70-31,-35-1 16,0-17 15,0 53-31,0-71 16,0 35-1,-53-52 1,36 88-1,17-1 1,0 19 0,-36 17 15,36 17 31,0 1-46,18 0-16,-18-1 16,35 89-1,18 0 1,-35-71 0,0 1-16,17 34 15,18 18 1,-36-70-1,-17 17 1,0 18 0,0-35-1,36 17 1,-1-35 0,-17 0-1,17 0 1,0 0-1,0-18 17,-35-17-17,0 18-15,0-1 16,0 0 0,18 18 187,0 0-203,-1 0 15,1 0 1,0 0 0,17 0-16,-35-17 15,0-1 1,0 0-1,0 1-15,0-19 16,0 1 15,-18 35-15,1 0-16,-19 0 31,19 0-15,-1-18-16,-17 18 15,17 0 1,0 0 0,36 0 46,17 0-46,1 0-16,17 0 15,17 0 1,-35-17 0,1-1-1,-1 18 1,-35 18 93,0-1-93,0 1 0,0 0-16,0-1 15,0 1 1,18-18 15,-1 0-15,1 0-1,0 0-15,-1-35 16,-17-1 0,18 36 30,17 0-30,0 36 0,-17-1-1,17-17 1,1-18 0,-1 0-1,-18-18 1,-17-17-1,0-1 1,0 19 0,18 17 62,0 0-78,17 0 15,-17 0 1,-1-18-16,19 18 16,-19 0-1,19 0 1,-19 0 0,-17-17-1,0-19 1,-17 19-1,-19-19 1,19-17 0,-1 36-1,-17-18 1,-1 35 0</inkml:trace>
  <inkml:trace contextRef="#ctx0" brushRef="#br0" timeOffset="71192.17">16439 7867 0,'0'-35'250,"0"-1"-250,0 19 16,0-36-16,0 18 16,0-18-1,18-36 1,17 37-1,-17-19 17,17 18-17,1 18 1,-19 35 0,1-53-1,17 18 1,18-1-1,-35 19 1,17 17 0,0 0-1,0 0 1,-17 0 0,0 0-1,-1 0 1,36 0 15,-35 0-31,0 0 16,-1 0-1,-17 17 1,18 1 0,0 0-1,-18 34 1,17-52-1,1 18 1,17 17 0,-17 1-1,-1-1 1,1 0 0,-18 1-1,0-19 1,18 36 15,-18-35-15,0 17-1,0-17 1</inkml:trace>
  <inkml:trace contextRef="#ctx0" brushRef="#br0" timeOffset="73657.55">17039 7638 0,'35'17'250,"1"1"-250,17 17 16,-18-17 0,-17 17-1,-1-35 1,1 0-16,-1 0 250,19 0-235,-36-18 1,17 1-16,1-1 16,17-52-1,-17 17-15,35 0 32,-53 0-17,17 35 1,-17 1-16,0-1 15,0 0 1,0 1 0,0-19 15,0 19-15,0-1-1,0 0-15</inkml:trace>
  <inkml:trace contextRef="#ctx0" brushRef="#br0" timeOffset="82125.48">16810 5909 0,'0'-18'234,"17"-17"-218,-17 0-16,0 0 15,0-1-15,0 1 16,0-18 0,0-106-1,0 53 1,-35-17-1,0 35 1,0 0 0,17 70-1,-35-17 1,18 17 0,17 0-1,1 18 1,-1 0-1,0 0 17,18 18-17,0 0 1,0-1 0,0 1-1,0 53 1,53-1-1,-35-35 1,70 18 0,-35 0-1,-35-35 1,17 17 0,0 0 15,-17 1-16,17-19 1,-35 1-16,35 17 16,-17 1-1,0-36 1,17 0 0,-17 0 15,17 0-16,0 0 1,-17 0 0,-1 0-1,1 0 1,0 0 0,-1 0-1,1-18 1,0-35 15,-1 35-15,-17-35-1,0-35 1,0 53 0,0 17-1</inkml:trace>
  <inkml:trace contextRef="#ctx0" brushRef="#br0" timeOffset="85384.52">17286 5203 0,'-18'0'265,"1"-17"-265,-1 17 16,1 0-1,-1 0 1,0 0-16,-17 0 16,0 35 15,17-17-15,0-1-16,18 19 15,0 34 1,0-35-1,36 36 1,70-18 0,-36-18-1,1-35 1,-36 0 0,-17 0-1,17 0 1,0-53-1,-35 0 17,0 18-17,18 35 95,-18 18-95,17-1-15,1 36 16,35 0-16,18 71 16,-36-71-1,-18-18-15,72 88 16,-19 1-1,-17-54 1,-35-52 0,17 35-1,-17-53 1,-1 0-16,36 0 31,-53-35-15,0-18-1,-35-53 1,-18 53 0,35 35-1,-70-52 1,53 35 0,17 35-1,-17-18 1,0 0-1,35 1 17,0-54-17,0 53 1,0-17 0,35-18-1,-35 36 1,0-36-1,0-88 1,-71 35 0,-34-71-1,-54-34 1,71 140 0,17 18-1,53 36 1,-17-1-1,18 18 1,17 18 0,0 52-1,88 89 17,-18-53-17,18 17 1,-17-35-1,-53-52-15,70 17 16,-53 17 0,0-35-1,1 1 1,-19-36 15,-17-18 32,0 0-63,0 1 31</inkml:trace>
  <inkml:trace contextRef="#ctx0" brushRef="#br0" timeOffset="86784.26">17339 5115 0,'0'-17'219,"35"-19"-204,1 1-15,-36 17 16,17 18-16,18-52 31,-17 52-31,0 0 31,-18-18 1,17 18-17,-17-18 1,18 18 0,0-35-1,-18 17 1</inkml:trace>
  <inkml:trace contextRef="#ctx0" brushRef="#br0" timeOffset="93355.74">28540 6844 0,'35'0'234,"0"0"-218,-17 0-16,17 0 0,53 0 16,-35 0-1,35 0 1,-52 0 0,-19 0-1,19 18-15,-19-1 31,36 18-15,-35 18 0,17-35-1,-17 17 1,-1 1 0,-17-1-1,0 0 1,0 0-1,0-17 1,0 35 0,0-35-1,0 17 17,0 0-17,0 0 1,0 1-1,-52-1 1,34-17 0,-17 17-1,17-17-15,0 17 16,-17-18 0,0 19-1,-1-1 1,19 0-1,-36 1 1,18-19 0,17 36-1,-17-53 17,17 0-32,0 18 15</inkml:trace>
  <inkml:trace contextRef="#ctx0" brushRef="#br0" timeOffset="95609.19">28698 7567 0,'0'35'219,"0"-17"-219,-17 17 0,17 18 16,-18-35-1,18 17 1,-17 0 0,17 1-1,0-1 1,0 0 0,0-17-1,-18-18 32,53 0 187,-17 0-218,-1 0-16,1 0 16,0 0-1,-1 0-15,1 0 16,0 0 0,-1 0 30,1 0-14,0 0-17,-1 0 1,1 0 0,-18 35-1,17-35 1</inkml:trace>
  <inkml:trace contextRef="#ctx0" brushRef="#br0" timeOffset="97464">26882 4304 0,'0'53'219,"0"0"-219,0 35 16,0-35-16,17 0 15,1 70 1,-18 18 0,0 18-1,18-88 1,-18 17-1,17-35 1,1-18 0,35-17-1,-53-1-15,70 1 16,-17-18 0,35-35 15,-52-1-16,34-17 1,-34 1 0</inkml:trace>
  <inkml:trace contextRef="#ctx0" brushRef="#br0" timeOffset="98691.83">26599 4621 0,'36'0'234,"17"0"-234,17 0 0,-35 0 16,89-17 0,-54 17-1,-52 0 1,17 0-1,-17 0 32,0 0-47,-1 0 16,19 0 0,-1 0 15</inkml:trace>
  <inkml:trace contextRef="#ctx0" brushRef="#br0" timeOffset="101317.17">27305 4727 0,'0'18'219,"0"17"-219,18-17 16,-1-1-1,36 54 1,-18-36 0,1-35-16,17 0 31,0 0-15,-36-53-1,18-70 1,-35 17-1,0 88-15,0-35 16,-17 18-16,-1-18 16,-52 0-1,17 36 1,35-1-16,0 0 16,-34 18 15,34 0-16,-17 0 1,17 18 0,18 35-1,0-35 1,0 17 0,0-17-1,35 34 1,18-34-1,53 35 1,-71-53 0,18 0 15,-35 0-15,-18-18-16,35-17 15,-17 0 1,-18 0-1,0 17 1,0-17 0,0 17-1,0 0 1,35 18 46,-17 18-62,-1 53 16,89 105 0,35 0-1,-70-52-15,52 87 16,-52-34 0,35 70 15,-71-177-16,0 19 1,-35-37 0,0-34-1,0 0 1,-17-54 31,17 1-47,-53-106 15,-36-18 1,54 71 0,-18-18-1,18 36 1,0-18 0,-18-71-1,18 106 1,-1-18 15,19 71-31,-19-53 16,19 18-1,-1 17 1,18-17 0,-35-18-1,35 0 1,0 36-1,0-19 1,0-34 0,0 52-16,0-17 15,0 0 17,0-18-17,0 35 1,17-17-1,1 17 1,0 18 0,17 0-1,0 0 1,-17 0 0,0 0-1,-1 0 1,-17 36-1,18-19 1,-18 36 0,0-18 15,0-17-15,0 17-16,0 18 31,0 0-16,-18-53-15,-17 35 16,17 1 0,-35-1-1,36-35 1,-1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53: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7461 14164 0,'71'0'250,"52"0"-250,-35 18 16,36 17-16,70 0 15,0-17 1,-106-1-1,89 19 1,-89-19 0,0 19-1,71-1 1,-36-17 0,1-1-1,17-17 1,-71 0 15,19 0-15,-1 0-1,0 0 1,-18 0 0,72 0-1,-54-17 1,-18 17-1,107 0 1,-71 0 0,-1 0-1,-34 0-15,70 0 16,-35 0 15,53 0-15,-106 0-16,52 0 15,36 0 1,-52 0 15,17 0-15,70 0 0,-70 0-1,-18 0 1,71 0-1,-18-36 1,18 19 0,52-19-1,-70 1 1,0 35 15,89-18-15,-72 18-1,-69 0 1,-19 0-16,71 0 16,-35 36-1,18-19 1,34-17 0,-69 0-1,69 0 1,-52 0-1,-18 36 1,18-36 0,53 17-1,-53-17 1,53 18 0,-18 0 15,17 17-16,72 35 1,-124-52 0,-1-18-1,36 0 1,-52 18 0,-19-18-1,71 0 1,-17 0-1,-36 0 1,53 0 0,-53 0-1,1 0 1,69 0 15,-52 0-15,18 0-1,17 0 1,-71 0 0,18-18-1,89-52 1,-107 34 0,54 1-1,-18 0 1,-53-18-1,-36 53 1,19 0 0,-1 0-1,18 0 1,17 0 15,1 0-15,35 0-1,-53 0 1,-18 0 0,35 0-1,-52 0 1,17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54:00.5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11659 4551 0,'53'0'266,"0"0"-251,18 0-15,-1 0 16,18 0-16,-35 0 16,0 17-16,124 19 15,-19-19 1,1 19 0,-106-36-1,0 0 1,0 0-1,-18 0 1,0 0 0,1 0 15,-19 0-15,-17 17 109</inkml:trace>
  <inkml:trace contextRef="#ctx0" brushRef="#br0" timeOffset="1297.01">14146 4674 0,'71'0'235,"52"0"-220,-52-17-15,17 17 16,-17 0-16,87-18 31,-122 18-31,122-18 16,-34 18-1,-36-17 1,-17 17-16,-18 0 16,0 0-1,-18 0 1,-18 0-1,1 0 1</inkml:trace>
  <inkml:trace contextRef="#ctx0" brushRef="#br0" timeOffset="5622.7">3457 7743 0,'53'0'250,"-18"0"-250,36 0 15,-18 18-15,-18-18 16,89 35 0,-54-35-1,18 0 1,-52 0 0,-19 0-1,19 0 1,16 18-1,-34-18 1,0 0 0,70 0-1,-35 0 1,-18 0 0,-17 0-1,17 0-15,-17 0 47,-1 0 16</inkml:trace>
  <inkml:trace contextRef="#ctx0" brushRef="#br0" timeOffset="21220.69">7902 7867 0,'35'0'235,"36"0"-220,-18 0-15,0 0 16,70 0 0,1 0-1,35 0 1,-107 0 0,1 18-16,53-1 15,-53 1 1,18-18-1,-18 0 1,35 0 0,-35 17-1,-18 1 1,53 0 15,-70-18-31,105 0 16,-52 17-1,52-17 1,-70 0 0,18 0-1,17 0 1,-17 0 0,-19 0-1,37 0 1,-36 0-1,17 0 1,71 0 0,-88 0-1,53 0 1,0 0 0,0 0-1,-18 0 1,18 0 15,-36 0-15,18 0-1,18 0 1,-70 0 0,16 0-16,19 0 15,70 0 1,-53 0-1,36 0 1,-1 0 0,-87 0-1,34 0-15,89-17 32,-53 17-32,0-18 15,52 18 1,-34 0 15,-89 0-31,106-18 31,-70 1-15,17 17 0,0 0-1,0 0 1,0 0-1,1 0 1,-19-18 0,-17 18-1,53 0 1,-35-17 0,-1-1 15,18-17-16,-17 17 1,17-17 0,-35 35-16,0 0 15,0 0 1,0-18-16,-36 18 16,19 0-16,34 0 15,-17 0 1,18 0-1,52 0 1,-35 0 0,36 0-1,-36 0 1,0 0 0,-17 0-1,17 0 1,-35 0 15,35 0-15,-53 0-1,36 0 1,-18 0 0,-18 0-1,53 0 1,-52 0-1,-19 0-15,54 0 16,-54 0 0,54 0-1,-18 0 1,17 0 0,-52 0-1,70 0 1,-35 0 15,53 0-15,-53 0-1,35 0 1,-53 0 0,18 0-1,0 0 1,-35 0-16,35 0 15,0 0 1,0 0 0,17 0-1,-52 0 1,17 0 0,0 0-1,1 0 16,-1 0-15,-17 0 0,34 0-1,-16 0 17,-19 0-17,19 0 1,-1 0 15,-17 0-31,-1 0 16,1 0-1,-1 0 142,1 0-142,0 0 1,-1 0-16,1 0 15,0 0 1,-1 0-16,1 0 16,17 0-1,1 0 1,-19 0 0,1 0-16,17 0 15,-17 0 79,-1 0-16</inkml:trace>
  <inkml:trace contextRef="#ctx0" brushRef="#br0" timeOffset="67165.59">11800 5062 0,'53'0'250,"71"0"-235,-36 0-15,0 0 16,18 0-16,70-17 15,36-19 1,0 1 0,-106 35-1,-36 0 17,-35 0-17,-17 0 1,0 0-1,-1 0 1</inkml:trace>
  <inkml:trace contextRef="#ctx0" brushRef="#br0" timeOffset="71718.37">14587 4762 0,'18'0'266,"35"0"-266,0 0 15,0 0-15,0 0 16,0 0-16,70 0 31,-52 0-15,-18 0-1,-18-17-15,35 17 16,-17 0 0,35-18-1,18 18 1,-35 0-1,-54 0 1,36 0 0,-17 0 109</inkml:trace>
  <inkml:trace contextRef="#ctx0" brushRef="#br0" timeOffset="91817.95">9454 3563 0,'0'-18'344,"18"18"-344,-18-17 15,18-1-15,-1 0 16,-17-17 0,18 18-1,0 17 1,-18-18 15,17 18 16,1-18-31,0 1-1,-1-1-15,-17 0 16,18 18-16,-1-53 31,1 53 188,17 18-219,-35 0 0,0-1 15,18 1-15,-18 0 32,18 17-17,-1-35 1,-17 18 0,18-1-1,0-17 16,-18 18 16,0-1-47,0 1 32,17-18 233,-17 18-249,0-1-16,0 1 15,18-18-15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5.30612" units="1/cm"/>
          <inkml:channelProperty channel="Y" name="resolution" value="65.45454" units="1/cm"/>
          <inkml:channelProperty channel="T" name="resolution" value="1" units="1/dev"/>
        </inkml:channelProperties>
      </inkml:inkSource>
      <inkml:timestamp xml:id="ts0" timeString="2022-02-02T06:56:03.28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6703 5486 0,'35'0'266,"18"0"-266,18 0 15,70 0 1,-106 0 0,88 0-1,-17 0 1,-35 0-1,-1 0 1,19 0 0,-72 0-1,71 0 1,-17 0 0,-1 0-1,-17 17 1,53 1-1,-71-18 17,54 0-17,-1 0 1,-18 0 0,-34 0-1,-1 0-15,36 0 16,-19 18-1,19-1 1,35-17 0,-18 0-1,18 0 1,-36 0 0,-17 0-1,53 0 1,-71 0-1,1 0 1,34 0 0,-17 0-1,-18 0 1,1 18 15,-1-18-15,-17 18-1,35-18 1,-18 35 0,18-18-1,53 19 1,-71-36 0,0 0-1,18 0 1,-18 0-1,18 0 1,-17 0 0,-19 0-1,1 0 17,-1 0-32,19 0 15,-1 0 1,0 0-1,-17 0 1</inkml:trace>
  <inkml:trace contextRef="#ctx0" brushRef="#br0" timeOffset="14176.27">9331 8484 0,'35'0'234,"1"0"-234,16 0 16,-16 18-16,17-18 15,-18 0-15,71 18 32,-53-18-32,52 17 31,-87-17-16,17 0 1,18 0 0,-17 0-1,-1 0 1,35-35 0,-52 35-1,17-53 1,-17 35-1,53-70 17,-54 18-17,1-36 1,-18 53 0,0-18-1,0 36 1,0 0-1,0-1 1,-35-16 0,35 34-1,-36 18-15,19-35 16,-36 35 0,35 0-1,0 0 1,-34 0 15,-1 0-15,35-18-1,-35-17 1,18 35 0,-1 0-1,-34 0 1,-1 0 15,-17-18-15,53 18-1,-18 0 1,18 0 0,17-18-1,-17 1 1,0-36-1,-1 18 1,19 35 0,-1 0-16,-17 0 31,17 0-31,0 0 16</inkml:trace>
  <inkml:trace contextRef="#ctx0" brushRef="#br0" timeOffset="15894.51">9701 7514 0,'-17'18'234,"-1"-1"-218,0 1-16,-17 0 15,0-18-15,17 0 16,-52 17 15,17 19-15,35-36-1,-17 17 1,0 19 0,-1-19-1,1 18 1,0 1 0,17-19-1,0-17 1,36 0 203,0 18-204,17 17-15,0-17 16,18 0-16,-17-1 15,-1 36 1,18-35 0,-53 17-1,53 0 1,-18-17 0,-17-18-1,-1 18 1,18-18-1,-17 0 1,-18 17 0,53-17-1</inkml:trace>
  <inkml:trace contextRef="#ctx0" brushRef="#br1" timeOffset="105262.75">7497 7391 0,'0'35'219,"0"-17"-203,0-1-1,0 1-15,0 0 16,0 17 15,0 0-15,0 0-16,0-17 15,0 35 1,0-18 0,0-17 15,0 17-15</inkml:trace>
  <inkml:trace contextRef="#ctx0" brushRef="#br1" timeOffset="121639.42">8537 7285 0,'18'0'390,"-1"0"-374,1 0 31,-18 17 0,0 1-47,0 0 0,0-1 15,0 1 1,0 17-1,0-17 1,0 0 0,0 17-1,0 0 1,0 0 0,0 1-1,0-19 1,0 19-1,0 17 1,0-36 0,0 1-1,-18-1 95,18-34 15,0-1-110,18 1-15,0-1 0,-1 0 16,19-17 0,-19 17-1,1 1 1,0-1-1,-1 0 1,1-17 0,17 35-1,-17 0 1,-18-17 0,17-1-1,19 0 1,-36 1-1</inkml:trace>
  <inkml:trace contextRef="#ctx0" brushRef="#br1" timeOffset="132478.01">5856 8132 0,'35'0'234,"-17"-18"-218,-18 0-16,18 1 0,17 17 16,0 0-1,-17 0 79,-18 17-31,0 1-63,0 0 15,0-1-15,0 1 16,0-1-1,-18 19 17,1-19-17,-1 1-15,-17 17 16,-1 1 0,19-19-1,17 18 1,0-17 15,17-18 47,1 0-62,0-18-1,-1 18-15,1-17 16,0-1-16,17 18 16,-18 0 15,1 0 0,-18 18 16,0-1-47,0 1 16,0 0-1,0 17 1,0 0 0,0 1-1,0-1 1,-18 0-1,-17-17 1,0 35 0,0-18 15,-1-17-15,19-18-1,-19 0 1,1 0-1</inkml:trace>
  <inkml:trace contextRef="#ctx0" brushRef="#br1" timeOffset="143251.76">7444 8361 0,'0'35'312,"0"-17"-296,0 17-16,0 0 15,0 1-15,0-1 16,0 0-16,0 36 16,0-1-1,0-17 17,0-18-17,0-17 1,0 0 62,0-36 31,0 0-93,0-17 0,17 35 15,1 0-31,0 0 15,-1 0 17,1 0-17,-1 0 1,1 0 0,0 0-1,-18-17 48,17-1-63,1-17 15,0 17-15,-18 0 16,0-52 0,0 17-1,0 35 1,0 1 15,0 34 172,0 1-203,0-1 0,0 1 16,0 0-1,0-1 1,0 1 0,0 17-1,0 1 1,0-19-16,0 1 16,0 0-1,0-1 79,17 18-78,1-35-16,-18 18 15,18 0 1,-18-1-1,0 19 1,0-19 15,0 19-15,0-19 0,0 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A8E10-2C35-479E-8058-D1AA8DED8497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006BC-A3B8-495B-9BA0-E35B1064C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0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006BC-A3B8-495B-9BA0-E35B1064C9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79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8006BC-A3B8-495B-9BA0-E35B1064C9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667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1368F-AB10-8449-B89C-7EE1A7CEA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E35840-A91B-4E40-A411-0A0965D0B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1F7A3-758A-E14F-B078-AA4431F3E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84235-FB4E-8B46-A1C2-7DEC62FDF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78CA6-C941-4A4D-884C-479EDCDC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82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404B3-6AE3-1B46-B9B6-148E90DB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42CAD-90AE-1E49-99E3-B77709FA2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1F70E-C581-8041-A065-9F663207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23B10-ED28-914C-8E83-D07F8CFFC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2B9B4-5AE2-1C44-8936-A6896EF4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0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9772-DA22-9443-A89A-FD612595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60168-FAF9-134C-98CA-77A44CC51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8B71E-FE2A-BB4B-A676-027B7D50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C3A93-9C35-654B-9BE1-A07A3BDB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D92B0-7E2F-744E-B249-7B865DC12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17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154C-BDB8-5C4F-8A15-A0022284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C3B06-E658-9B45-AD2F-793BF4029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BFC80-FDE2-1D4F-9198-79BAB302A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3C954-8551-9542-8480-9E6D4A26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DEFA6-0581-ED46-B090-5BC9FFB3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08DE0-A3E5-E849-881B-A02B9E25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1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C1D36-4E18-C144-8A40-BE92053DC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2927C2-389B-124D-BF3C-1D5EF5632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C0294-00EB-3F41-ACE6-24D527B5F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4E2070-A6A7-7243-B6FB-9CC6F4AA0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52A2E7-37F0-0946-821B-6A61FEDCFE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BE3032-2146-124D-A294-36CDD7C59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5F7C68-4B18-7941-8A36-0D137B2C8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C6E530-523F-674E-9FA0-68767DDE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7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FC8F-D279-B547-BDEA-B41A733B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3CDAB-61B0-C941-BC63-1A030FB38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ED97B-12CD-2B4D-A217-6767243F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535E3-5B2D-E347-ACFA-003D42BA6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9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9D30C-E1AE-044D-819E-1E8C4FDD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A43B67-395A-AD44-9F2D-A6238CCD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AADC7-9C56-A344-A4AD-F7EA20C1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49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05FEB-0157-D245-9B08-00106E0FE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04AA0-90AD-D046-A783-13CE0B669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53AD1-0738-7F4E-AC26-B41286870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0E266-1D66-FB4F-AF4D-814944948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90169-7457-DA4B-9096-B343EC818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9A050-E065-4F4C-AF5F-BBC86A05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2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C34F0-10B5-7747-B13D-8F008934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1C8246-FA3C-2F4B-98DE-045119466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7BFBF-26BA-0946-82A1-86FECB0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D1D99-4261-8A48-960F-0D6D442D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EB2CA-EF4E-5648-B4E9-697046C7C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CEC19-8A97-EF43-ADCB-F473B832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4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B7DA-061C-B245-9DA1-00EB2F0B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70565-DD72-BE40-A974-ECF8B133F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93BF8-5FFA-0A46-A085-F79D0A1D3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41C6A-8173-1943-B6EC-EB91F7D3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5E334-3F61-2947-99C2-66F63D79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72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94F33-8D77-7C48-840B-63E1CD4A2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EE2E2-3B94-724C-AB12-45DD88C99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728B-1A2F-234C-BA70-99250021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B2890-8D66-724C-90F2-A718AB569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0E544-0161-D149-A818-BCF565B4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31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25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983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31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760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30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6794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90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4259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685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3054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6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F010C9-52F8-1649-972F-7426640B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D1C93-2BB4-EF49-9AED-FE629572A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2219C-E230-E742-AE25-5C033F125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29AE8-C496-7D46-8C48-782412891949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3BD70-7CBE-3440-B720-34B91084A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10A06-586F-C341-9569-D3EEAEFF1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9A2E8-6D96-214E-A6DB-D6FE981D91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1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0779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breadth-first-traversal-for-a-graph/" TargetMode="External"/><Relationship Id="rId7" Type="http://schemas.openxmlformats.org/officeDocument/2006/relationships/hyperlink" Target="https://www.geeksforgeeks.org/traveling-salesman-problem-using-branch-and-bound-2/" TargetMode="External"/><Relationship Id="rId2" Type="http://schemas.openxmlformats.org/officeDocument/2006/relationships/hyperlink" Target="https://www.geeksforgeeks.org/depth-first-traversal-for-a-graph/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geeksforgeeks.org/0-1-knapsack-using-branch-and-bound/" TargetMode="External"/><Relationship Id="rId5" Type="http://schemas.openxmlformats.org/officeDocument/2006/relationships/hyperlink" Target="https://www.geeksforgeeks.org/subset-sum-backtracking-4/" TargetMode="External"/><Relationship Id="rId4" Type="http://schemas.openxmlformats.org/officeDocument/2006/relationships/hyperlink" Target="https://www.geeksforgeeks.org/n-queen-problem-backtracking-3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.xml"/><Relationship Id="rId18" Type="http://schemas.openxmlformats.org/officeDocument/2006/relationships/image" Target="../media/image20.png"/><Relationship Id="rId26" Type="http://schemas.openxmlformats.org/officeDocument/2006/relationships/image" Target="../media/image24.png"/><Relationship Id="rId39" Type="http://schemas.openxmlformats.org/officeDocument/2006/relationships/customXml" Target="../ink/ink20.xml"/><Relationship Id="rId21" Type="http://schemas.openxmlformats.org/officeDocument/2006/relationships/customXml" Target="../ink/ink11.xml"/><Relationship Id="rId34" Type="http://schemas.openxmlformats.org/officeDocument/2006/relationships/image" Target="../media/image28.png"/><Relationship Id="rId42" Type="http://schemas.openxmlformats.org/officeDocument/2006/relationships/image" Target="../media/image32.png"/><Relationship Id="rId47" Type="http://schemas.openxmlformats.org/officeDocument/2006/relationships/customXml" Target="../ink/ink24.xml"/><Relationship Id="rId7" Type="http://schemas.openxmlformats.org/officeDocument/2006/relationships/image" Target="../media/image15.png"/><Relationship Id="rId2" Type="http://schemas.openxmlformats.org/officeDocument/2006/relationships/customXml" Target="../ink/ink1.xml"/><Relationship Id="rId16" Type="http://schemas.openxmlformats.org/officeDocument/2006/relationships/image" Target="../media/image19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customXml" Target="../ink/ink6.xml"/><Relationship Id="rId24" Type="http://schemas.openxmlformats.org/officeDocument/2006/relationships/image" Target="../media/image23.png"/><Relationship Id="rId32" Type="http://schemas.openxmlformats.org/officeDocument/2006/relationships/image" Target="../media/image27.png"/><Relationship Id="rId37" Type="http://schemas.openxmlformats.org/officeDocument/2006/relationships/customXml" Target="../ink/ink19.xml"/><Relationship Id="rId40" Type="http://schemas.openxmlformats.org/officeDocument/2006/relationships/image" Target="../media/image31.png"/><Relationship Id="rId45" Type="http://schemas.openxmlformats.org/officeDocument/2006/relationships/customXml" Target="../ink/ink23.xml"/><Relationship Id="rId5" Type="http://schemas.openxmlformats.org/officeDocument/2006/relationships/image" Target="../media/image14.png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25.png"/><Relationship Id="rId36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customXml" Target="../ink/ink10.xml"/><Relationship Id="rId31" Type="http://schemas.openxmlformats.org/officeDocument/2006/relationships/customXml" Target="../ink/ink16.xml"/><Relationship Id="rId44" Type="http://schemas.openxmlformats.org/officeDocument/2006/relationships/image" Target="../media/image33.png"/><Relationship Id="rId4" Type="http://schemas.openxmlformats.org/officeDocument/2006/relationships/customXml" Target="../ink/ink2.xml"/><Relationship Id="rId9" Type="http://schemas.openxmlformats.org/officeDocument/2006/relationships/customXml" Target="../ink/ink5.xml"/><Relationship Id="rId14" Type="http://schemas.openxmlformats.org/officeDocument/2006/relationships/image" Target="../media/image18.png"/><Relationship Id="rId22" Type="http://schemas.openxmlformats.org/officeDocument/2006/relationships/image" Target="../media/image22.png"/><Relationship Id="rId27" Type="http://schemas.openxmlformats.org/officeDocument/2006/relationships/customXml" Target="../ink/ink14.xml"/><Relationship Id="rId30" Type="http://schemas.openxmlformats.org/officeDocument/2006/relationships/image" Target="../media/image26.png"/><Relationship Id="rId35" Type="http://schemas.openxmlformats.org/officeDocument/2006/relationships/customXml" Target="../ink/ink18.xml"/><Relationship Id="rId43" Type="http://schemas.openxmlformats.org/officeDocument/2006/relationships/customXml" Target="../ink/ink22.xml"/><Relationship Id="rId8" Type="http://schemas.openxmlformats.org/officeDocument/2006/relationships/customXml" Target="../ink/ink4.xml"/><Relationship Id="rId3" Type="http://schemas.openxmlformats.org/officeDocument/2006/relationships/image" Target="../media/image13.png"/><Relationship Id="rId12" Type="http://schemas.openxmlformats.org/officeDocument/2006/relationships/image" Target="../media/image17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33" Type="http://schemas.openxmlformats.org/officeDocument/2006/relationships/customXml" Target="../ink/ink17.xml"/><Relationship Id="rId38" Type="http://schemas.openxmlformats.org/officeDocument/2006/relationships/image" Target="../media/image30.png"/><Relationship Id="rId46" Type="http://schemas.openxmlformats.org/officeDocument/2006/relationships/image" Target="../media/image34.png"/><Relationship Id="rId20" Type="http://schemas.openxmlformats.org/officeDocument/2006/relationships/image" Target="../media/image21.png"/><Relationship Id="rId41" Type="http://schemas.openxmlformats.org/officeDocument/2006/relationships/customXml" Target="../ink/ink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customXml" Target="../ink/ink26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customXml" Target="../ink/ink31.xml"/><Relationship Id="rId5" Type="http://schemas.openxmlformats.org/officeDocument/2006/relationships/customXml" Target="../ink/ink28.xml"/><Relationship Id="rId10" Type="http://schemas.openxmlformats.org/officeDocument/2006/relationships/image" Target="../media/image40.png"/><Relationship Id="rId4" Type="http://schemas.openxmlformats.org/officeDocument/2006/relationships/image" Target="../media/image37.png"/><Relationship Id="rId9" Type="http://schemas.openxmlformats.org/officeDocument/2006/relationships/customXml" Target="../ink/ink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.xml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90.png"/><Relationship Id="rId18" Type="http://schemas.openxmlformats.org/officeDocument/2006/relationships/customXml" Target="../ink/ink41.xml"/><Relationship Id="rId3" Type="http://schemas.openxmlformats.org/officeDocument/2006/relationships/image" Target="../media/image850.png"/><Relationship Id="rId7" Type="http://schemas.openxmlformats.org/officeDocument/2006/relationships/image" Target="../media/image87.png"/><Relationship Id="rId12" Type="http://schemas.openxmlformats.org/officeDocument/2006/relationships/customXml" Target="../ink/ink38.xml"/><Relationship Id="rId17" Type="http://schemas.openxmlformats.org/officeDocument/2006/relationships/image" Target="../media/image92.png"/><Relationship Id="rId2" Type="http://schemas.openxmlformats.org/officeDocument/2006/relationships/customXml" Target="../ink/ink33.xml"/><Relationship Id="rId16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89.png"/><Relationship Id="rId5" Type="http://schemas.openxmlformats.org/officeDocument/2006/relationships/image" Target="../media/image86.png"/><Relationship Id="rId15" Type="http://schemas.openxmlformats.org/officeDocument/2006/relationships/image" Target="../media/image91.png"/><Relationship Id="rId10" Type="http://schemas.openxmlformats.org/officeDocument/2006/relationships/customXml" Target="../ink/ink37.xml"/><Relationship Id="rId19" Type="http://schemas.openxmlformats.org/officeDocument/2006/relationships/image" Target="../media/image93.png"/><Relationship Id="rId4" Type="http://schemas.openxmlformats.org/officeDocument/2006/relationships/customXml" Target="../ink/ink34.xml"/><Relationship Id="rId9" Type="http://schemas.openxmlformats.org/officeDocument/2006/relationships/image" Target="../media/image88.png"/><Relationship Id="rId14" Type="http://schemas.openxmlformats.org/officeDocument/2006/relationships/customXml" Target="../ink/ink3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customXml" Target="../ink/ink4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830CC-C29C-4542-9C30-BEA101708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FFC000"/>
                </a:solidFill>
              </a:rPr>
              <a:t>Branch and Bound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C90D7290-DDB8-4DFB-8323-BC87D5B3EB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5" r="26038" b="-1"/>
          <a:stretch/>
        </p:blipFill>
        <p:spPr>
          <a:xfrm>
            <a:off x="4654295" y="20792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071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01EAA-3F6C-4932-9551-95111E514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330" y="1310205"/>
            <a:ext cx="11149253" cy="5113201"/>
          </a:xfrm>
        </p:spPr>
        <p:txBody>
          <a:bodyPr>
            <a:noAutofit/>
          </a:bodyPr>
          <a:lstStyle/>
          <a:p>
            <a:endParaRPr lang="en-US" sz="2800" b="0" i="0" dirty="0">
              <a:solidFill>
                <a:srgbClr val="42526E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n-US" sz="2800" b="0" i="0" dirty="0">
                <a:solidFill>
                  <a:srgbClr val="2B2A2A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General algorithm used for 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optimization </a:t>
            </a:r>
          </a:p>
          <a:p>
            <a:r>
              <a:rPr lang="en-US" sz="2800" b="0" i="0" dirty="0">
                <a:solidFill>
                  <a:srgbClr val="2B2A2A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Splits a problem </a:t>
            </a:r>
            <a:r>
              <a:rPr lang="en-US" sz="2800" b="0" i="0" dirty="0">
                <a:solidFill>
                  <a:srgbClr val="2B2A2A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set into two or more 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smaller sets</a:t>
            </a:r>
            <a:r>
              <a:rPr lang="en-US" sz="2800" b="0" i="0" dirty="0">
                <a:solidFill>
                  <a:srgbClr val="2B2A2A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, i.e. Branching</a:t>
            </a:r>
          </a:p>
          <a:p>
            <a:r>
              <a:rPr lang="en-US" sz="2800" b="0" i="0" dirty="0">
                <a:solidFill>
                  <a:srgbClr val="2B2A2A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Uses a “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bound”</a:t>
            </a:r>
            <a:r>
              <a:rPr lang="en-US" sz="2800" b="0" i="0" dirty="0">
                <a:solidFill>
                  <a:srgbClr val="2B2A2A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to rule out specific solutions to a problem </a:t>
            </a:r>
          </a:p>
          <a:p>
            <a:r>
              <a:rPr lang="en-US" sz="2800" b="0" i="0" dirty="0">
                <a:solidFill>
                  <a:srgbClr val="2B2A2A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Can give an optimal solution </a:t>
            </a:r>
            <a:r>
              <a:rPr lang="en-US" sz="2800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without checking every single solution</a:t>
            </a:r>
            <a:r>
              <a:rPr lang="en-US" sz="2800" b="0" i="0" dirty="0">
                <a:solidFill>
                  <a:srgbClr val="2B2A2A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.</a:t>
            </a:r>
            <a:endParaRPr lang="en-US" sz="2800" b="0" i="0" dirty="0">
              <a:solidFill>
                <a:srgbClr val="333333"/>
              </a:solidFill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r>
              <a:rPr lang="en-US" sz="2800" b="0" i="0" dirty="0">
                <a:solidFill>
                  <a:srgbClr val="42526E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 branch-and-bound design strategy is very similar to backtracking </a:t>
            </a:r>
          </a:p>
          <a:p>
            <a:r>
              <a:rPr lang="en-US" sz="2800" b="0" i="0" dirty="0">
                <a:solidFill>
                  <a:srgbClr val="333333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Like backtracking, </a:t>
            </a:r>
            <a:r>
              <a:rPr lang="en-US" sz="2800" b="0" i="0" dirty="0" err="1">
                <a:solidFill>
                  <a:srgbClr val="333333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BnB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  uses the state space tree.</a:t>
            </a:r>
          </a:p>
          <a:p>
            <a:endParaRPr lang="en-US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50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D6714-2055-8C8D-D1FB-2EA0900E4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57842-0A80-2D25-085F-079D0404D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2340864"/>
            <a:ext cx="11120950" cy="4277650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Branch and Bound refers to all </a:t>
            </a:r>
            <a:r>
              <a:rPr lang="en-US" sz="2800" dirty="0">
                <a:solidFill>
                  <a:srgbClr val="C00000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state space search methods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in which all children of the </a:t>
            </a:r>
            <a:r>
              <a:rPr lang="en-US" sz="2800" dirty="0" err="1">
                <a:latin typeface="Aparajita" panose="02020603050405020304" pitchFamily="18" charset="0"/>
                <a:cs typeface="Aparajita" panose="02020603050405020304" pitchFamily="18" charset="0"/>
              </a:rPr>
              <a:t>ENode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are generated before any other live node becomes the E-Node.</a:t>
            </a:r>
          </a:p>
          <a:p>
            <a:pPr algn="just"/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Branch and Bound is the generalization of both graph search strategies, BFS and D-search. </a:t>
            </a:r>
          </a:p>
          <a:p>
            <a:pPr algn="just"/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A BFS like state space search is called as FIFO (First in first out) search as the list of live nodes in a first in first out. </a:t>
            </a:r>
          </a:p>
          <a:p>
            <a:pPr algn="just"/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 A D-search like state space search is called as LIFO (last in first out) search as the list of live nodes in a last in first out list</a:t>
            </a:r>
          </a:p>
        </p:txBody>
      </p:sp>
    </p:spTree>
    <p:extLst>
      <p:ext uri="{BB962C8B-B14F-4D97-AF65-F5344CB8AC3E}">
        <p14:creationId xmlns:p14="http://schemas.microsoft.com/office/powerpoint/2010/main" val="604852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7039A-8623-44D7-B075-A1217347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939" y="118681"/>
            <a:ext cx="10914122" cy="368998"/>
          </a:xfrm>
        </p:spPr>
        <p:txBody>
          <a:bodyPr>
            <a:normAutofit fontScale="90000"/>
          </a:bodyPr>
          <a:lstStyle/>
          <a:p>
            <a:r>
              <a:rPr lang="en-US" dirty="0"/>
              <a:t>Branch and bound  vs backtracking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9139A95-B39B-42B4-A31B-326BDED27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0186462"/>
              </p:ext>
            </p:extLst>
          </p:nvPr>
        </p:nvGraphicFramePr>
        <p:xfrm>
          <a:off x="426720" y="696685"/>
          <a:ext cx="10914123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041">
                  <a:extLst>
                    <a:ext uri="{9D8B030D-6E8A-4147-A177-3AD203B41FA5}">
                      <a16:colId xmlns:a16="http://schemas.microsoft.com/office/drawing/2014/main" val="2292370028"/>
                    </a:ext>
                  </a:extLst>
                </a:gridCol>
                <a:gridCol w="3638041">
                  <a:extLst>
                    <a:ext uri="{9D8B030D-6E8A-4147-A177-3AD203B41FA5}">
                      <a16:colId xmlns:a16="http://schemas.microsoft.com/office/drawing/2014/main" val="606720626"/>
                    </a:ext>
                  </a:extLst>
                </a:gridCol>
                <a:gridCol w="3638041">
                  <a:extLst>
                    <a:ext uri="{9D8B030D-6E8A-4147-A177-3AD203B41FA5}">
                      <a16:colId xmlns:a16="http://schemas.microsoft.com/office/drawing/2014/main" val="943186232"/>
                    </a:ext>
                  </a:extLst>
                </a:gridCol>
              </a:tblGrid>
              <a:tr h="3604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backtracking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BnB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31643"/>
                  </a:ext>
                </a:extLst>
              </a:tr>
              <a:tr h="1955292">
                <a:tc>
                  <a:txBody>
                    <a:bodyPr/>
                    <a:lstStyle/>
                    <a:p>
                      <a:r>
                        <a:rPr lang="en-US" dirty="0" err="1"/>
                        <a:t>approch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used to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all possible solutions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available to a problem. When it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realises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that it has made a bad choice, it undoes the last choice by backing it up. It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searches the state space tree until it has found a solution for the problem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used to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solve </a:t>
                      </a:r>
                      <a:r>
                        <a:rPr lang="en-US" sz="1800" b="0" i="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optimisation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problems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When it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realises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that it already has a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better optimal solution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that the pre-solution leads to, 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abandons that pre-solution. It completely searches the state space tree to get optimal solution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955227"/>
                  </a:ext>
                </a:extLst>
              </a:tr>
              <a:tr h="888769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Traversal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Backtracking traverses the state space tree by </a:t>
                      </a:r>
                      <a:r>
                        <a:rPr lang="en-US" sz="1800" b="0" i="0" u="sng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DFS(Depth First Search)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manner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Branch-and-Bound traverse the tree in any manner, </a:t>
                      </a:r>
                      <a:r>
                        <a:rPr lang="en-US" sz="1800" b="0" i="0" u="sng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DFS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 </a:t>
                      </a:r>
                      <a:r>
                        <a:rPr lang="en-US" sz="1800" b="0" i="0" u="sng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BFS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715786"/>
                  </a:ext>
                </a:extLst>
              </a:tr>
              <a:tr h="622138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Backtracking involves feasibility function.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Branch-and-Bound involves a bounding function.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6161505"/>
                  </a:ext>
                </a:extLst>
              </a:tr>
              <a:tr h="622138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Backtracking is used for solving Decision Problem.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Branch-and-Bound is used for solving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Optimisation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Problem.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335904"/>
                  </a:ext>
                </a:extLst>
              </a:tr>
              <a:tr h="36044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Efficiency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Backtracking is more efficient.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Branch-and-Bound is less efficient.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034199"/>
                  </a:ext>
                </a:extLst>
              </a:tr>
              <a:tr h="36044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in solving </a:t>
                      </a:r>
                      <a:r>
                        <a:rPr lang="en-US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N-Queen Problem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Sum of subset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in solving </a:t>
                      </a:r>
                      <a:r>
                        <a:rPr lang="en-US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Knapsack Problem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18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Travelling Salesman Problem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746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71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260B4-7F0B-45B5-B5F4-FB91C5B5E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74" t="26274" r="19485" b="14902"/>
          <a:stretch/>
        </p:blipFill>
        <p:spPr>
          <a:xfrm>
            <a:off x="1279993" y="801793"/>
            <a:ext cx="9632014" cy="527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26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68A0C5-FF56-8440-B238-694E6244C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Branch and bound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E42729-C331-43EF-9AA2-A3EE99328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862276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8701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203C94-0FE3-4308-8421-FAA8F5A829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7731433"/>
              </p:ext>
            </p:extLst>
          </p:nvPr>
        </p:nvGraphicFramePr>
        <p:xfrm>
          <a:off x="4403708" y="1707581"/>
          <a:ext cx="7457482" cy="4585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9" name="TextBox 4">
            <a:extLst>
              <a:ext uri="{FF2B5EF4-FFF2-40B4-BE49-F238E27FC236}">
                <a16:creationId xmlns:a16="http://schemas.microsoft.com/office/drawing/2014/main" id="{8664DE21-42A3-4998-BB9F-4340F95F4C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7536471"/>
              </p:ext>
            </p:extLst>
          </p:nvPr>
        </p:nvGraphicFramePr>
        <p:xfrm>
          <a:off x="4653774" y="240409"/>
          <a:ext cx="7195458" cy="2576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3DB857B3-8799-4902-B8F5-14AF134AA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1493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2C2074-1405-4932-98BE-7C2654C48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0" y="685800"/>
            <a:ext cx="2780271" cy="5105400"/>
          </a:xfrm>
        </p:spPr>
        <p:txBody>
          <a:bodyPr>
            <a:normAutofit/>
          </a:bodyPr>
          <a:lstStyle/>
          <a:p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203C94-0FE3-4308-8421-FAA8F5A829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087547"/>
              </p:ext>
            </p:extLst>
          </p:nvPr>
        </p:nvGraphicFramePr>
        <p:xfrm>
          <a:off x="4367265" y="138793"/>
          <a:ext cx="7457482" cy="4585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0544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96200B-767D-4167-8D4A-3FB578FF2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8" y="818983"/>
            <a:ext cx="11366825" cy="35527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– </a:t>
            </a:r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General method- how FIFO </a:t>
            </a:r>
            <a:r>
              <a:rPr lang="en-US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BnB</a:t>
            </a:r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algorithm search state space tree for 4-queens problem</a:t>
            </a:r>
            <a:b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98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EB37CD8-F8CB-4E90-A163-C31B1FC2A2DA}"/>
              </a:ext>
            </a:extLst>
          </p:cNvPr>
          <p:cNvSpPr/>
          <p:nvPr/>
        </p:nvSpPr>
        <p:spPr>
          <a:xfrm>
            <a:off x="4739281" y="162580"/>
            <a:ext cx="6873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/>
              <a:t>General method- how FIFO </a:t>
            </a:r>
            <a:r>
              <a:rPr lang="en-US" sz="2800" b="1" dirty="0" err="1"/>
              <a:t>BnB</a:t>
            </a:r>
            <a:r>
              <a:rPr lang="en-US" sz="2800" b="1" dirty="0"/>
              <a:t> algorithm search state space tree for 4-queens prob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3E6AC13-C7A1-4F2F-9BC4-3A7C6FC1F37C}"/>
              </a:ext>
            </a:extLst>
          </p:cNvPr>
          <p:cNvGrpSpPr/>
          <p:nvPr/>
        </p:nvGrpSpPr>
        <p:grpSpPr>
          <a:xfrm>
            <a:off x="4444999" y="1957431"/>
            <a:ext cx="7362233" cy="913678"/>
            <a:chOff x="0" y="2796312"/>
            <a:chExt cx="7362233" cy="913678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DB1B2C9-607E-40CE-883E-EE2BAC392694}"/>
                </a:ext>
              </a:extLst>
            </p:cNvPr>
            <p:cNvSpPr/>
            <p:nvPr/>
          </p:nvSpPr>
          <p:spPr>
            <a:xfrm>
              <a:off x="0" y="2796312"/>
              <a:ext cx="7362233" cy="91367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727682"/>
                <a:satOff val="-41964"/>
                <a:lumOff val="4314"/>
                <a:alphaOff val="0"/>
              </a:schemeClr>
            </a:fillRef>
            <a:effectRef idx="0">
              <a:schemeClr val="accent2">
                <a:hueOff val="-727682"/>
                <a:satOff val="-41964"/>
                <a:lumOff val="431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: Rounded Corners 4">
              <a:extLst>
                <a:ext uri="{FF2B5EF4-FFF2-40B4-BE49-F238E27FC236}">
                  <a16:creationId xmlns:a16="http://schemas.microsoft.com/office/drawing/2014/main" id="{3B4A4526-EE41-4FEF-A098-AEC38F498E0E}"/>
                </a:ext>
              </a:extLst>
            </p:cNvPr>
            <p:cNvSpPr txBox="1"/>
            <p:nvPr/>
          </p:nvSpPr>
          <p:spPr>
            <a:xfrm>
              <a:off x="44602" y="2840914"/>
              <a:ext cx="7273029" cy="82447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∗      Initially, there is only one live node </a:t>
              </a:r>
              <a:r>
                <a:rPr lang="en-US" sz="2300" kern="1200" dirty="0" err="1"/>
                <a:t>ie</a:t>
              </a:r>
              <a:r>
                <a:rPr lang="en-US" sz="2300" kern="1200" dirty="0"/>
                <a:t>- node 1;</a:t>
              </a:r>
            </a:p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dirty="0"/>
                <a:t>*     </a:t>
              </a:r>
              <a:r>
                <a:rPr lang="en-US" sz="2300" kern="1200" dirty="0"/>
                <a:t> Means no queen has been placed on the chessboard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ED68E3E-1BED-42DE-AA22-0BC47B95F481}"/>
              </a:ext>
            </a:extLst>
          </p:cNvPr>
          <p:cNvGrpSpPr/>
          <p:nvPr/>
        </p:nvGrpSpPr>
        <p:grpSpPr>
          <a:xfrm>
            <a:off x="4444999" y="2910655"/>
            <a:ext cx="7362233" cy="913678"/>
            <a:chOff x="0" y="3766342"/>
            <a:chExt cx="7362233" cy="913678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B881CBC-74B1-4E1D-8978-FE0ED9E9F280}"/>
                </a:ext>
              </a:extLst>
            </p:cNvPr>
            <p:cNvSpPr/>
            <p:nvPr/>
          </p:nvSpPr>
          <p:spPr>
            <a:xfrm>
              <a:off x="0" y="3766342"/>
              <a:ext cx="7362233" cy="91367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1091522"/>
                <a:satOff val="-62946"/>
                <a:lumOff val="6471"/>
                <a:alphaOff val="0"/>
              </a:schemeClr>
            </a:fillRef>
            <a:effectRef idx="0">
              <a:schemeClr val="accent2">
                <a:hueOff val="-1091522"/>
                <a:satOff val="-62946"/>
                <a:lumOff val="6471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: Rounded Corners 6">
              <a:extLst>
                <a:ext uri="{FF2B5EF4-FFF2-40B4-BE49-F238E27FC236}">
                  <a16:creationId xmlns:a16="http://schemas.microsoft.com/office/drawing/2014/main" id="{79835446-79B8-46F9-A567-782FD5A4383B}"/>
                </a:ext>
              </a:extLst>
            </p:cNvPr>
            <p:cNvSpPr txBox="1"/>
            <p:nvPr/>
          </p:nvSpPr>
          <p:spPr>
            <a:xfrm>
              <a:off x="44602" y="3810944"/>
              <a:ext cx="7273029" cy="82447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∗ This  node is   only live node in queue which will becomes E-node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3CE269E-48A6-45E3-B4BE-C93C68B1CCE5}"/>
              </a:ext>
            </a:extLst>
          </p:cNvPr>
          <p:cNvGrpSpPr/>
          <p:nvPr/>
        </p:nvGrpSpPr>
        <p:grpSpPr>
          <a:xfrm>
            <a:off x="4403748" y="3862530"/>
            <a:ext cx="7510100" cy="1343391"/>
            <a:chOff x="0" y="2796312"/>
            <a:chExt cx="7510100" cy="1343391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FF27F59-70AC-4A31-8E0C-56D0B6ECA72C}"/>
                </a:ext>
              </a:extLst>
            </p:cNvPr>
            <p:cNvSpPr/>
            <p:nvPr/>
          </p:nvSpPr>
          <p:spPr>
            <a:xfrm>
              <a:off x="0" y="2796312"/>
              <a:ext cx="7362233" cy="91367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727682"/>
                <a:satOff val="-41964"/>
                <a:lumOff val="4314"/>
                <a:alphaOff val="0"/>
              </a:schemeClr>
            </a:fillRef>
            <a:effectRef idx="0">
              <a:schemeClr val="accent2">
                <a:hueOff val="-727682"/>
                <a:satOff val="-41964"/>
                <a:lumOff val="431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: Rounded Corners 4">
              <a:extLst>
                <a:ext uri="{FF2B5EF4-FFF2-40B4-BE49-F238E27FC236}">
                  <a16:creationId xmlns:a16="http://schemas.microsoft.com/office/drawing/2014/main" id="{E5EFB607-F705-4DDC-A049-E391B51B2E66}"/>
                </a:ext>
              </a:extLst>
            </p:cNvPr>
            <p:cNvSpPr txBox="1"/>
            <p:nvPr/>
          </p:nvSpPr>
          <p:spPr>
            <a:xfrm>
              <a:off x="52160" y="2927498"/>
              <a:ext cx="7457940" cy="121220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lvl="0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300" dirty="0"/>
                <a:t>Node 1 Expanded and generate all its children; 2,18,34,50 and added to queue</a:t>
              </a:r>
            </a:p>
            <a:p>
              <a:pPr lvl="0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300" kern="120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15856B0-2E21-4A73-9FAC-874065A09142}"/>
              </a:ext>
            </a:extLst>
          </p:cNvPr>
          <p:cNvGrpSpPr/>
          <p:nvPr/>
        </p:nvGrpSpPr>
        <p:grpSpPr>
          <a:xfrm>
            <a:off x="4444999" y="4901659"/>
            <a:ext cx="7362233" cy="913678"/>
            <a:chOff x="0" y="2796312"/>
            <a:chExt cx="7362233" cy="91367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CE20200-FD7D-4D66-8B1C-137152FF9676}"/>
                </a:ext>
              </a:extLst>
            </p:cNvPr>
            <p:cNvSpPr/>
            <p:nvPr/>
          </p:nvSpPr>
          <p:spPr>
            <a:xfrm>
              <a:off x="0" y="2796312"/>
              <a:ext cx="7362233" cy="913678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-727682"/>
                <a:satOff val="-41964"/>
                <a:lumOff val="4314"/>
                <a:alphaOff val="0"/>
              </a:schemeClr>
            </a:fillRef>
            <a:effectRef idx="0">
              <a:schemeClr val="accent2">
                <a:hueOff val="-727682"/>
                <a:satOff val="-41964"/>
                <a:lumOff val="431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Rectangle: Rounded Corners 4">
              <a:extLst>
                <a:ext uri="{FF2B5EF4-FFF2-40B4-BE49-F238E27FC236}">
                  <a16:creationId xmlns:a16="http://schemas.microsoft.com/office/drawing/2014/main" id="{5AB1F02A-A580-4800-A0E2-81D6F3BB4ECA}"/>
                </a:ext>
              </a:extLst>
            </p:cNvPr>
            <p:cNvSpPr txBox="1"/>
            <p:nvPr/>
          </p:nvSpPr>
          <p:spPr>
            <a:xfrm>
              <a:off x="44602" y="2840914"/>
              <a:ext cx="7273029" cy="82447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r>
                <a:rPr lang="en-US" sz="2800" kern="1200" dirty="0"/>
                <a:t>∗      </a:t>
              </a:r>
              <a:r>
                <a:rPr lang="en-US" sz="2400" dirty="0"/>
                <a:t>represent a chessboard with queen1 in row 1and</a:t>
              </a:r>
            </a:p>
            <a:p>
              <a:r>
                <a:rPr lang="en-US" sz="2400" dirty="0"/>
                <a:t>columns1,2, 3,and 4 respectively</a:t>
              </a:r>
              <a:endParaRPr lang="en-US" sz="2800" kern="1200" dirty="0"/>
            </a:p>
          </p:txBody>
        </p:sp>
      </p:grp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9A48BC96-50FC-49BB-87AE-924212B81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495953"/>
              </p:ext>
            </p:extLst>
          </p:nvPr>
        </p:nvGraphicFramePr>
        <p:xfrm>
          <a:off x="4850405" y="6233277"/>
          <a:ext cx="666812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903">
                  <a:extLst>
                    <a:ext uri="{9D8B030D-6E8A-4147-A177-3AD203B41FA5}">
                      <a16:colId xmlns:a16="http://schemas.microsoft.com/office/drawing/2014/main" val="355174421"/>
                    </a:ext>
                  </a:extLst>
                </a:gridCol>
                <a:gridCol w="740903">
                  <a:extLst>
                    <a:ext uri="{9D8B030D-6E8A-4147-A177-3AD203B41FA5}">
                      <a16:colId xmlns:a16="http://schemas.microsoft.com/office/drawing/2014/main" val="3612536133"/>
                    </a:ext>
                  </a:extLst>
                </a:gridCol>
                <a:gridCol w="740903">
                  <a:extLst>
                    <a:ext uri="{9D8B030D-6E8A-4147-A177-3AD203B41FA5}">
                      <a16:colId xmlns:a16="http://schemas.microsoft.com/office/drawing/2014/main" val="1352474582"/>
                    </a:ext>
                  </a:extLst>
                </a:gridCol>
                <a:gridCol w="740903">
                  <a:extLst>
                    <a:ext uri="{9D8B030D-6E8A-4147-A177-3AD203B41FA5}">
                      <a16:colId xmlns:a16="http://schemas.microsoft.com/office/drawing/2014/main" val="2896507945"/>
                    </a:ext>
                  </a:extLst>
                </a:gridCol>
                <a:gridCol w="740903">
                  <a:extLst>
                    <a:ext uri="{9D8B030D-6E8A-4147-A177-3AD203B41FA5}">
                      <a16:colId xmlns:a16="http://schemas.microsoft.com/office/drawing/2014/main" val="3174064913"/>
                    </a:ext>
                  </a:extLst>
                </a:gridCol>
                <a:gridCol w="740903">
                  <a:extLst>
                    <a:ext uri="{9D8B030D-6E8A-4147-A177-3AD203B41FA5}">
                      <a16:colId xmlns:a16="http://schemas.microsoft.com/office/drawing/2014/main" val="3930021797"/>
                    </a:ext>
                  </a:extLst>
                </a:gridCol>
                <a:gridCol w="740903">
                  <a:extLst>
                    <a:ext uri="{9D8B030D-6E8A-4147-A177-3AD203B41FA5}">
                      <a16:colId xmlns:a16="http://schemas.microsoft.com/office/drawing/2014/main" val="228298353"/>
                    </a:ext>
                  </a:extLst>
                </a:gridCol>
                <a:gridCol w="740903">
                  <a:extLst>
                    <a:ext uri="{9D8B030D-6E8A-4147-A177-3AD203B41FA5}">
                      <a16:colId xmlns:a16="http://schemas.microsoft.com/office/drawing/2014/main" val="3429841904"/>
                    </a:ext>
                  </a:extLst>
                </a:gridCol>
                <a:gridCol w="740903">
                  <a:extLst>
                    <a:ext uri="{9D8B030D-6E8A-4147-A177-3AD203B41FA5}">
                      <a16:colId xmlns:a16="http://schemas.microsoft.com/office/drawing/2014/main" val="3532169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063898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C35A7898-C53D-471F-9835-A660CFAA2966}"/>
              </a:ext>
            </a:extLst>
          </p:cNvPr>
          <p:cNvGrpSpPr/>
          <p:nvPr/>
        </p:nvGrpSpPr>
        <p:grpSpPr>
          <a:xfrm>
            <a:off x="1381731" y="211593"/>
            <a:ext cx="710640" cy="856080"/>
            <a:chOff x="1346897" y="1383891"/>
            <a:chExt cx="710640" cy="85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CDAEC49-C4EA-486E-8310-69C12AD30B36}"/>
                    </a:ext>
                  </a:extLst>
                </p14:cNvPr>
                <p14:cNvContentPartPr/>
                <p14:nvPr/>
              </p14:nvContentPartPr>
              <p14:xfrm>
                <a:off x="1593857" y="1837491"/>
                <a:ext cx="360" cy="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CDAEC49-C4EA-486E-8310-69C12AD30B3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84857" y="182885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F073556-325A-47C0-A592-71A20E06A91E}"/>
                    </a:ext>
                  </a:extLst>
                </p14:cNvPr>
                <p14:cNvContentPartPr/>
                <p14:nvPr/>
              </p14:nvContentPartPr>
              <p14:xfrm>
                <a:off x="1628417" y="1593411"/>
                <a:ext cx="360" cy="391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F073556-325A-47C0-A592-71A20E06A91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19417" y="1584771"/>
                  <a:ext cx="1800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DE17593-F067-42A9-BA85-5339BFFF7E98}"/>
                    </a:ext>
                  </a:extLst>
                </p14:cNvPr>
                <p14:cNvContentPartPr/>
                <p14:nvPr/>
              </p14:nvContentPartPr>
              <p14:xfrm>
                <a:off x="1346897" y="1383891"/>
                <a:ext cx="710640" cy="856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DE17593-F067-42A9-BA85-5339BFFF7E9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7897" y="1374891"/>
                  <a:ext cx="728280" cy="87372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18293B54-7CCA-464F-9D10-E7C80FF8D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912459"/>
              </p:ext>
            </p:extLst>
          </p:nvPr>
        </p:nvGraphicFramePr>
        <p:xfrm>
          <a:off x="518367" y="2625076"/>
          <a:ext cx="314800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901">
                  <a:extLst>
                    <a:ext uri="{9D8B030D-6E8A-4147-A177-3AD203B41FA5}">
                      <a16:colId xmlns:a16="http://schemas.microsoft.com/office/drawing/2014/main" val="2869476430"/>
                    </a:ext>
                  </a:extLst>
                </a:gridCol>
                <a:gridCol w="567467">
                  <a:extLst>
                    <a:ext uri="{9D8B030D-6E8A-4147-A177-3AD203B41FA5}">
                      <a16:colId xmlns:a16="http://schemas.microsoft.com/office/drawing/2014/main" val="15723577"/>
                    </a:ext>
                  </a:extLst>
                </a:gridCol>
                <a:gridCol w="699213">
                  <a:extLst>
                    <a:ext uri="{9D8B030D-6E8A-4147-A177-3AD203B41FA5}">
                      <a16:colId xmlns:a16="http://schemas.microsoft.com/office/drawing/2014/main" val="2977606908"/>
                    </a:ext>
                  </a:extLst>
                </a:gridCol>
                <a:gridCol w="699213">
                  <a:extLst>
                    <a:ext uri="{9D8B030D-6E8A-4147-A177-3AD203B41FA5}">
                      <a16:colId xmlns:a16="http://schemas.microsoft.com/office/drawing/2014/main" val="461843760"/>
                    </a:ext>
                  </a:extLst>
                </a:gridCol>
                <a:gridCol w="699213">
                  <a:extLst>
                    <a:ext uri="{9D8B030D-6E8A-4147-A177-3AD203B41FA5}">
                      <a16:colId xmlns:a16="http://schemas.microsoft.com/office/drawing/2014/main" val="29910855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54725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F0438A-8B56-47F0-B182-9E5B65AC6163}"/>
              </a:ext>
            </a:extLst>
          </p:cNvPr>
          <p:cNvSpPr txBox="1"/>
          <p:nvPr/>
        </p:nvSpPr>
        <p:spPr>
          <a:xfrm>
            <a:off x="247885" y="1978622"/>
            <a:ext cx="1489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queue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9D82C0F-6F79-4A12-BDE3-D241E0AB7F57}"/>
                  </a:ext>
                </a:extLst>
              </p14:cNvPr>
              <p14:cNvContentPartPr/>
              <p14:nvPr/>
            </p14:nvContentPartPr>
            <p14:xfrm>
              <a:off x="2046377" y="1445451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9D82C0F-6F79-4A12-BDE3-D241E0AB7F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7377" y="14364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F194235-8573-46E9-9524-684B49A10FBE}"/>
                  </a:ext>
                </a:extLst>
              </p14:cNvPr>
              <p14:cNvContentPartPr/>
              <p14:nvPr/>
            </p14:nvContentPartPr>
            <p14:xfrm>
              <a:off x="478577" y="4178571"/>
              <a:ext cx="248400" cy="248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F194235-8573-46E9-9524-684B49A10FB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9937" y="4169931"/>
                <a:ext cx="2660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5F1984F-6291-45B6-BB03-0A9FA2CFC7F3}"/>
                  </a:ext>
                </a:extLst>
              </p14:cNvPr>
              <p14:cNvContentPartPr/>
              <p14:nvPr/>
            </p14:nvContentPartPr>
            <p14:xfrm>
              <a:off x="390737" y="4065891"/>
              <a:ext cx="524880" cy="447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5F1984F-6291-45B6-BB03-0A9FA2CFC7F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1737" y="4057251"/>
                <a:ext cx="54252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95B99623-7F9D-4802-9478-03F2805E785E}"/>
                  </a:ext>
                </a:extLst>
              </p14:cNvPr>
              <p14:cNvContentPartPr/>
              <p14:nvPr/>
            </p14:nvContentPartPr>
            <p14:xfrm>
              <a:off x="1236377" y="3840531"/>
              <a:ext cx="435960" cy="816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95B99623-7F9D-4802-9478-03F2805E785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27737" y="3831531"/>
                <a:ext cx="453600" cy="83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AF1160D7-D407-4DC8-8488-A7A98510DBB5}"/>
              </a:ext>
            </a:extLst>
          </p:cNvPr>
          <p:cNvGrpSpPr/>
          <p:nvPr/>
        </p:nvGrpSpPr>
        <p:grpSpPr>
          <a:xfrm>
            <a:off x="877817" y="3456051"/>
            <a:ext cx="2258280" cy="1726200"/>
            <a:chOff x="877817" y="3456051"/>
            <a:chExt cx="2258280" cy="172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D423F47-F8C7-4176-AF6D-0FE0A85F1618}"/>
                    </a:ext>
                  </a:extLst>
                </p14:cNvPr>
                <p14:cNvContentPartPr/>
                <p14:nvPr/>
              </p14:nvContentPartPr>
              <p14:xfrm>
                <a:off x="1044857" y="4780851"/>
                <a:ext cx="360" cy="187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D423F47-F8C7-4176-AF6D-0FE0A85F161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35857" y="4772211"/>
                  <a:ext cx="180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D53563E-0639-439F-B0CE-813E707EC74A}"/>
                    </a:ext>
                  </a:extLst>
                </p14:cNvPr>
                <p14:cNvContentPartPr/>
                <p14:nvPr/>
              </p14:nvContentPartPr>
              <p14:xfrm>
                <a:off x="1094537" y="4752771"/>
                <a:ext cx="150840" cy="248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D53563E-0639-439F-B0CE-813E707EC7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85897" y="4744131"/>
                  <a:ext cx="1684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2F1DB3-DE11-44BC-B0DA-6132C2308C1C}"/>
                    </a:ext>
                  </a:extLst>
                </p14:cNvPr>
                <p14:cNvContentPartPr/>
                <p14:nvPr/>
              </p14:nvContentPartPr>
              <p14:xfrm>
                <a:off x="877817" y="4616691"/>
                <a:ext cx="525240" cy="565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2F1DB3-DE11-44BC-B0DA-6132C2308C1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8817" y="4607691"/>
                  <a:ext cx="54288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FB12B4B-2961-4AB9-B3C3-07F6798B28E4}"/>
                    </a:ext>
                  </a:extLst>
                </p14:cNvPr>
                <p14:cNvContentPartPr/>
                <p14:nvPr/>
              </p14:nvContentPartPr>
              <p14:xfrm>
                <a:off x="1724177" y="3901371"/>
                <a:ext cx="360" cy="669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FB12B4B-2961-4AB9-B3C3-07F6798B28E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15177" y="3892371"/>
                  <a:ext cx="18000" cy="68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2D0D8D1-F975-4166-8B41-9B9F36055568}"/>
                    </a:ext>
                  </a:extLst>
                </p14:cNvPr>
                <p14:cNvContentPartPr/>
                <p14:nvPr/>
              </p14:nvContentPartPr>
              <p14:xfrm>
                <a:off x="1689617" y="4736571"/>
                <a:ext cx="238680" cy="265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2D0D8D1-F975-4166-8B41-9B9F3605556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680617" y="4727931"/>
                  <a:ext cx="2563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839E68-5EB1-4A7A-A3A5-69E5D16B9D00}"/>
                    </a:ext>
                  </a:extLst>
                </p14:cNvPr>
                <p14:cNvContentPartPr/>
                <p14:nvPr/>
              </p14:nvContentPartPr>
              <p14:xfrm>
                <a:off x="1992017" y="4772211"/>
                <a:ext cx="74880" cy="213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839E68-5EB1-4A7A-A3A5-69E5D16B9D0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83377" y="4763571"/>
                  <a:ext cx="925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98EF91-9428-40CA-B389-1389F61C00CE}"/>
                    </a:ext>
                  </a:extLst>
                </p14:cNvPr>
                <p14:cNvContentPartPr/>
                <p14:nvPr/>
              </p14:nvContentPartPr>
              <p14:xfrm>
                <a:off x="1985537" y="4632891"/>
                <a:ext cx="27000" cy="147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D98EF91-9428-40CA-B389-1389F61C00C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76537" y="4623891"/>
                  <a:ext cx="446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A71B2EB-3C84-4E00-A1E8-22E2459AA0F4}"/>
                    </a:ext>
                  </a:extLst>
                </p14:cNvPr>
                <p14:cNvContentPartPr/>
                <p14:nvPr/>
              </p14:nvContentPartPr>
              <p14:xfrm>
                <a:off x="1680257" y="4464411"/>
                <a:ext cx="560520" cy="604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A71B2EB-3C84-4E00-A1E8-22E2459AA0F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71257" y="4455411"/>
                  <a:ext cx="578160" cy="62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87D0D4-8E00-4D3D-AA0D-BF3FA9225B05}"/>
                    </a:ext>
                  </a:extLst>
                </p14:cNvPr>
                <p14:cNvContentPartPr/>
                <p14:nvPr/>
              </p14:nvContentPartPr>
              <p14:xfrm>
                <a:off x="1732817" y="3570531"/>
                <a:ext cx="360" cy="191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87D0D4-8E00-4D3D-AA0D-BF3FA9225B0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23817" y="3561531"/>
                  <a:ext cx="180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9580D5D-3DDA-492D-B7CC-A1D8A0BE79F5}"/>
                    </a:ext>
                  </a:extLst>
                </p14:cNvPr>
                <p14:cNvContentPartPr/>
                <p14:nvPr/>
              </p14:nvContentPartPr>
              <p14:xfrm>
                <a:off x="1591697" y="3456051"/>
                <a:ext cx="353160" cy="45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9580D5D-3DDA-492D-B7CC-A1D8A0BE79F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582697" y="3447411"/>
                  <a:ext cx="37080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4C4FD1-12EF-4AA1-A5D7-AEC756ED5042}"/>
                    </a:ext>
                  </a:extLst>
                </p14:cNvPr>
                <p14:cNvContentPartPr/>
                <p14:nvPr/>
              </p14:nvContentPartPr>
              <p14:xfrm>
                <a:off x="885737" y="3770691"/>
                <a:ext cx="708480" cy="448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4C4FD1-12EF-4AA1-A5D7-AEC756ED504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7097" y="3762051"/>
                  <a:ext cx="72612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5DA35AA-9C68-4FD7-8258-1F978648D467}"/>
                    </a:ext>
                  </a:extLst>
                </p14:cNvPr>
                <p14:cNvContentPartPr/>
                <p14:nvPr/>
              </p14:nvContentPartPr>
              <p14:xfrm>
                <a:off x="1907057" y="3761691"/>
                <a:ext cx="527040" cy="446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5DA35AA-9C68-4FD7-8258-1F978648D46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898417" y="3753051"/>
                  <a:ext cx="5446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CACEFF-467E-41B0-BA2E-01B9B6072773}"/>
                    </a:ext>
                  </a:extLst>
                </p14:cNvPr>
                <p14:cNvContentPartPr/>
                <p14:nvPr/>
              </p14:nvContentPartPr>
              <p14:xfrm>
                <a:off x="2527337" y="4206291"/>
                <a:ext cx="218160" cy="188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CACEFF-467E-41B0-BA2E-01B9B607277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518697" y="4197291"/>
                  <a:ext cx="2358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E23113-FADB-438D-9BA2-7CFCC5C2F453}"/>
                    </a:ext>
                  </a:extLst>
                </p14:cNvPr>
                <p14:cNvContentPartPr/>
                <p14:nvPr/>
              </p14:nvContentPartPr>
              <p14:xfrm>
                <a:off x="2586377" y="4144371"/>
                <a:ext cx="156240" cy="27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E23113-FADB-438D-9BA2-7CFCC5C2F45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577737" y="4135371"/>
                  <a:ext cx="173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FD4F12A-1B2F-41FF-9186-9B95FB70F8F8}"/>
                    </a:ext>
                  </a:extLst>
                </p14:cNvPr>
                <p14:cNvContentPartPr/>
                <p14:nvPr/>
              </p14:nvContentPartPr>
              <p14:xfrm>
                <a:off x="2828657" y="4059051"/>
                <a:ext cx="169200" cy="315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FD4F12A-1B2F-41FF-9186-9B95FB70F8F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19657" y="4050411"/>
                  <a:ext cx="1868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10EFEE0-11C1-4E7A-A55D-FEC0F1D64F19}"/>
                    </a:ext>
                  </a:extLst>
                </p14:cNvPr>
                <p14:cNvContentPartPr/>
                <p14:nvPr/>
              </p14:nvContentPartPr>
              <p14:xfrm>
                <a:off x="2481617" y="3875091"/>
                <a:ext cx="654480" cy="681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10EFEE0-11C1-4E7A-A55D-FEC0F1D64F1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72617" y="3866451"/>
                  <a:ext cx="672120" cy="69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9546D62-4148-4246-AE50-38A46C8DFC9C}"/>
                  </a:ext>
                </a:extLst>
              </p14:cNvPr>
              <p14:cNvContentPartPr/>
              <p14:nvPr/>
            </p14:nvContentPartPr>
            <p14:xfrm>
              <a:off x="3709577" y="6400851"/>
              <a:ext cx="360" cy="3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9546D62-4148-4246-AE50-38A46C8DF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00937" y="6391851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3834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260B4-7F0B-45B5-B5F4-FB91C5B5E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74" t="26274" r="19485" b="14902"/>
          <a:stretch/>
        </p:blipFill>
        <p:spPr>
          <a:xfrm>
            <a:off x="1279993" y="801793"/>
            <a:ext cx="9632014" cy="527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2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04A6B8D-1614-4DBD-91D0-8B1CC1C542A0}"/>
              </a:ext>
            </a:extLst>
          </p:cNvPr>
          <p:cNvSpPr/>
          <p:nvPr/>
        </p:nvSpPr>
        <p:spPr>
          <a:xfrm>
            <a:off x="4528457" y="592183"/>
            <a:ext cx="583474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9266D6-B3CD-48B1-ADC4-74E68ABBFB79}"/>
              </a:ext>
            </a:extLst>
          </p:cNvPr>
          <p:cNvSpPr/>
          <p:nvPr/>
        </p:nvSpPr>
        <p:spPr>
          <a:xfrm>
            <a:off x="3814354" y="1628503"/>
            <a:ext cx="796835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2D7A0D-9A64-4E98-A2A4-A2CBDDE0B89B}"/>
              </a:ext>
            </a:extLst>
          </p:cNvPr>
          <p:cNvSpPr/>
          <p:nvPr/>
        </p:nvSpPr>
        <p:spPr>
          <a:xfrm>
            <a:off x="5259976" y="1628502"/>
            <a:ext cx="714104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08C822-7557-44D1-9005-92091D4DD869}"/>
              </a:ext>
            </a:extLst>
          </p:cNvPr>
          <p:cNvSpPr/>
          <p:nvPr/>
        </p:nvSpPr>
        <p:spPr>
          <a:xfrm>
            <a:off x="6439986" y="1210491"/>
            <a:ext cx="714104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076FB6-45D7-44D6-99D4-565113479886}"/>
              </a:ext>
            </a:extLst>
          </p:cNvPr>
          <p:cNvSpPr/>
          <p:nvPr/>
        </p:nvSpPr>
        <p:spPr>
          <a:xfrm>
            <a:off x="2342606" y="1210490"/>
            <a:ext cx="714104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328851-56F3-4D65-8F80-28775F76C1C4}"/>
              </a:ext>
            </a:extLst>
          </p:cNvPr>
          <p:cNvCxnSpPr>
            <a:cxnSpLocks/>
          </p:cNvCxnSpPr>
          <p:nvPr/>
        </p:nvCxnSpPr>
        <p:spPr>
          <a:xfrm flipH="1">
            <a:off x="3056710" y="849340"/>
            <a:ext cx="1471747" cy="443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0D6A95-27A2-4ED0-AA38-BE7E9E8CAFC6}"/>
              </a:ext>
            </a:extLst>
          </p:cNvPr>
          <p:cNvCxnSpPr>
            <a:cxnSpLocks/>
          </p:cNvCxnSpPr>
          <p:nvPr/>
        </p:nvCxnSpPr>
        <p:spPr>
          <a:xfrm flipH="1">
            <a:off x="4143105" y="1018903"/>
            <a:ext cx="468084" cy="587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48EB0F-6E8A-4851-B77E-D8FF3EF2438A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>
          <a:xfrm>
            <a:off x="5026483" y="956411"/>
            <a:ext cx="338071" cy="733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BB2288-5B64-44B1-8713-6EA068962D5B}"/>
              </a:ext>
            </a:extLst>
          </p:cNvPr>
          <p:cNvCxnSpPr>
            <a:cxnSpLocks/>
            <a:stCxn id="2" idx="6"/>
            <a:endCxn id="6" idx="1"/>
          </p:cNvCxnSpPr>
          <p:nvPr/>
        </p:nvCxnSpPr>
        <p:spPr>
          <a:xfrm>
            <a:off x="5111931" y="805543"/>
            <a:ext cx="1432633" cy="466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2">
            <a:extLst>
              <a:ext uri="{FF2B5EF4-FFF2-40B4-BE49-F238E27FC236}">
                <a16:creationId xmlns:a16="http://schemas.microsoft.com/office/drawing/2014/main" id="{98893290-400A-4257-B6BA-4F67A8F004EA}"/>
              </a:ext>
            </a:extLst>
          </p:cNvPr>
          <p:cNvGraphicFramePr>
            <a:graphicFrameLocks noGrp="1"/>
          </p:cNvGraphicFramePr>
          <p:nvPr/>
        </p:nvGraphicFramePr>
        <p:xfrm>
          <a:off x="962483" y="3517730"/>
          <a:ext cx="1899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9806708-85B8-4304-96DE-17ABCF4DE622}"/>
              </a:ext>
            </a:extLst>
          </p:cNvPr>
          <p:cNvGraphicFramePr>
            <a:graphicFrameLocks noGrp="1"/>
          </p:cNvGraphicFramePr>
          <p:nvPr/>
        </p:nvGraphicFramePr>
        <p:xfrm>
          <a:off x="3661395" y="3521116"/>
          <a:ext cx="1899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graphicFrame>
        <p:nvGraphicFramePr>
          <p:cNvPr id="34" name="Table 32">
            <a:extLst>
              <a:ext uri="{FF2B5EF4-FFF2-40B4-BE49-F238E27FC236}">
                <a16:creationId xmlns:a16="http://schemas.microsoft.com/office/drawing/2014/main" id="{8EA1B291-18FA-4B34-8D47-7E2DF11712C8}"/>
              </a:ext>
            </a:extLst>
          </p:cNvPr>
          <p:cNvGraphicFramePr>
            <a:graphicFrameLocks noGrp="1"/>
          </p:cNvGraphicFramePr>
          <p:nvPr/>
        </p:nvGraphicFramePr>
        <p:xfrm>
          <a:off x="6204296" y="3517730"/>
          <a:ext cx="1899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graphicFrame>
        <p:nvGraphicFramePr>
          <p:cNvPr id="35" name="Table 32">
            <a:extLst>
              <a:ext uri="{FF2B5EF4-FFF2-40B4-BE49-F238E27FC236}">
                <a16:creationId xmlns:a16="http://schemas.microsoft.com/office/drawing/2014/main" id="{63F77C18-D136-4412-8C43-CBAD38E9B2B6}"/>
              </a:ext>
            </a:extLst>
          </p:cNvPr>
          <p:cNvGraphicFramePr>
            <a:graphicFrameLocks noGrp="1"/>
          </p:cNvGraphicFramePr>
          <p:nvPr/>
        </p:nvGraphicFramePr>
        <p:xfrm>
          <a:off x="9331671" y="3517730"/>
          <a:ext cx="1899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BE5BA3A4-09C6-44B5-8938-1F15C3186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260304"/>
              </p:ext>
            </p:extLst>
          </p:nvPr>
        </p:nvGraphicFramePr>
        <p:xfrm>
          <a:off x="2031999" y="5468257"/>
          <a:ext cx="812800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47930974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4109939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07528470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9158749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257969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17394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61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2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04A6B8D-1614-4DBD-91D0-8B1CC1C542A0}"/>
              </a:ext>
            </a:extLst>
          </p:cNvPr>
          <p:cNvSpPr/>
          <p:nvPr/>
        </p:nvSpPr>
        <p:spPr>
          <a:xfrm>
            <a:off x="4528457" y="592183"/>
            <a:ext cx="583474" cy="4267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9266D6-B3CD-48B1-ADC4-74E68ABBFB79}"/>
              </a:ext>
            </a:extLst>
          </p:cNvPr>
          <p:cNvSpPr/>
          <p:nvPr/>
        </p:nvSpPr>
        <p:spPr>
          <a:xfrm>
            <a:off x="3814354" y="1628503"/>
            <a:ext cx="796835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2D7A0D-9A64-4E98-A2A4-A2CBDDE0B89B}"/>
              </a:ext>
            </a:extLst>
          </p:cNvPr>
          <p:cNvSpPr/>
          <p:nvPr/>
        </p:nvSpPr>
        <p:spPr>
          <a:xfrm>
            <a:off x="5259976" y="1628502"/>
            <a:ext cx="714104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08C822-7557-44D1-9005-92091D4DD869}"/>
              </a:ext>
            </a:extLst>
          </p:cNvPr>
          <p:cNvSpPr/>
          <p:nvPr/>
        </p:nvSpPr>
        <p:spPr>
          <a:xfrm>
            <a:off x="6439986" y="1210491"/>
            <a:ext cx="714104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076FB6-45D7-44D6-99D4-565113479886}"/>
              </a:ext>
            </a:extLst>
          </p:cNvPr>
          <p:cNvSpPr/>
          <p:nvPr/>
        </p:nvSpPr>
        <p:spPr>
          <a:xfrm>
            <a:off x="2342606" y="1210490"/>
            <a:ext cx="714104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328851-56F3-4D65-8F80-28775F76C1C4}"/>
              </a:ext>
            </a:extLst>
          </p:cNvPr>
          <p:cNvCxnSpPr>
            <a:cxnSpLocks/>
          </p:cNvCxnSpPr>
          <p:nvPr/>
        </p:nvCxnSpPr>
        <p:spPr>
          <a:xfrm flipH="1">
            <a:off x="3056710" y="849340"/>
            <a:ext cx="1471747" cy="443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0D6A95-27A2-4ED0-AA38-BE7E9E8CAFC6}"/>
              </a:ext>
            </a:extLst>
          </p:cNvPr>
          <p:cNvCxnSpPr>
            <a:cxnSpLocks/>
          </p:cNvCxnSpPr>
          <p:nvPr/>
        </p:nvCxnSpPr>
        <p:spPr>
          <a:xfrm flipH="1">
            <a:off x="4143105" y="1018903"/>
            <a:ext cx="468084" cy="587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48EB0F-6E8A-4851-B77E-D8FF3EF2438A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>
          <a:xfrm>
            <a:off x="5026483" y="956411"/>
            <a:ext cx="338071" cy="733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BB2288-5B64-44B1-8713-6EA068962D5B}"/>
              </a:ext>
            </a:extLst>
          </p:cNvPr>
          <p:cNvCxnSpPr>
            <a:cxnSpLocks/>
            <a:stCxn id="2" idx="6"/>
            <a:endCxn id="6" idx="1"/>
          </p:cNvCxnSpPr>
          <p:nvPr/>
        </p:nvCxnSpPr>
        <p:spPr>
          <a:xfrm>
            <a:off x="5111931" y="805543"/>
            <a:ext cx="1432633" cy="466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2">
            <a:extLst>
              <a:ext uri="{FF2B5EF4-FFF2-40B4-BE49-F238E27FC236}">
                <a16:creationId xmlns:a16="http://schemas.microsoft.com/office/drawing/2014/main" id="{98893290-400A-4257-B6BA-4F67A8F00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15495"/>
              </p:ext>
            </p:extLst>
          </p:nvPr>
        </p:nvGraphicFramePr>
        <p:xfrm>
          <a:off x="1762991" y="4114501"/>
          <a:ext cx="1899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9806708-85B8-4304-96DE-17ABCF4DE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357400"/>
              </p:ext>
            </p:extLst>
          </p:nvPr>
        </p:nvGraphicFramePr>
        <p:xfrm>
          <a:off x="5146206" y="4109094"/>
          <a:ext cx="1899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graphicFrame>
        <p:nvGraphicFramePr>
          <p:cNvPr id="34" name="Table 32">
            <a:extLst>
              <a:ext uri="{FF2B5EF4-FFF2-40B4-BE49-F238E27FC236}">
                <a16:creationId xmlns:a16="http://schemas.microsoft.com/office/drawing/2014/main" id="{8EA1B291-18FA-4B34-8D47-7E2DF1171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362344"/>
              </p:ext>
            </p:extLst>
          </p:nvPr>
        </p:nvGraphicFramePr>
        <p:xfrm>
          <a:off x="8842683" y="4107375"/>
          <a:ext cx="1899588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28580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sp>
        <p:nvSpPr>
          <p:cNvPr id="38" name="Oval 37">
            <a:extLst>
              <a:ext uri="{FF2B5EF4-FFF2-40B4-BE49-F238E27FC236}">
                <a16:creationId xmlns:a16="http://schemas.microsoft.com/office/drawing/2014/main" id="{C0F0614A-DA0C-4605-9ACA-5BDD102E587B}"/>
              </a:ext>
            </a:extLst>
          </p:cNvPr>
          <p:cNvSpPr/>
          <p:nvPr/>
        </p:nvSpPr>
        <p:spPr>
          <a:xfrm>
            <a:off x="878699" y="2046513"/>
            <a:ext cx="714104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455DB11-42CF-4BA4-A65E-F982FCFC1B4D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1537376" y="1567285"/>
            <a:ext cx="909808" cy="559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08EA2C6-642A-4F83-9FEF-402EE86A4D40}"/>
              </a:ext>
            </a:extLst>
          </p:cNvPr>
          <p:cNvCxnSpPr>
            <a:cxnSpLocks/>
          </p:cNvCxnSpPr>
          <p:nvPr/>
        </p:nvCxnSpPr>
        <p:spPr>
          <a:xfrm flipH="1">
            <a:off x="2090829" y="1689718"/>
            <a:ext cx="469492" cy="896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DFBB43F-AC10-4AEC-8004-884B083B0F03}"/>
              </a:ext>
            </a:extLst>
          </p:cNvPr>
          <p:cNvCxnSpPr>
            <a:cxnSpLocks/>
          </p:cNvCxnSpPr>
          <p:nvPr/>
        </p:nvCxnSpPr>
        <p:spPr>
          <a:xfrm>
            <a:off x="2854644" y="1628501"/>
            <a:ext cx="364432" cy="944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F2C2DCA-2D37-4E35-86D4-188F6D092B9C}"/>
              </a:ext>
            </a:extLst>
          </p:cNvPr>
          <p:cNvSpPr/>
          <p:nvPr/>
        </p:nvSpPr>
        <p:spPr>
          <a:xfrm>
            <a:off x="1635228" y="2601528"/>
            <a:ext cx="714104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3EA8163-AAA1-4F35-A2A3-8B88F928D2A9}"/>
              </a:ext>
            </a:extLst>
          </p:cNvPr>
          <p:cNvSpPr/>
          <p:nvPr/>
        </p:nvSpPr>
        <p:spPr>
          <a:xfrm>
            <a:off x="2948475" y="2585935"/>
            <a:ext cx="714104" cy="4180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900FE7-5B43-4F4E-A8AC-9C0649FEB2D2}"/>
              </a:ext>
            </a:extLst>
          </p:cNvPr>
          <p:cNvSpPr txBox="1"/>
          <p:nvPr/>
        </p:nvSpPr>
        <p:spPr>
          <a:xfrm>
            <a:off x="614157" y="2510883"/>
            <a:ext cx="43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</a:p>
        </p:txBody>
      </p:sp>
      <p:graphicFrame>
        <p:nvGraphicFramePr>
          <p:cNvPr id="54" name="Table 54">
            <a:extLst>
              <a:ext uri="{FF2B5EF4-FFF2-40B4-BE49-F238E27FC236}">
                <a16:creationId xmlns:a16="http://schemas.microsoft.com/office/drawing/2014/main" id="{57736E9F-7E97-45AC-8D74-3A9200899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321118"/>
              </p:ext>
            </p:extLst>
          </p:nvPr>
        </p:nvGraphicFramePr>
        <p:xfrm>
          <a:off x="1537376" y="6008659"/>
          <a:ext cx="3308942" cy="684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706">
                  <a:extLst>
                    <a:ext uri="{9D8B030D-6E8A-4147-A177-3AD203B41FA5}">
                      <a16:colId xmlns:a16="http://schemas.microsoft.com/office/drawing/2014/main" val="3327641015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3715552585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2328727305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272832630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3954454114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1383313702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3588557965"/>
                    </a:ext>
                  </a:extLst>
                </a:gridCol>
              </a:tblGrid>
              <a:tr h="68416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020"/>
                  </a:ext>
                </a:extLst>
              </a:tr>
            </a:tbl>
          </a:graphicData>
        </a:graphic>
      </p:graphicFrame>
      <p:grpSp>
        <p:nvGrpSpPr>
          <p:cNvPr id="57" name="Group 56">
            <a:extLst>
              <a:ext uri="{FF2B5EF4-FFF2-40B4-BE49-F238E27FC236}">
                <a16:creationId xmlns:a16="http://schemas.microsoft.com/office/drawing/2014/main" id="{42BEE533-740C-459C-9E45-3CAB0D026653}"/>
              </a:ext>
            </a:extLst>
          </p:cNvPr>
          <p:cNvGrpSpPr/>
          <p:nvPr/>
        </p:nvGrpSpPr>
        <p:grpSpPr>
          <a:xfrm>
            <a:off x="1435680" y="5851944"/>
            <a:ext cx="640080" cy="1059840"/>
            <a:chOff x="1435680" y="5851944"/>
            <a:chExt cx="640080" cy="10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B675E64-293E-4470-860D-1EC379DF932E}"/>
                    </a:ext>
                  </a:extLst>
                </p14:cNvPr>
                <p14:cNvContentPartPr/>
                <p14:nvPr/>
              </p14:nvContentPartPr>
              <p14:xfrm>
                <a:off x="1435680" y="5897664"/>
                <a:ext cx="581400" cy="900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B675E64-293E-4470-860D-1EC379DF932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17680" y="5880024"/>
                  <a:ext cx="617040" cy="9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B76DADB-0205-4CCC-B651-4BB340352C37}"/>
                    </a:ext>
                  </a:extLst>
                </p14:cNvPr>
                <p14:cNvContentPartPr/>
                <p14:nvPr/>
              </p14:nvContentPartPr>
              <p14:xfrm>
                <a:off x="1491840" y="5851944"/>
                <a:ext cx="583920" cy="1059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B76DADB-0205-4CCC-B651-4BB340352C3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74200" y="5833944"/>
                  <a:ext cx="619560" cy="109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802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3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3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3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38" grpId="0" animBg="1"/>
      <p:bldP spid="50" grpId="0" animBg="1"/>
      <p:bldP spid="51" grpId="0" animBg="1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A42AE18-18A4-4428-9A78-B0CFDB730576}"/>
              </a:ext>
            </a:extLst>
          </p:cNvPr>
          <p:cNvSpPr/>
          <p:nvPr/>
        </p:nvSpPr>
        <p:spPr>
          <a:xfrm>
            <a:off x="4315968" y="777240"/>
            <a:ext cx="804672" cy="6949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18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E591455-A29E-4238-85AB-577C63CD3BBF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3218688" y="1124712"/>
            <a:ext cx="1097280" cy="969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645BC4-D9CA-4531-BFBC-DC2690D274DB}"/>
              </a:ext>
            </a:extLst>
          </p:cNvPr>
          <p:cNvCxnSpPr>
            <a:cxnSpLocks/>
          </p:cNvCxnSpPr>
          <p:nvPr/>
        </p:nvCxnSpPr>
        <p:spPr>
          <a:xfrm>
            <a:off x="4706112" y="1542288"/>
            <a:ext cx="0" cy="926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E502B6-6B35-445B-A292-17CDFFC7EE2C}"/>
              </a:ext>
            </a:extLst>
          </p:cNvPr>
          <p:cNvCxnSpPr>
            <a:cxnSpLocks/>
            <a:stCxn id="2" idx="5"/>
          </p:cNvCxnSpPr>
          <p:nvPr/>
        </p:nvCxnSpPr>
        <p:spPr>
          <a:xfrm>
            <a:off x="5002799" y="1370412"/>
            <a:ext cx="1093201" cy="635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6C4C95C0-DC87-4BBB-AC94-5C23BB438B84}"/>
              </a:ext>
            </a:extLst>
          </p:cNvPr>
          <p:cNvSpPr/>
          <p:nvPr/>
        </p:nvSpPr>
        <p:spPr>
          <a:xfrm>
            <a:off x="2679192" y="2005584"/>
            <a:ext cx="713231" cy="765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674FF9-6883-4357-BFF2-36ABA0703962}"/>
              </a:ext>
            </a:extLst>
          </p:cNvPr>
          <p:cNvSpPr/>
          <p:nvPr/>
        </p:nvSpPr>
        <p:spPr>
          <a:xfrm>
            <a:off x="4361688" y="2468880"/>
            <a:ext cx="713231" cy="765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265FA5B-A693-4BA4-B06B-995A29D6793A}"/>
              </a:ext>
            </a:extLst>
          </p:cNvPr>
          <p:cNvSpPr/>
          <p:nvPr/>
        </p:nvSpPr>
        <p:spPr>
          <a:xfrm>
            <a:off x="6096000" y="1810512"/>
            <a:ext cx="713231" cy="765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29</a:t>
            </a:r>
          </a:p>
        </p:txBody>
      </p:sp>
      <p:graphicFrame>
        <p:nvGraphicFramePr>
          <p:cNvPr id="13" name="Table 32">
            <a:extLst>
              <a:ext uri="{FF2B5EF4-FFF2-40B4-BE49-F238E27FC236}">
                <a16:creationId xmlns:a16="http://schemas.microsoft.com/office/drawing/2014/main" id="{40057760-07DC-494F-B51D-A70FB76EF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483455"/>
              </p:ext>
            </p:extLst>
          </p:nvPr>
        </p:nvGraphicFramePr>
        <p:xfrm>
          <a:off x="1762991" y="4114501"/>
          <a:ext cx="1899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graphicFrame>
        <p:nvGraphicFramePr>
          <p:cNvPr id="14" name="Table 32">
            <a:extLst>
              <a:ext uri="{FF2B5EF4-FFF2-40B4-BE49-F238E27FC236}">
                <a16:creationId xmlns:a16="http://schemas.microsoft.com/office/drawing/2014/main" id="{F012C943-033A-4CBE-B422-A9AA00AE9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174294"/>
              </p:ext>
            </p:extLst>
          </p:nvPr>
        </p:nvGraphicFramePr>
        <p:xfrm>
          <a:off x="5146206" y="4110737"/>
          <a:ext cx="1899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graphicFrame>
        <p:nvGraphicFramePr>
          <p:cNvPr id="15" name="Table 32">
            <a:extLst>
              <a:ext uri="{FF2B5EF4-FFF2-40B4-BE49-F238E27FC236}">
                <a16:creationId xmlns:a16="http://schemas.microsoft.com/office/drawing/2014/main" id="{DA64E31B-3120-4847-9BA8-91ACF9365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872470"/>
              </p:ext>
            </p:extLst>
          </p:nvPr>
        </p:nvGraphicFramePr>
        <p:xfrm>
          <a:off x="8285711" y="4110737"/>
          <a:ext cx="1899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897">
                  <a:extLst>
                    <a:ext uri="{9D8B030D-6E8A-4147-A177-3AD203B41FA5}">
                      <a16:colId xmlns:a16="http://schemas.microsoft.com/office/drawing/2014/main" val="348986495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54859592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1790247144"/>
                    </a:ext>
                  </a:extLst>
                </a:gridCol>
                <a:gridCol w="474897">
                  <a:extLst>
                    <a:ext uri="{9D8B030D-6E8A-4147-A177-3AD203B41FA5}">
                      <a16:colId xmlns:a16="http://schemas.microsoft.com/office/drawing/2014/main" val="4148868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856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932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61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47410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CE6B1589-5666-47EF-9A11-9A0E6420B0AD}"/>
              </a:ext>
            </a:extLst>
          </p:cNvPr>
          <p:cNvSpPr txBox="1"/>
          <p:nvPr/>
        </p:nvSpPr>
        <p:spPr>
          <a:xfrm>
            <a:off x="1978020" y="2482072"/>
            <a:ext cx="43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0AC9EF-359F-4A32-97CF-CDAD41BE5493}"/>
              </a:ext>
            </a:extLst>
          </p:cNvPr>
          <p:cNvSpPr txBox="1"/>
          <p:nvPr/>
        </p:nvSpPr>
        <p:spPr>
          <a:xfrm>
            <a:off x="5099171" y="3059668"/>
            <a:ext cx="43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F1D4E7-C8D1-45E5-BEFC-D7EB42206335}"/>
              </a:ext>
            </a:extLst>
          </p:cNvPr>
          <p:cNvSpPr txBox="1"/>
          <p:nvPr/>
        </p:nvSpPr>
        <p:spPr>
          <a:xfrm>
            <a:off x="5196708" y="755380"/>
            <a:ext cx="1478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X1=2</a:t>
            </a:r>
          </a:p>
        </p:txBody>
      </p:sp>
      <p:graphicFrame>
        <p:nvGraphicFramePr>
          <p:cNvPr id="21" name="Table 54">
            <a:extLst>
              <a:ext uri="{FF2B5EF4-FFF2-40B4-BE49-F238E27FC236}">
                <a16:creationId xmlns:a16="http://schemas.microsoft.com/office/drawing/2014/main" id="{5280298B-254E-4FAE-8409-B52297A73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435753"/>
              </p:ext>
            </p:extLst>
          </p:nvPr>
        </p:nvGraphicFramePr>
        <p:xfrm>
          <a:off x="2240457" y="5933752"/>
          <a:ext cx="3308942" cy="684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706">
                  <a:extLst>
                    <a:ext uri="{9D8B030D-6E8A-4147-A177-3AD203B41FA5}">
                      <a16:colId xmlns:a16="http://schemas.microsoft.com/office/drawing/2014/main" val="3327641015"/>
                    </a:ext>
                  </a:extLst>
                </a:gridCol>
                <a:gridCol w="487237">
                  <a:extLst>
                    <a:ext uri="{9D8B030D-6E8A-4147-A177-3AD203B41FA5}">
                      <a16:colId xmlns:a16="http://schemas.microsoft.com/office/drawing/2014/main" val="3715552585"/>
                    </a:ext>
                  </a:extLst>
                </a:gridCol>
                <a:gridCol w="458175">
                  <a:extLst>
                    <a:ext uri="{9D8B030D-6E8A-4147-A177-3AD203B41FA5}">
                      <a16:colId xmlns:a16="http://schemas.microsoft.com/office/drawing/2014/main" val="2328727305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272832630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3954454114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1383313702"/>
                    </a:ext>
                  </a:extLst>
                </a:gridCol>
                <a:gridCol w="472706">
                  <a:extLst>
                    <a:ext uri="{9D8B030D-6E8A-4147-A177-3AD203B41FA5}">
                      <a16:colId xmlns:a16="http://schemas.microsoft.com/office/drawing/2014/main" val="3588557965"/>
                    </a:ext>
                  </a:extLst>
                </a:gridCol>
              </a:tblGrid>
              <a:tr h="68416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8020"/>
                  </a:ext>
                </a:extLst>
              </a:tr>
            </a:tbl>
          </a:graphicData>
        </a:graphic>
      </p:graphicFrame>
      <p:grpSp>
        <p:nvGrpSpPr>
          <p:cNvPr id="28" name="Group 27">
            <a:extLst>
              <a:ext uri="{FF2B5EF4-FFF2-40B4-BE49-F238E27FC236}">
                <a16:creationId xmlns:a16="http://schemas.microsoft.com/office/drawing/2014/main" id="{6C44A29F-D65C-42DB-A091-BC2D07FC60DF}"/>
              </a:ext>
            </a:extLst>
          </p:cNvPr>
          <p:cNvGrpSpPr/>
          <p:nvPr/>
        </p:nvGrpSpPr>
        <p:grpSpPr>
          <a:xfrm>
            <a:off x="2130480" y="5742360"/>
            <a:ext cx="1527480" cy="1308024"/>
            <a:chOff x="2130480" y="5742360"/>
            <a:chExt cx="1527480" cy="130802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CD0E5B2-6E38-4227-B983-45D1953ED8F9}"/>
                    </a:ext>
                  </a:extLst>
                </p14:cNvPr>
                <p14:cNvContentPartPr/>
                <p14:nvPr/>
              </p14:nvContentPartPr>
              <p14:xfrm>
                <a:off x="3657600" y="7050024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CD0E5B2-6E38-4227-B983-45D1953ED8F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21600" y="7014024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E0F54E-2DC6-457A-A77D-5E6F981CF21E}"/>
                    </a:ext>
                  </a:extLst>
                </p14:cNvPr>
                <p14:cNvContentPartPr/>
                <p14:nvPr/>
              </p14:nvContentPartPr>
              <p14:xfrm>
                <a:off x="2130480" y="5815440"/>
                <a:ext cx="477720" cy="742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E0F54E-2DC6-457A-A77D-5E6F981CF21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4480" y="5779440"/>
                  <a:ext cx="54936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52E7DC7-2879-4A0C-9FBA-046065DC7C4A}"/>
                    </a:ext>
                  </a:extLst>
                </p14:cNvPr>
                <p14:cNvContentPartPr/>
                <p14:nvPr/>
              </p14:nvContentPartPr>
              <p14:xfrm>
                <a:off x="2330640" y="5852160"/>
                <a:ext cx="357840" cy="78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52E7DC7-2879-4A0C-9FBA-046065DC7C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94640" y="5816160"/>
                  <a:ext cx="429480" cy="8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EABD661-E2BA-487E-A00F-C1800A201A9F}"/>
                    </a:ext>
                  </a:extLst>
                </p14:cNvPr>
                <p14:cNvContentPartPr/>
                <p14:nvPr/>
              </p14:nvContentPartPr>
              <p14:xfrm>
                <a:off x="2642760" y="5861160"/>
                <a:ext cx="640800" cy="988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EABD661-E2BA-487E-A00F-C1800A201A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06760" y="5825520"/>
                  <a:ext cx="712440" cy="10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B0BB7F3-5E8F-46AF-9AC5-3839A62DEDF1}"/>
                    </a:ext>
                  </a:extLst>
                </p14:cNvPr>
                <p14:cNvContentPartPr/>
                <p14:nvPr/>
              </p14:nvContentPartPr>
              <p14:xfrm>
                <a:off x="2888280" y="5742360"/>
                <a:ext cx="330840" cy="1042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B0BB7F3-5E8F-46AF-9AC5-3839A62DEDF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52280" y="5706720"/>
                  <a:ext cx="402480" cy="111384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29" name="Table 29">
            <a:extLst>
              <a:ext uri="{FF2B5EF4-FFF2-40B4-BE49-F238E27FC236}">
                <a16:creationId xmlns:a16="http://schemas.microsoft.com/office/drawing/2014/main" id="{57B0EBA1-1994-4067-B5DC-F59B9520D3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875653"/>
              </p:ext>
            </p:extLst>
          </p:nvPr>
        </p:nvGraphicFramePr>
        <p:xfrm>
          <a:off x="6939036" y="6187280"/>
          <a:ext cx="45929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134">
                  <a:extLst>
                    <a:ext uri="{9D8B030D-6E8A-4147-A177-3AD203B41FA5}">
                      <a16:colId xmlns:a16="http://schemas.microsoft.com/office/drawing/2014/main" val="3950849810"/>
                    </a:ext>
                  </a:extLst>
                </a:gridCol>
                <a:gridCol w="656134">
                  <a:extLst>
                    <a:ext uri="{9D8B030D-6E8A-4147-A177-3AD203B41FA5}">
                      <a16:colId xmlns:a16="http://schemas.microsoft.com/office/drawing/2014/main" val="1812774727"/>
                    </a:ext>
                  </a:extLst>
                </a:gridCol>
                <a:gridCol w="656134">
                  <a:extLst>
                    <a:ext uri="{9D8B030D-6E8A-4147-A177-3AD203B41FA5}">
                      <a16:colId xmlns:a16="http://schemas.microsoft.com/office/drawing/2014/main" val="4251364913"/>
                    </a:ext>
                  </a:extLst>
                </a:gridCol>
                <a:gridCol w="656134">
                  <a:extLst>
                    <a:ext uri="{9D8B030D-6E8A-4147-A177-3AD203B41FA5}">
                      <a16:colId xmlns:a16="http://schemas.microsoft.com/office/drawing/2014/main" val="164082921"/>
                    </a:ext>
                  </a:extLst>
                </a:gridCol>
                <a:gridCol w="656134">
                  <a:extLst>
                    <a:ext uri="{9D8B030D-6E8A-4147-A177-3AD203B41FA5}">
                      <a16:colId xmlns:a16="http://schemas.microsoft.com/office/drawing/2014/main" val="2156520324"/>
                    </a:ext>
                  </a:extLst>
                </a:gridCol>
                <a:gridCol w="656134">
                  <a:extLst>
                    <a:ext uri="{9D8B030D-6E8A-4147-A177-3AD203B41FA5}">
                      <a16:colId xmlns:a16="http://schemas.microsoft.com/office/drawing/2014/main" val="2846265882"/>
                    </a:ext>
                  </a:extLst>
                </a:gridCol>
                <a:gridCol w="656134">
                  <a:extLst>
                    <a:ext uri="{9D8B030D-6E8A-4147-A177-3AD203B41FA5}">
                      <a16:colId xmlns:a16="http://schemas.microsoft.com/office/drawing/2014/main" val="2258410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651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05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 animBg="1"/>
      <p:bldP spid="18" grpId="0"/>
      <p:bldP spid="19" grpId="0"/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260B4-7F0B-45B5-B5F4-FB91C5B5E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74" t="26274" r="19485" b="14902"/>
          <a:stretch/>
        </p:blipFill>
        <p:spPr>
          <a:xfrm>
            <a:off x="1279993" y="801793"/>
            <a:ext cx="9632014" cy="527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461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1378FE-CB4E-4781-9A44-BD948A02D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736" t="33878" r="20106" b="4449"/>
          <a:stretch/>
        </p:blipFill>
        <p:spPr>
          <a:xfrm>
            <a:off x="755372" y="385003"/>
            <a:ext cx="10336698" cy="586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814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00232-0834-9A4F-BE1A-017BF25D6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606CD2-76B8-4524-9BB5-AD39F1251A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235827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6112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260B4-7F0B-45B5-B5F4-FB91C5B5EA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74" t="26274" r="19485" b="14902"/>
          <a:stretch/>
        </p:blipFill>
        <p:spPr>
          <a:xfrm>
            <a:off x="1279993" y="801793"/>
            <a:ext cx="9632014" cy="52730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8C54892-FE18-4CCE-99CE-7B4FC1C39C78}"/>
              </a:ext>
            </a:extLst>
          </p:cNvPr>
          <p:cNvSpPr/>
          <p:nvPr/>
        </p:nvSpPr>
        <p:spPr>
          <a:xfrm>
            <a:off x="1418807" y="259931"/>
            <a:ext cx="14798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</a:rPr>
              <a:t>4-queens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01295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D3545-8CF7-7140-8077-E9372CA44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718B10-19DD-4F7A-98FA-C64F3A4822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744894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6808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TextBox 2">
            <a:extLst>
              <a:ext uri="{FF2B5EF4-FFF2-40B4-BE49-F238E27FC236}">
                <a16:creationId xmlns:a16="http://schemas.microsoft.com/office/drawing/2014/main" id="{FC744018-072F-49FC-A1FA-4F04CEA8B3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5346268"/>
              </p:ext>
            </p:extLst>
          </p:nvPr>
        </p:nvGraphicFramePr>
        <p:xfrm>
          <a:off x="5194300" y="470924"/>
          <a:ext cx="6884924" cy="5993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5874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1378FE-CB4E-4781-9A44-BD948A02D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8736" t="33878" r="20106" b="4449"/>
          <a:stretch/>
        </p:blipFill>
        <p:spPr>
          <a:xfrm>
            <a:off x="755372" y="385003"/>
            <a:ext cx="10336698" cy="586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75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021F1-7E34-43C1-9699-3F86261FBB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5395" y="129993"/>
            <a:ext cx="10028414" cy="393905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Example-LC search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632DA7-9453-448B-B444-C7F3A213ED6E}"/>
              </a:ext>
            </a:extLst>
          </p:cNvPr>
          <p:cNvSpPr/>
          <p:nvPr/>
        </p:nvSpPr>
        <p:spPr>
          <a:xfrm>
            <a:off x="5117624" y="1120305"/>
            <a:ext cx="480647" cy="4422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51D481-FCF9-4D97-8740-F3ECCA0B23AC}"/>
              </a:ext>
            </a:extLst>
          </p:cNvPr>
          <p:cNvSpPr/>
          <p:nvPr/>
        </p:nvSpPr>
        <p:spPr>
          <a:xfrm>
            <a:off x="2990520" y="2641951"/>
            <a:ext cx="713433" cy="7134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FD790A-24F4-4CF1-8677-113CC96E3ED4}"/>
              </a:ext>
            </a:extLst>
          </p:cNvPr>
          <p:cNvSpPr/>
          <p:nvPr/>
        </p:nvSpPr>
        <p:spPr>
          <a:xfrm>
            <a:off x="4258070" y="3482462"/>
            <a:ext cx="713433" cy="7134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1F6C34D-056A-4E9D-A12B-D5F05CFC6EAE}"/>
              </a:ext>
            </a:extLst>
          </p:cNvPr>
          <p:cNvSpPr/>
          <p:nvPr/>
        </p:nvSpPr>
        <p:spPr>
          <a:xfrm>
            <a:off x="6533374" y="3299786"/>
            <a:ext cx="713433" cy="7134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3F3F728-0686-4AF3-9D54-9E739EE19FE2}"/>
              </a:ext>
            </a:extLst>
          </p:cNvPr>
          <p:cNvSpPr/>
          <p:nvPr/>
        </p:nvSpPr>
        <p:spPr>
          <a:xfrm>
            <a:off x="7392927" y="2756975"/>
            <a:ext cx="713433" cy="7134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81ED30-720B-42EE-884D-D3660520ED6F}"/>
              </a:ext>
            </a:extLst>
          </p:cNvPr>
          <p:cNvCxnSpPr>
            <a:cxnSpLocks/>
          </p:cNvCxnSpPr>
          <p:nvPr/>
        </p:nvCxnSpPr>
        <p:spPr>
          <a:xfrm flipH="1">
            <a:off x="3587561" y="1316244"/>
            <a:ext cx="1659675" cy="1376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77A4AC0-A681-4712-BC78-76783D7395C1}"/>
              </a:ext>
            </a:extLst>
          </p:cNvPr>
          <p:cNvCxnSpPr>
            <a:cxnSpLocks/>
          </p:cNvCxnSpPr>
          <p:nvPr/>
        </p:nvCxnSpPr>
        <p:spPr>
          <a:xfrm flipH="1">
            <a:off x="4656024" y="1468708"/>
            <a:ext cx="630959" cy="2001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984939-84B9-4BC4-A03A-60F5B89DBBE1}"/>
              </a:ext>
            </a:extLst>
          </p:cNvPr>
          <p:cNvCxnSpPr>
            <a:cxnSpLocks/>
          </p:cNvCxnSpPr>
          <p:nvPr/>
        </p:nvCxnSpPr>
        <p:spPr>
          <a:xfrm>
            <a:off x="5413355" y="1561480"/>
            <a:ext cx="1254688" cy="1826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5EABE47-15AA-455A-BA58-913AE69BAE5D}"/>
              </a:ext>
            </a:extLst>
          </p:cNvPr>
          <p:cNvCxnSpPr>
            <a:cxnSpLocks/>
          </p:cNvCxnSpPr>
          <p:nvPr/>
        </p:nvCxnSpPr>
        <p:spPr>
          <a:xfrm>
            <a:off x="5598271" y="1431412"/>
            <a:ext cx="1847558" cy="1413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F1CA1E7-2F1C-478E-979A-41A535D6CF64}"/>
              </a:ext>
            </a:extLst>
          </p:cNvPr>
          <p:cNvSpPr txBox="1"/>
          <p:nvPr/>
        </p:nvSpPr>
        <p:spPr>
          <a:xfrm>
            <a:off x="3771816" y="572277"/>
            <a:ext cx="507775" cy="548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280213-9D17-446B-A693-74EB326857A7}"/>
              </a:ext>
            </a:extLst>
          </p:cNvPr>
          <p:cNvSpPr txBox="1"/>
          <p:nvPr/>
        </p:nvSpPr>
        <p:spPr>
          <a:xfrm>
            <a:off x="4993361" y="679151"/>
            <a:ext cx="7134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C=∞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06060D-488B-446E-ABAA-5DA3A88C20B9}"/>
              </a:ext>
            </a:extLst>
          </p:cNvPr>
          <p:cNvSpPr txBox="1"/>
          <p:nvPr/>
        </p:nvSpPr>
        <p:spPr>
          <a:xfrm>
            <a:off x="3628413" y="3735977"/>
            <a:ext cx="10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C=12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63683B-F03C-4FB6-B06D-6FAEF7834CDB}"/>
              </a:ext>
            </a:extLst>
          </p:cNvPr>
          <p:cNvSpPr txBox="1"/>
          <p:nvPr/>
        </p:nvSpPr>
        <p:spPr>
          <a:xfrm>
            <a:off x="2301197" y="2814001"/>
            <a:ext cx="10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C=16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0EFCE1-79B2-4394-958F-51FDE274915E}"/>
              </a:ext>
            </a:extLst>
          </p:cNvPr>
          <p:cNvSpPr txBox="1"/>
          <p:nvPr/>
        </p:nvSpPr>
        <p:spPr>
          <a:xfrm>
            <a:off x="6416442" y="4105309"/>
            <a:ext cx="10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C=18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CDF035-396F-4E38-8669-58C9F991A8D7}"/>
              </a:ext>
            </a:extLst>
          </p:cNvPr>
          <p:cNvSpPr txBox="1"/>
          <p:nvPr/>
        </p:nvSpPr>
        <p:spPr>
          <a:xfrm>
            <a:off x="8058333" y="2537456"/>
            <a:ext cx="10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C=15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3A8CEDF-4100-4F6A-B377-336106937CDA}"/>
              </a:ext>
            </a:extLst>
          </p:cNvPr>
          <p:cNvCxnSpPr/>
          <p:nvPr/>
        </p:nvCxnSpPr>
        <p:spPr>
          <a:xfrm flipH="1">
            <a:off x="3619333" y="4105309"/>
            <a:ext cx="758016" cy="99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B5201FD-5FEF-47B3-8B8E-252F87F6BF49}"/>
              </a:ext>
            </a:extLst>
          </p:cNvPr>
          <p:cNvCxnSpPr>
            <a:cxnSpLocks/>
          </p:cNvCxnSpPr>
          <p:nvPr/>
        </p:nvCxnSpPr>
        <p:spPr>
          <a:xfrm>
            <a:off x="4851964" y="4195895"/>
            <a:ext cx="352697" cy="93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61627473-5E93-4F90-9678-1723C83567D3}"/>
              </a:ext>
            </a:extLst>
          </p:cNvPr>
          <p:cNvSpPr/>
          <p:nvPr/>
        </p:nvSpPr>
        <p:spPr>
          <a:xfrm>
            <a:off x="3156593" y="5148102"/>
            <a:ext cx="547360" cy="4689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91A69D5-D06E-4238-A133-AD78A42DA151}"/>
              </a:ext>
            </a:extLst>
          </p:cNvPr>
          <p:cNvSpPr/>
          <p:nvPr/>
        </p:nvSpPr>
        <p:spPr>
          <a:xfrm>
            <a:off x="5088437" y="5154828"/>
            <a:ext cx="547360" cy="4689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BD8678-8F5A-406F-BA55-4740C644D0B0}"/>
              </a:ext>
            </a:extLst>
          </p:cNvPr>
          <p:cNvSpPr txBox="1"/>
          <p:nvPr/>
        </p:nvSpPr>
        <p:spPr>
          <a:xfrm>
            <a:off x="2858875" y="5713361"/>
            <a:ext cx="10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C=9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D2AB16-76C1-4DEE-82E5-8A5B2DBE037E}"/>
              </a:ext>
            </a:extLst>
          </p:cNvPr>
          <p:cNvSpPr txBox="1"/>
          <p:nvPr/>
        </p:nvSpPr>
        <p:spPr>
          <a:xfrm>
            <a:off x="5088437" y="5612125"/>
            <a:ext cx="102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C=7</a:t>
            </a:r>
          </a:p>
        </p:txBody>
      </p:sp>
    </p:spTree>
    <p:extLst>
      <p:ext uri="{BB962C8B-B14F-4D97-AF65-F5344CB8AC3E}">
        <p14:creationId xmlns:p14="http://schemas.microsoft.com/office/powerpoint/2010/main" val="222481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  <p:bldP spid="10" grpId="0" animBg="1"/>
      <p:bldP spid="11" grpId="0" animBg="1"/>
      <p:bldP spid="25" grpId="0"/>
      <p:bldP spid="27" grpId="0"/>
      <p:bldP spid="28" grpId="0"/>
      <p:bldP spid="29" grpId="0"/>
      <p:bldP spid="30" grpId="0"/>
      <p:bldP spid="43" grpId="0" animBg="1"/>
      <p:bldP spid="44" grpId="0" animBg="1"/>
      <p:bldP spid="45" grpId="0"/>
      <p:bldP spid="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D7F0A-3F61-4A0C-94F8-159FFB7F5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446314"/>
            <a:ext cx="11582400" cy="6046561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Ranking basically depends on the </a:t>
            </a:r>
            <a:r>
              <a:rPr lang="en-US" b="0" i="0" dirty="0">
                <a:solidFill>
                  <a:srgbClr val="C00000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additional effort (cost) required to reach the answer node from the live node.</a:t>
            </a:r>
          </a:p>
          <a:p>
            <a:pPr algn="just"/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For any node x, the cost is determined by</a:t>
            </a:r>
          </a:p>
          <a:p>
            <a:pPr marL="0" indent="0" algn="just">
              <a:buNone/>
            </a:pPr>
            <a:r>
              <a:rPr lang="en-US" dirty="0">
                <a:latin typeface="Aparajita" panose="02020603050405020304" pitchFamily="18" charset="0"/>
                <a:cs typeface="Aparajita" panose="02020603050405020304" pitchFamily="18" charset="0"/>
              </a:rPr>
              <a:t>	</a:t>
            </a: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(1) the number of nodes in the subtree x that need to be generated before the answer node is generated, or </a:t>
            </a:r>
          </a:p>
          <a:p>
            <a:pPr marL="0" indent="0" algn="just">
              <a:buNone/>
            </a:pPr>
            <a:r>
              <a:rPr lang="en-US" b="0" i="0" dirty="0"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	(2) the number of levels from x to the answer node.</a:t>
            </a:r>
          </a:p>
          <a:p>
            <a:endParaRPr lang="en-US" b="0" i="0" dirty="0"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endParaRPr lang="en-US" b="0" i="0" dirty="0">
              <a:effectLst/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DFCBE-77A5-B499-2623-1A718F057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672" y="3469593"/>
            <a:ext cx="10291614" cy="294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45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F270E0-34D7-5DBB-092E-98E3F4C2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endParaRPr lang="en-US" sz="48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467DE2-E658-75AF-3219-8D375F431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843910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1860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A3CF3E3-D460-4F46-BFDA-8D7592228D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4982557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7417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97549F-E717-410C-B535-B86102646F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93" b="1062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8F4267-8F09-4862-9D16-E1CB530D4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374" y="988990"/>
            <a:ext cx="6227626" cy="5869010"/>
          </a:xfrm>
          <a:custGeom>
            <a:avLst/>
            <a:gdLst>
              <a:gd name="connsiteX0" fmla="*/ 4279392 w 6227626"/>
              <a:gd name="connsiteY0" fmla="*/ 0 h 5869010"/>
              <a:gd name="connsiteX1" fmla="*/ 6087757 w 6227626"/>
              <a:gd name="connsiteY1" fmla="*/ 399734 h 5869010"/>
              <a:gd name="connsiteX2" fmla="*/ 6227626 w 6227626"/>
              <a:gd name="connsiteY2" fmla="*/ 470299 h 5869010"/>
              <a:gd name="connsiteX3" fmla="*/ 6227626 w 6227626"/>
              <a:gd name="connsiteY3" fmla="*/ 5869010 h 5869010"/>
              <a:gd name="connsiteX4" fmla="*/ 305640 w 6227626"/>
              <a:gd name="connsiteY4" fmla="*/ 5869010 h 5869010"/>
              <a:gd name="connsiteX5" fmla="*/ 296834 w 6227626"/>
              <a:gd name="connsiteY5" fmla="*/ 5848538 h 5869010"/>
              <a:gd name="connsiteX6" fmla="*/ 0 w 6227626"/>
              <a:gd name="connsiteY6" fmla="*/ 4279392 h 5869010"/>
              <a:gd name="connsiteX7" fmla="*/ 4279392 w 6227626"/>
              <a:gd name="connsiteY7" fmla="*/ 0 h 586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27626" h="5869010">
                <a:moveTo>
                  <a:pt x="4279392" y="0"/>
                </a:moveTo>
                <a:cubicBezTo>
                  <a:pt x="4925646" y="0"/>
                  <a:pt x="5538441" y="143252"/>
                  <a:pt x="6087757" y="399734"/>
                </a:cubicBezTo>
                <a:lnTo>
                  <a:pt x="6227626" y="470299"/>
                </a:lnTo>
                <a:lnTo>
                  <a:pt x="6227626" y="5869010"/>
                </a:lnTo>
                <a:lnTo>
                  <a:pt x="305640" y="5869010"/>
                </a:lnTo>
                <a:lnTo>
                  <a:pt x="296834" y="5848538"/>
                </a:lnTo>
                <a:cubicBezTo>
                  <a:pt x="105247" y="5362675"/>
                  <a:pt x="0" y="4833324"/>
                  <a:pt x="0" y="4279392"/>
                </a:cubicBezTo>
                <a:cubicBezTo>
                  <a:pt x="0" y="1915949"/>
                  <a:pt x="1915949" y="0"/>
                  <a:pt x="4279392" y="0"/>
                </a:cubicBezTo>
                <a:close/>
              </a:path>
            </a:pathLst>
          </a:cu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E74D013-6AA3-44E4-A5DD-EEC216898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8968" y="1153582"/>
            <a:ext cx="6063033" cy="5704418"/>
          </a:xfrm>
          <a:custGeom>
            <a:avLst/>
            <a:gdLst>
              <a:gd name="connsiteX0" fmla="*/ 4114799 w 6063033"/>
              <a:gd name="connsiteY0" fmla="*/ 0 h 5704418"/>
              <a:gd name="connsiteX1" fmla="*/ 6010208 w 6063033"/>
              <a:gd name="connsiteY1" fmla="*/ 461583 h 5704418"/>
              <a:gd name="connsiteX2" fmla="*/ 6063033 w 6063033"/>
              <a:gd name="connsiteY2" fmla="*/ 491321 h 5704418"/>
              <a:gd name="connsiteX3" fmla="*/ 6063033 w 6063033"/>
              <a:gd name="connsiteY3" fmla="*/ 5704418 h 5704418"/>
              <a:gd name="connsiteX4" fmla="*/ 320183 w 6063033"/>
              <a:gd name="connsiteY4" fmla="*/ 5704418 h 5704418"/>
              <a:gd name="connsiteX5" fmla="*/ 285416 w 6063033"/>
              <a:gd name="connsiteY5" fmla="*/ 5623594 h 5704418"/>
              <a:gd name="connsiteX6" fmla="*/ 0 w 6063033"/>
              <a:gd name="connsiteY6" fmla="*/ 4114800 h 5704418"/>
              <a:gd name="connsiteX7" fmla="*/ 4114799 w 6063033"/>
              <a:gd name="connsiteY7" fmla="*/ 0 h 570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63033" h="5704418">
                <a:moveTo>
                  <a:pt x="4114799" y="0"/>
                </a:moveTo>
                <a:cubicBezTo>
                  <a:pt x="4798337" y="0"/>
                  <a:pt x="5442947" y="166668"/>
                  <a:pt x="6010208" y="461583"/>
                </a:cubicBezTo>
                <a:lnTo>
                  <a:pt x="6063033" y="491321"/>
                </a:lnTo>
                <a:lnTo>
                  <a:pt x="6063033" y="5704418"/>
                </a:lnTo>
                <a:lnTo>
                  <a:pt x="320183" y="5704418"/>
                </a:lnTo>
                <a:lnTo>
                  <a:pt x="285416" y="5623594"/>
                </a:lnTo>
                <a:cubicBezTo>
                  <a:pt x="101198" y="5156418"/>
                  <a:pt x="0" y="4647427"/>
                  <a:pt x="0" y="4114800"/>
                </a:cubicBezTo>
                <a:cubicBezTo>
                  <a:pt x="0" y="1842259"/>
                  <a:pt x="1842258" y="0"/>
                  <a:pt x="41147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4E064-D5C1-4072-92ED-9B94181F74DC}"/>
              </a:ext>
            </a:extLst>
          </p:cNvPr>
          <p:cNvSpPr/>
          <p:nvPr/>
        </p:nvSpPr>
        <p:spPr>
          <a:xfrm>
            <a:off x="6629342" y="3797397"/>
            <a:ext cx="5062283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</a:rPr>
              <a:t>The N</a:t>
            </a:r>
            <a:r>
              <a:rPr lang="en-US" b="1" baseline="100000" dirty="0">
                <a:latin typeface="Times New Roman" panose="02020603050405020304" pitchFamily="18" charset="0"/>
              </a:rPr>
              <a:t>2</a:t>
            </a:r>
            <a:r>
              <a:rPr lang="en-US" sz="3600" b="1" dirty="0">
                <a:latin typeface="Times New Roman" panose="02020603050405020304" pitchFamily="18" charset="0"/>
              </a:rPr>
              <a:t>-1 Puzzle Problem</a:t>
            </a:r>
          </a:p>
          <a:p>
            <a:endParaRPr lang="en-US" sz="4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A5DB53-1F5D-425E-B821-377D3C4D780F}"/>
                  </a:ext>
                </a:extLst>
              </p14:cNvPr>
              <p14:cNvContentPartPr/>
              <p14:nvPr/>
            </p14:nvContentPartPr>
            <p14:xfrm>
              <a:off x="7639200" y="4457520"/>
              <a:ext cx="723960" cy="25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A5DB53-1F5D-425E-B821-377D3C4D78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23360" y="4394160"/>
                <a:ext cx="755280" cy="1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1336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E8F4267-8F09-4862-9D16-E1CB530D4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374" y="988990"/>
            <a:ext cx="6227626" cy="5869010"/>
          </a:xfrm>
          <a:custGeom>
            <a:avLst/>
            <a:gdLst>
              <a:gd name="connsiteX0" fmla="*/ 4279392 w 6227626"/>
              <a:gd name="connsiteY0" fmla="*/ 0 h 5869010"/>
              <a:gd name="connsiteX1" fmla="*/ 6087757 w 6227626"/>
              <a:gd name="connsiteY1" fmla="*/ 399734 h 5869010"/>
              <a:gd name="connsiteX2" fmla="*/ 6227626 w 6227626"/>
              <a:gd name="connsiteY2" fmla="*/ 470299 h 5869010"/>
              <a:gd name="connsiteX3" fmla="*/ 6227626 w 6227626"/>
              <a:gd name="connsiteY3" fmla="*/ 5869010 h 5869010"/>
              <a:gd name="connsiteX4" fmla="*/ 305640 w 6227626"/>
              <a:gd name="connsiteY4" fmla="*/ 5869010 h 5869010"/>
              <a:gd name="connsiteX5" fmla="*/ 296834 w 6227626"/>
              <a:gd name="connsiteY5" fmla="*/ 5848538 h 5869010"/>
              <a:gd name="connsiteX6" fmla="*/ 0 w 6227626"/>
              <a:gd name="connsiteY6" fmla="*/ 4279392 h 5869010"/>
              <a:gd name="connsiteX7" fmla="*/ 4279392 w 6227626"/>
              <a:gd name="connsiteY7" fmla="*/ 0 h 586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27626" h="5869010">
                <a:moveTo>
                  <a:pt x="4279392" y="0"/>
                </a:moveTo>
                <a:cubicBezTo>
                  <a:pt x="4925646" y="0"/>
                  <a:pt x="5538441" y="143252"/>
                  <a:pt x="6087757" y="399734"/>
                </a:cubicBezTo>
                <a:lnTo>
                  <a:pt x="6227626" y="470299"/>
                </a:lnTo>
                <a:lnTo>
                  <a:pt x="6227626" y="5869010"/>
                </a:lnTo>
                <a:lnTo>
                  <a:pt x="305640" y="5869010"/>
                </a:lnTo>
                <a:lnTo>
                  <a:pt x="296834" y="5848538"/>
                </a:lnTo>
                <a:cubicBezTo>
                  <a:pt x="105247" y="5362675"/>
                  <a:pt x="0" y="4833324"/>
                  <a:pt x="0" y="4279392"/>
                </a:cubicBezTo>
                <a:cubicBezTo>
                  <a:pt x="0" y="1915949"/>
                  <a:pt x="1915949" y="0"/>
                  <a:pt x="4279392" y="0"/>
                </a:cubicBezTo>
                <a:close/>
              </a:path>
            </a:pathLst>
          </a:cu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E74D013-6AA3-44E4-A5DD-EEC216898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8968" y="1153582"/>
            <a:ext cx="6063033" cy="5704418"/>
          </a:xfrm>
          <a:custGeom>
            <a:avLst/>
            <a:gdLst>
              <a:gd name="connsiteX0" fmla="*/ 4114799 w 6063033"/>
              <a:gd name="connsiteY0" fmla="*/ 0 h 5704418"/>
              <a:gd name="connsiteX1" fmla="*/ 6010208 w 6063033"/>
              <a:gd name="connsiteY1" fmla="*/ 461583 h 5704418"/>
              <a:gd name="connsiteX2" fmla="*/ 6063033 w 6063033"/>
              <a:gd name="connsiteY2" fmla="*/ 491321 h 5704418"/>
              <a:gd name="connsiteX3" fmla="*/ 6063033 w 6063033"/>
              <a:gd name="connsiteY3" fmla="*/ 5704418 h 5704418"/>
              <a:gd name="connsiteX4" fmla="*/ 320183 w 6063033"/>
              <a:gd name="connsiteY4" fmla="*/ 5704418 h 5704418"/>
              <a:gd name="connsiteX5" fmla="*/ 285416 w 6063033"/>
              <a:gd name="connsiteY5" fmla="*/ 5623594 h 5704418"/>
              <a:gd name="connsiteX6" fmla="*/ 0 w 6063033"/>
              <a:gd name="connsiteY6" fmla="*/ 4114800 h 5704418"/>
              <a:gd name="connsiteX7" fmla="*/ 4114799 w 6063033"/>
              <a:gd name="connsiteY7" fmla="*/ 0 h 570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63033" h="5704418">
                <a:moveTo>
                  <a:pt x="4114799" y="0"/>
                </a:moveTo>
                <a:cubicBezTo>
                  <a:pt x="4798337" y="0"/>
                  <a:pt x="5442947" y="166668"/>
                  <a:pt x="6010208" y="461583"/>
                </a:cubicBezTo>
                <a:lnTo>
                  <a:pt x="6063033" y="491321"/>
                </a:lnTo>
                <a:lnTo>
                  <a:pt x="6063033" y="5704418"/>
                </a:lnTo>
                <a:lnTo>
                  <a:pt x="320183" y="5704418"/>
                </a:lnTo>
                <a:lnTo>
                  <a:pt x="285416" y="5623594"/>
                </a:lnTo>
                <a:cubicBezTo>
                  <a:pt x="101198" y="5156418"/>
                  <a:pt x="0" y="4647427"/>
                  <a:pt x="0" y="4114800"/>
                </a:cubicBezTo>
                <a:cubicBezTo>
                  <a:pt x="0" y="1842259"/>
                  <a:pt x="1842258" y="0"/>
                  <a:pt x="411479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6BAA9-181C-4FD2-A28B-77BFF4D45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4280" y="2887580"/>
            <a:ext cx="4996329" cy="2038998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A8721C"/>
                </a:solidFill>
              </a:rPr>
              <a:t>8-puzzle problem</a:t>
            </a:r>
          </a:p>
        </p:txBody>
      </p:sp>
    </p:spTree>
    <p:extLst>
      <p:ext uri="{BB962C8B-B14F-4D97-AF65-F5344CB8AC3E}">
        <p14:creationId xmlns:p14="http://schemas.microsoft.com/office/powerpoint/2010/main" val="1612992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834A3-EB52-4145-B1B3-63E53D78F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4B50-4443-4B48-9A42-420FD7B88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dirty="0">
                <a:solidFill>
                  <a:srgbClr val="273239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Given a 3×3 board with 8 tiles (every tile has one number from 1 to 8) and one empty space. </a:t>
            </a:r>
          </a:p>
          <a:p>
            <a:pPr algn="just"/>
            <a:r>
              <a:rPr lang="en-US" b="0" dirty="0">
                <a:solidFill>
                  <a:srgbClr val="273239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The objective is to place the numbers on tiles to match the final configuration using the empty space. </a:t>
            </a:r>
          </a:p>
          <a:p>
            <a:pPr algn="just"/>
            <a:r>
              <a:rPr lang="en-US" b="0" dirty="0">
                <a:solidFill>
                  <a:srgbClr val="273239"/>
                </a:solidFill>
                <a:effectLst/>
                <a:latin typeface="Aparajita" panose="02020603050405020304" pitchFamily="18" charset="0"/>
                <a:cs typeface="Aparajita" panose="02020603050405020304" pitchFamily="18" charset="0"/>
              </a:rPr>
              <a:t>We can slide four adjacent (left, right, above, and below) tiles into the empty space. </a:t>
            </a:r>
            <a:endParaRPr 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339C8B-2750-497D-9D0B-D5DCDFEE731A}"/>
                  </a:ext>
                </a:extLst>
              </p14:cNvPr>
              <p14:cNvContentPartPr/>
              <p14:nvPr/>
            </p14:nvContentPartPr>
            <p14:xfrm>
              <a:off x="2330280" y="2279520"/>
              <a:ext cx="1149840" cy="6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339C8B-2750-497D-9D0B-D5DCDFEE73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4440" y="2216160"/>
                <a:ext cx="118116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E7EC86D-9B37-4120-8ADE-F95E07C627D3}"/>
                  </a:ext>
                </a:extLst>
              </p14:cNvPr>
              <p14:cNvContentPartPr/>
              <p14:nvPr/>
            </p14:nvContentPartPr>
            <p14:xfrm>
              <a:off x="4699080" y="234936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E7EC86D-9B37-4120-8ADE-F95E07C627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83240" y="228600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3C3AF1A-E1BF-43AF-9D92-C3CB81FD492D}"/>
                  </a:ext>
                </a:extLst>
              </p14:cNvPr>
              <p14:cNvContentPartPr/>
              <p14:nvPr/>
            </p14:nvContentPartPr>
            <p14:xfrm>
              <a:off x="4610160" y="2298600"/>
              <a:ext cx="972000" cy="70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3C3AF1A-E1BF-43AF-9D92-C3CB81FD49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4320" y="2235240"/>
                <a:ext cx="10033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17229A9-4890-41C3-9701-6BCCA406DE29}"/>
                  </a:ext>
                </a:extLst>
              </p14:cNvPr>
              <p14:cNvContentPartPr/>
              <p14:nvPr/>
            </p14:nvContentPartPr>
            <p14:xfrm>
              <a:off x="10356840" y="2343240"/>
              <a:ext cx="889200" cy="82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17229A9-4890-41C3-9701-6BCCA406DE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41000" y="2279880"/>
                <a:ext cx="92052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3023428-AF8C-4795-8C20-0786E1064B60}"/>
                  </a:ext>
                </a:extLst>
              </p14:cNvPr>
              <p14:cNvContentPartPr/>
              <p14:nvPr/>
            </p14:nvContentPartPr>
            <p14:xfrm>
              <a:off x="2349360" y="2628720"/>
              <a:ext cx="1759320" cy="64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3023428-AF8C-4795-8C20-0786E1064B6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33520" y="2565360"/>
                <a:ext cx="179064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658C53E-5235-477D-91E1-1EA2B4BC4380}"/>
                  </a:ext>
                </a:extLst>
              </p14:cNvPr>
              <p14:cNvContentPartPr/>
              <p14:nvPr/>
            </p14:nvContentPartPr>
            <p14:xfrm>
              <a:off x="4311720" y="3085920"/>
              <a:ext cx="2140200" cy="133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658C53E-5235-477D-91E1-1EA2B4BC438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95880" y="3022560"/>
                <a:ext cx="21715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2AC6890-9BA3-4089-991C-932FAA7E2C84}"/>
                  </a:ext>
                </a:extLst>
              </p14:cNvPr>
              <p14:cNvContentPartPr/>
              <p14:nvPr/>
            </p14:nvContentPartPr>
            <p14:xfrm>
              <a:off x="9283680" y="3092400"/>
              <a:ext cx="1829160" cy="45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2AC6890-9BA3-4089-991C-932FAA7E2C8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67840" y="3029040"/>
                <a:ext cx="18604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0AF253A-A1F0-4E40-8380-0249DA7A69F5}"/>
                  </a:ext>
                </a:extLst>
              </p14:cNvPr>
              <p14:cNvContentPartPr/>
              <p14:nvPr/>
            </p14:nvContentPartPr>
            <p14:xfrm>
              <a:off x="1212840" y="3543120"/>
              <a:ext cx="1060920" cy="95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0AF253A-A1F0-4E40-8380-0249DA7A69F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97000" y="3479760"/>
                <a:ext cx="109224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5BAB0EB-1383-4CEB-8DBE-A79C4E1D9C66}"/>
                  </a:ext>
                </a:extLst>
              </p14:cNvPr>
              <p14:cNvContentPartPr/>
              <p14:nvPr/>
            </p14:nvContentPartPr>
            <p14:xfrm>
              <a:off x="1657440" y="3994200"/>
              <a:ext cx="7461360" cy="527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5BAB0EB-1383-4CEB-8DBE-A79C4E1D9C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48080" y="3984840"/>
                <a:ext cx="7480080" cy="54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3205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01B36FDE-961B-466A-8597-3E45E079D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8" t="47738" r="25082" b="17586"/>
          <a:stretch/>
        </p:blipFill>
        <p:spPr>
          <a:xfrm>
            <a:off x="544995" y="2448910"/>
            <a:ext cx="10322702" cy="281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514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A4B3EB2-E8AD-4C2D-ADE8-B682885D64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5406626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321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3EB38E-B3D5-ED44-94BA-CCCD8DB493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7" b="5757"/>
          <a:stretch/>
        </p:blipFill>
        <p:spPr>
          <a:xfrm>
            <a:off x="0" y="114300"/>
            <a:ext cx="10725150" cy="69237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A8317D-10FA-4F13-9B87-A85E04C5FA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131" t="61818" r="16392" b="15152"/>
          <a:stretch/>
        </p:blipFill>
        <p:spPr>
          <a:xfrm>
            <a:off x="9573491" y="0"/>
            <a:ext cx="2618509" cy="15794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081D4F-25FD-41D4-9897-4D90C0D62CE7}"/>
                  </a:ext>
                </a:extLst>
              </p14:cNvPr>
              <p14:cNvContentPartPr/>
              <p14:nvPr/>
            </p14:nvContentPartPr>
            <p14:xfrm>
              <a:off x="2755800" y="888840"/>
              <a:ext cx="7734600" cy="2229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081D4F-25FD-41D4-9897-4D90C0D62C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6440" y="879480"/>
                <a:ext cx="7753320" cy="224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73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9E2491E-826E-974A-88F3-41744843B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1" y="258516"/>
            <a:ext cx="11912957" cy="599859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68D789-D56A-4198-836B-FCE5755106AA}"/>
                  </a:ext>
                </a:extLst>
              </p14:cNvPr>
              <p14:cNvContentPartPr/>
              <p14:nvPr/>
            </p14:nvContentPartPr>
            <p14:xfrm>
              <a:off x="2685960" y="5099040"/>
              <a:ext cx="3867480" cy="146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68D789-D56A-4198-836B-FCE5755106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6600" y="5089680"/>
                <a:ext cx="3886200" cy="16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171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720A777-D058-3A46-B65A-00CDA49002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8" t="1488" r="20293" b="17586"/>
          <a:stretch/>
        </p:blipFill>
        <p:spPr>
          <a:xfrm>
            <a:off x="544995" y="109291"/>
            <a:ext cx="11102010" cy="65770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D512A00-56A9-4018-8455-90012D9ADDFE}"/>
                  </a:ext>
                </a:extLst>
              </p14:cNvPr>
              <p14:cNvContentPartPr/>
              <p14:nvPr/>
            </p14:nvContentPartPr>
            <p14:xfrm>
              <a:off x="1244520" y="1187280"/>
              <a:ext cx="4921560" cy="168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D512A00-56A9-4018-8455-90012D9ADD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5160" y="1177920"/>
                <a:ext cx="4940280" cy="170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81255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73EB38E-B3D5-ED44-94BA-CCCD8DB493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7" b="5757"/>
          <a:stretch/>
        </p:blipFill>
        <p:spPr>
          <a:xfrm>
            <a:off x="828675" y="0"/>
            <a:ext cx="10725150" cy="69237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E7EEF2-8310-4A00-BA9E-C1EEB149651E}"/>
                  </a:ext>
                </a:extLst>
              </p14:cNvPr>
              <p14:cNvContentPartPr/>
              <p14:nvPr/>
            </p14:nvContentPartPr>
            <p14:xfrm>
              <a:off x="2089080" y="1974960"/>
              <a:ext cx="1607040" cy="12639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E7EEF2-8310-4A00-BA9E-C1EEB14965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79720" y="1965600"/>
                <a:ext cx="1625760" cy="128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40902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3C569-E92E-00DD-B01C-0915F0A59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15 puzzle problem</a:t>
            </a:r>
            <a:b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BD0E35-4315-105E-9729-343183B6E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719" y="1675227"/>
            <a:ext cx="883256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86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9EB2ED-5C0C-EB8E-2DAD-B40C99A8C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76" y="277857"/>
            <a:ext cx="11156647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12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videndVTI">
  <a:themeElements>
    <a:clrScheme name="">
      <a:dk1>
        <a:srgbClr val="000000"/>
      </a:dk1>
      <a:lt1>
        <a:srgbClr val="FFFFFF"/>
      </a:lt1>
      <a:dk2>
        <a:srgbClr val="413424"/>
      </a:dk2>
      <a:lt2>
        <a:srgbClr val="E2E7E8"/>
      </a:lt2>
      <a:accent1>
        <a:srgbClr val="C3624D"/>
      </a:accent1>
      <a:accent2>
        <a:srgbClr val="B1823B"/>
      </a:accent2>
      <a:accent3>
        <a:srgbClr val="A6A842"/>
      </a:accent3>
      <a:accent4>
        <a:srgbClr val="7EB13B"/>
      </a:accent4>
      <a:accent5>
        <a:srgbClr val="59B748"/>
      </a:accent5>
      <a:accent6>
        <a:srgbClr val="3BB15A"/>
      </a:accent6>
      <a:hlink>
        <a:srgbClr val="358EA1"/>
      </a:hlink>
      <a:folHlink>
        <a:srgbClr val="828282"/>
      </a:folHlink>
    </a:clrScheme>
    <a:fontScheme name="Dividend">
      <a:majorFont>
        <a:latin typeface="Tw Cen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6523</TotalTime>
  <Words>1251</Words>
  <Application>Microsoft Office PowerPoint</Application>
  <PresentationFormat>Widescreen</PresentationFormat>
  <Paragraphs>185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Aparajita</vt:lpstr>
      <vt:lpstr>Arial</vt:lpstr>
      <vt:lpstr>Calibri</vt:lpstr>
      <vt:lpstr>Calibri Light</vt:lpstr>
      <vt:lpstr>Gill Sans MT</vt:lpstr>
      <vt:lpstr>Times New Roman</vt:lpstr>
      <vt:lpstr>Tw Cen MT</vt:lpstr>
      <vt:lpstr>Wingdings 2</vt:lpstr>
      <vt:lpstr>Office Theme</vt:lpstr>
      <vt:lpstr>DividendVTI</vt:lpstr>
      <vt:lpstr>Branch and Bound</vt:lpstr>
      <vt:lpstr>PowerPoint Presentation</vt:lpstr>
      <vt:lpstr>PowerPoint Presentation</vt:lpstr>
      <vt:lpstr>Branch and bound  vs backtracking </vt:lpstr>
      <vt:lpstr>PowerPoint Presentation</vt:lpstr>
      <vt:lpstr>Branch and bound </vt:lpstr>
      <vt:lpstr>  </vt:lpstr>
      <vt:lpstr>PowerPoint Presentation</vt:lpstr>
      <vt:lpstr>Example – General method- how FIFO BnB algorithm search state space tree for 4-queens problem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Example-LC search </vt:lpstr>
      <vt:lpstr>PowerPoint Presentation</vt:lpstr>
      <vt:lpstr>PowerPoint Presentation</vt:lpstr>
      <vt:lpstr>PowerPoint Presentation</vt:lpstr>
      <vt:lpstr>PowerPoint Presentation</vt:lpstr>
      <vt:lpstr>8-puzzle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15 puzzle problem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and Bound</dc:title>
  <dc:creator>Kiran Rajan</dc:creator>
  <cp:lastModifiedBy>Anju Anil</cp:lastModifiedBy>
  <cp:revision>58</cp:revision>
  <dcterms:created xsi:type="dcterms:W3CDTF">2019-11-19T08:43:12Z</dcterms:created>
  <dcterms:modified xsi:type="dcterms:W3CDTF">2023-11-17T05:22:47Z</dcterms:modified>
</cp:coreProperties>
</file>